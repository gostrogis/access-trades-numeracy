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49.xml" ContentType="application/vnd.openxmlformats-officedocument.presentationml.notesSlide+xml"/>
  <Override PartName="/ppt/notesSlides/notesSlide5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17" r:id="rId50"/>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320" r:id="rId53"/>
    <p:sldId id="460" r:id="rId197"/>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0" Type="http://schemas.openxmlformats.org/officeDocument/2006/relationships/slide" Target="slides/slide7.xml"/><Relationship Id="rId53" Type="http://schemas.openxmlformats.org/officeDocument/2006/relationships/slide" Target="slides/slide27.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8.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12:55 PM–1:10 PM  •  15 MIN TOTAL — shared across this phase.</a:t>
            </a:r>
          </a:p>
          <a:p/>
          <a:p>
            <a:r>
              <a:t>Add two and five eighths to one and seven eighths. The wholes give three; the fractions give twelve eighths. We can temporarily write three and twelve eighths to show the count, but twelve eighths contains one whole and four eighths. Add that whole to three and simplify four eighths to one half: four and one half inches. Why is the answer not three and one half? That would discard the complete set of eight eighths. The decimal check confirms the same amount: 2.625 plus 1.875 equals 4.5 inches. Both forms describe the same total length.</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2:25 PM–2:40 PM  •  15 MIN TOTAL — shared across this phase.</a:t>
            </a:r>
          </a:p>
          <a:p/>
          <a:p>
            <a:r>
              <a:t>We need five and one quarter minus two and seven eighths. Rename one quarter as two eighths. Two eighths is too small for the direct fractional subtraction of seven eighths, so exchange one of the five wholes for eight eighths. Five and two eighths becomes four and ten eighths. Now subtract: four minus two is two, and ten eighths minus seven eighths is three eighths. The result is two and three eighths inches. Check by adding back two and seven eighths: the fractions total ten eighths, giving five and two eighths, or five and one quarter inches.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use fractional dimensions to find totals and remainders. Before the break, we join lengths and combine layers by addition. After the break, we find what remains or what is missing by subtraction. Both depend on equal-sized fractional parts. What check should a total of two positive lengths pass? It must be longer than either part. For a remainder, we will add it back to the known part and recover the original length.</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block runs from 12:45 to 2:00, followed by the scheduled break from 2:00 to 2:15. Subtraction begins at 2:15 and finishes at 3:30. Each block includes 15 minutes of teaching, 15 minutes working together, 20 minutes practising, and a 10-minute independent check. Use the working-together time to explain the common denominator and any regrouping aloud. Those explanations will help you carry out the same steps independently during the check.</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12:45 PM–12:50 PM  •  5 MIN TOTAL — shared across this phase.</a:t>
            </a:r>
          </a:p>
          <a:p/>
          <a:p>
            <a:r>
              <a:t>Open the textbook to Chapter 4, pages 91–99. When two pieces are placed end to end, their lengths add. When plates and a washer form a stack, their thicknesses add too. The arithmetic is the same even though the drawing looks different. Why do we need a common denominator? It lets us count equal-sized parts in one total. We will practise with 4A question 14 and 4B questions 2–3, keeping the written sum and the physical meaning connected.</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12:50 PM–12:55 PM  •  5 MIN TOTAL — shared across this phase.</a:t>
            </a:r>
          </a:p>
          <a:p/>
          <a:p>
            <a:r>
              <a:t>How many sixteenths make one whole? Sixteen. How many sixteenths make three quarters? Twelve, because each quarter contains four sixteenths. These two facts prepare us for addition: equivalent fractions give us shared units, and a complete set of those units becomes a whole. If a total contains seventeen sixteenths, where does it lie? Just beyond one whole, specifically one and one sixteenth. Keep that picture in mind when a fractional sum is larger than its denominator.</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Before adding fractions, make their pieces the same size. One half and one quarter cannot be counted simply as two identical pieces; rename the half as two quarters, then add one more quarter. The result is three quarters. Why does the denominator stay four? We are still counting quarter-sized parts. For mixed numbers, combine the whole parts and the equal-sized fractional parts, then inspect the fractional total for complete wholes. A strip diagram places the lengths end to end, so the final endpoint shows the total. It also gives a quick check that adding positive lengths has increased the overall length.</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A fraction with a numerator as large as its denominator contains at least one whole. For example, twelve eighths includes eight eighths, which is one whole, with four eighths remaining. That extra whole must be added to the whole-number part of a mixed-number sum. What happens if we leave it out? The answer becomes one whole unit too short. Keep the remaining fraction and simplify it only after regrouping. Check the size of the result against the pieces: the sum of two positive lengths must exceed each individual length, and a fractional total beyond one should be visible in the whole part.</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Figure 4.9 on page 98 places mixed-inch lengths together so we can see why addition is appropriate. Trace each segment and its label before following the overall length. Where does one piece end and the next begin? Their shared endpoint tells us the lengths are adjoining. The fractional labels may use different denominators, so the written calculation must rename them into shared units. Do not measure the projected illustration to obtain the answer; use its dimensions. The picture explains the arrangement, and the labels supply the values for the sum.</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In Example 4.9 on page 98, watch the fractional total after the numerators have been added. The key step is carrying a complete whole from that fraction into the whole-number total. Point to where the original wholes were combined, then where the extra whole appears. Why are those two contributions separate at first? One comes from the stated whole parts, and the other is formed by the added fractional pieces. Combining them produces the final mixed number. Check that the remaining numerator is smaller than its denominator; otherwise another whole still needs to be regrouped.</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One half plus one quarter cannot equal two sixths. Two sixths is only one third, which is smaller than the half we started with; adding a positive quarter cannot make the total smaller. The denominator is the size label for the pieces, so we do not add denominators. Rename one half as two quarters, then add one quarter to get three quarters. What did the common denominator accomplish? It let us count three pieces of the same size. This explanation works for fractional lengths, layered thicknesses, and any other addition of like units.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Work on 4A question 14(a), then 4B question 2. Draw adjoining strips and label each with its original length. Write a shared denominator beneath the fractional parts before adding. Ask your partner whether the fractions make a complete whole and where that whole appears in the final answer. For the strip drawing, read the overall length back as the sum of its parts. The picture should support the equation, while the equation uses the stated dimensions precisely.</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Add five sixteenths and three quarters for 4A question 14(a). Choose sixteenths as the shared unit and rename three quarters before adding. Predict whether the sum will be below or above one whole.</a:t>
            </a:r>
          </a:p>
          <a:p/>
          <a:p>
            <a:r>
              <a:t>Instructor only, after the attempt: 3/4 = 12/16, so 5/16 + 12/16 = 17/16 = 1 1/16. The prediction should be slightly above one, because five sixteenths is slightly larger than the quarter needed to complete three quarters.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The sum is one and one sixteenth. Our shared-unit calculation gives seventeen sixteenths. Sixteen of those pieces make one whole; the final piece remains one sixteenth. Notice that the denominator never changed during the addition itself. Which step created the whole? Regrouping a complete set of sixteen pieces after the numerators were added. If you obtained seventeen twentieths, revisit why denominators name piece sizes rather than quantities to add. The diagram should show a total just beyond one full unit.</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Complete 4A question 14(b) and 4B question 3. For the mixed-number sum, show the equivalent fractions and the regrouped whole. For the bolt question, draw the plates and washer as three adjoining layers and label their thicknesses. Write the full sum before using the calculator. What does the answer to the bolt question represent? It is the total thickness being clamped, so report inches. Keep the calculation focused on the dimensions supplied rather than adding an allowance the question did not request.</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Open Shape Canvas and represent the assigned lengths as adjoining labelled rectangles. Choose inches and use the actual values from the exercise, not the screenshot's example values. A useful drawing lets us see the parts and the total direction clearly. Before entering an answer, say which dimensions you are adding and why. What must remain true even if you resize the view? The labels and the written sum. The visual arrangement helps explain addition; it does not replace the fraction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Use Shape Canvas to label the adjoining lengths from 4A question 14(a) or 4B question 2, then draw the lengths or layers for your independent questions. Write the full addition and show any conversion to a common denominator. Only after that, use Numeracy Hub's calculator to check the result. If the fractional sum contains a whole, explain where that whole moved. The calculator may show an equivalent form, so compare values as well as appearance before deciding that two answers disagree.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Add seven and three eighths to two and fifteen sixteenths. Convert the eighths to sixteenths, then combine the whole parts and fractional parts. Pause to inspect whether the fraction contains a complete whole.</a:t>
            </a:r>
          </a:p>
          <a:p/>
          <a:p>
            <a:r>
              <a:t>Instructor only, after the attempt: 3/8 = 6/16. The sum is 9 + 21/16. Since 21/16 = 1 5/16, the result is 10 5/16. A result of 9 5/16 has lost the whole made by sixteen of the twenty-one sixteenths.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The bolt clamps a five-eighths-inch plate, a three-quarter-inch plate, and a one-eighth-inch washer. Draw all three layers and write their thicknesses as one sum. What common denominator will describe every layer? Eighths works.</a:t>
            </a:r>
          </a:p>
          <a:p/>
          <a:p>
            <a:r>
              <a:t>Instructor only, after the attempt: 5/8 + 3/4 + 1/8 = 5/8 + 6/8 + 1/8 = 12/8 = 1 1/2 in. The answer is the total clamped thickness. It does not include any unrequested extra length beyond those three layers.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Redo 4A question 14(b) independently. Your answer must show more than the final mixed number: include the shared denominator, the fractional sum, and the whole carried from that sum. Explain in a sentence why the whole-number part increases by one beyond the sum of seven and two. Ask yourself whether every sixteenth has been accounted for. Keep the worked solution closed until your independent explanation is complete, then check the arithmetic against the meaning of the parts.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Calculate seven and three eighths plus two and fifteen sixteenths again, showing the carry. Write the temporary fractional total before converting it to a mixed number. Why must the final fractional numerator be smaller than sixteen?</a:t>
            </a:r>
          </a:p>
          <a:p/>
          <a:p>
            <a:r>
              <a:t>Instructor only, after the attempt: 7 6/16 + 2 15/16 = 9 21/16 = 10 5/16. Sixteen of the twenty-one sixteenths become one additional whole, leaving five sixteenths. A complete explanation accounts for that extra whole rather than merely reporting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1:55 PM–2:00 PM  •  5 MIN TOTAL — shared across this phase.</a:t>
            </a:r>
          </a:p>
          <a:p/>
          <a:p>
            <a:r>
              <a:t>Explain why we add numerators but keep the common denominator. A good answer says that the pieces already have equal size, so only their count changes. Then explain how a whole can emerge from the fractional sum. Name whether your next practice should focus on equivalent fractions or on carrying that complete whole. After the break, we will reverse the relationship: instead of finding the total from parts, we will subtract a known part and check the remainder by adding it back.</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scheduled break from 2:00 to 2:15. We resume at 2:15 with subtraction and regrouping. Keep your fraction notes available; the next block uses the same shared units but sometimes trades a whole unit into fractional pieces before subtracting.</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2:15 PM–2:20 PM  •  5 MIN TOTAL — shared across this phase.</a:t>
            </a:r>
          </a:p>
          <a:p/>
          <a:p>
            <a:r>
              <a:t>Open the textbook to pages 97–99. We will find remaining and missing lengths by subtraction. If a stock length contains a known piece and a remainder, subtracting the known piece finds the remainder. How can we check that result? Add the remainder back to the known piece and recover the overall length. We will use 4A question 15 and the drawings in 4C questions 1–3 to connect that relationship with mixed-number subtraction and regrouping.</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2:20 PM–2:25 PM  •  5 MIN TOTAL — shared across this phase.</a:t>
            </a:r>
          </a:p>
          <a:p/>
          <a:p>
            <a:r>
              <a:t>How can we write five as four plus sixteenths? Five equals four plus sixteen sixteenths, because sixteen sixteenths makes one whole. We have not changed the total; we have renamed one whole in a useful form. Now recall a common-denominator conversion: one quarter equals two eighths. Both ideas are needed when a fractional part is too small to subtract the requested amount. We can exchange one whole for a complete set of fractional pieces, then subtract equal-sized parts.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First match the denominators. Then compare the fractional parts in the subtraction. If the starting fraction is smaller than the fraction being removed, regroup one of the starting wholes. Reduce the whole-number part by one and add one complete denominator's worth of pieces to the numerator. Why does that preserve the value? One whole and a full set such as eight eighths are equal. Subtract after the regrouping, keeping the common denominator. Finally simplify the remainder. This is the same idea as exchanging one ten for ten ones in whole-number subtraction, applied to fractional units.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On a dimensioned drawing, identify the overall length and each known part before calculating. The missing piece is what remains after the known parts are removed from the overall length. Write those labels into the subtraction so the equation follows the drawing. After finding the missing length, add it back to all the known parts. What should that sum equal? Exactly the original overall dimension. This add-back check tests both arithmetic and interpretation: if you forgot a known segment or subtracted a dimension that belongs elsewhere, the reconstructed total will reveal the mismatch.</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Example 4.10 on page 99 uses stock and an offcut to give subtraction a physical meaning. Point to the original length, then the known piece, then the remaining portion. Which dimension is the starting amount in the subtraction? The overall stock length. Follow where one whole inch is renamed into fractional pieces in the written working. The length is conserved during that exchange, just expressed differently. If the drawing's leftover portion looked larger after regrouping, we would know the representation was misleading: regrouping changes the notation, not the actual amount of material.</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Look at the check on page 99. We add the remaining piece back to the piece removed, and the result should reconstruct the original stock length. Why is this stronger than repeating the same subtraction? Addition uses the inverse relationship and can expose a subtraction error we might otherwise repeat. Keep the units with the lengths and align the fractional denominators during the check. If the reconstructed total is short by exactly one inch, inspect whether a regrouped whole was omitted or counted twice in the original subtraction.</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In five and two eighths minus two and seven eighths, do not simply reverse the fractional subtraction to make it look easy. Seven minus two would change which amount is being removed. For our mixed-number method, exchange one starting whole for eight eighths: five and two eighths becomes four and ten eighths. Now ten eighths minus seven eighths leaves three eighths, while four wholes minus two leaves two. What changed during regrouping? The whole-part count decreased by one and the fractional-part count increased by eight, preserving the same total before subtraction.</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Solve 4A question 15(a) and 4C question 1 with a partner. For each, draw or trace the overall length and the known piece. Explain why subtraction finds the missing amount, then show any regrouping before subtracting. Your partner checks by adding the found piece back. Ask each other whether the reconstructed total matches the original label exactly. If it does not, inspect the common denominator and the exchanged whole before changing the final answer by guesswork.</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Question 15(a) asks for five minus one and eleven sixteenths. Five has no displayed fraction, so rename one whole before subtracting the eleven sixteenths. How many sixteenths does that whole supply?</a:t>
            </a:r>
          </a:p>
          <a:p/>
          <a:p>
            <a:r>
              <a:t>Instructor only, after the attempt: 5 = 4 16/16. Then 4 16/16 − 1 11/16 = 3 5/16. Check: 3 5/16 + 1 11/16 = 4 16/16 = 5. The sixteen sixteenths replace a whole; they are not added to five extra wholes.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The answer is three and five sixteenths. We began by rewriting five as four and sixteen sixteenths. Subtracting one whole leaves three, and removing eleven of the sixteen sixteenths leaves five. What error would give four and five sixteenths? Keeping all five original wholes after also creating sixteen sixteenths would count a whole twice. The add-back check catches that: our correct remainder plus one and eleven sixteenths returns exactly five, with no extra whole.</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Complete 4A question 15(b) and 4C questions 2–3. In the drawings, label the overall dimension and known parts before writing the subtraction. For every result, perform the add-back check. If there are several known pieces, their sum plus the missing piece must reproduce the overall length. Ask yourself whether the result is plausible for the space shown, while remembering that the drawing's labels, not its apparent scale, provide the numerical evidence. Keep regrouping visible so a partner can follow where each whole went.</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Open Shape Canvas and use the assigned drawing's overall length and known parts. Keep the missing dimension hidden while you work on paper. We are using the drawing to organize the relationship: overall equals known parts plus missing part. Before entering any answer, state which known lengths must be subtracted. What should the hidden value do when it is checked? It should complete the overall length exactly. The picture helps us see that relationship without giving away the independent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Show the overall length and label the known pieces in Shape Canvas. Leave the missing dimension hidden, then solve its value on paper with a common denominator and any needed regrouping. Only after your attempt should you compare or reveal the value. Add your result back to the known pieces. If the sum differs from the overall dimension, use the difference to diagnose the error. A whole-inch mismatch suggests regrouping; a small fractional mismatch suggests a conversion or numerator error.</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Subtract four and three quarters from nine and one eighth. Rename the quarters as eighths, then decide whether the starting fractional part is large enough. Show the exchange of one whole before proceeding.</a:t>
            </a:r>
          </a:p>
          <a:p/>
          <a:p>
            <a:r>
              <a:t>Instructor only, after the attempt: 4 3/4 = 4 6/8; 9 1/8 = 8 9/8. Therefore 8 9/8 − 4 6/8 = 4 3/8. Check: 4 3/8 + 4 6/8 = 8 9/8 = 9 1/8.</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Find the hidden height in 4C question 2. The overall height is nine and one half inches, with two and seven eighths inches known. Write overall minus known, then convert to eighths. Why should the missing height be less than the overall height?</a:t>
            </a:r>
          </a:p>
          <a:p/>
          <a:p>
            <a:r>
              <a:t>Instructor only, after the attempt: 9 1/2 − 2 7/8 = 9 4/8 − 2 7/8 = 8 12/8 − 2 7/8 = 6 5/8 in. Adding 6 5/8 and 2 7/8 returns 9 1/2 in.</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Complete 4A question 15(b) and 4C question 3 independently. One is a direct mixed-number subtraction; the other requires reading the shaft's overall dimension and all its known steps. Keep the drawing's labels connected to your equation. Show regrouping where needed, then add the result back to verify the overall amount. What should your working let another person see? Which lengths you removed, how you handled fractional units, and why the final missing length fits the original total.</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Calculate nine and one eighth minus four and three quarters without referring to the worked solution. Show a common denominator and any regrouping, then use addition to verify your answer.</a:t>
            </a:r>
          </a:p>
          <a:p/>
          <a:p>
            <a:r>
              <a:t>Instructor only, after the attempt: 9 1/8 − 4 6/8 = 8 9/8 − 4 6/8 = 4 3/8. The check is 4 3/8 + 4 3/4 = 9 1/8. If the answer differs by one whole, inspect whether the whole part decreased during regrouping.</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The shaft is fourteen and one half inches overall. Find the missing step by subtracting the three known lengths shown. You may add the known parts first or subtract them one at a time, but show every part in your equation.</a:t>
            </a:r>
          </a:p>
          <a:p/>
          <a:p>
            <a:r>
              <a:t>Instructor only, after the attempt: The known parts are 2 5/8 + 3 1/4 + 4 3/8 = 10 1/4 in. Then 14 1/2 − 10 1/4 = 4 1/4 in. Adding all four steps gives 14 1/2 in.</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3:25 PM–3:30 PM  •  5 MIN TOTAL — shared across this phase.</a:t>
            </a:r>
          </a:p>
          <a:p/>
          <a:p>
            <a:r>
              <a:t>Explain why regrouping one whole does not change a length. The whole becomes an equivalent set of fractional pieces, so the total is preserved. Then describe your add-back check on one of today's questions. Which kind of error did it help you catch or avoid? Record whether you need more practice with shared denominators, the exchanged whole, or interpreting the drawing. Next we move from adding and subtracting individual lengths to repeated pieces, halves, and equal groups.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3.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hyperlink" Target="../../../books/ACCESS-Trades-Numeracy-Textbook.pdf#page=98"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hyperlink" Target="../../../books/ACCESS-Trades-Numeracy-Textbook.pdf#page=98"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3.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3.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3.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3.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3.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3.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hyperlink" Target="../../../books/ACCESS-Trades-Numeracy-Textbook.pdf#page=99"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hyperlink" Target="../../../books/ACCESS-Trades-Numeracy-Textbook.pdf#page=99"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3.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3.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3.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3.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3.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08  |  Monday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9,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Adding fractional lengths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Subtracting and regrouping fractions</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3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08  /  WEEK 3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Adding fractional lengths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3, Lesson 1</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Subtracting and regrouping fractions</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3, Lesson 2</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Adding fractional lengths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pp.91–99</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Add fractional and mixed-inch lengths using a common denominator.</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4 pp.91–99</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4A Q14 (p.36); 4B Q2–3 (p.37)</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pp.91–99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Retrieve equivalent fractions and ask how many sixteenths make one whole.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Q14 (p.36); 4B Q2–3 (p.37)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Add equal-sized fractional parts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pp.91–99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Choose a common denominator before adding fractional lengths.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Rename each fraction using that denominator.</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Add numerators and whole-number parts; do not add denominators.</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strip diagram joins the lengths end to end to show the total.</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05</a:t>
            </a:r>
          </a:p>
        </p:txBody>
      </p:sp>
      <p:pic>
        <p:nvPicPr>
          <p:cNvPr id="32" name="Visual joined fraction strip" descr="A strip of one whole divided into quarters. The first two quarters are labelled 1/2 = 2/4, the next quarter 1/4, and a dimension under the three joined quarters reads 3/4."/>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Carry a complete set into the whole number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pp.91–99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When the numerator reaches the denominator, the fraction contains a whole unit.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Move each complete whole into the whole-number part.</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remaining fractional part and simplify it.</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Check that the total is longer than either positive piece being added.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06</a:t>
            </a:r>
          </a:p>
        </p:txBody>
      </p:sp>
      <p:pic>
        <p:nvPicPr>
          <p:cNvPr id="32" name="Visual twelve eighths regrouped" descr="Twelve eighth-size pieces in one row. A bracket under the first 8 reads 8/8 = 1 whole and a bracket under the last 4 reads 4/8 left. Under them: 12/8 = 1 whole and 4/8."/>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9857" y="3006090"/>
            <a:ext cx="11191982" cy="91428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W03-L01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Regroup a full set into one whole</a:t>
            </a:r>
            <a:endParaRPr lang="en-US" sz="3000" dirty="0"/>
          </a:p>
        </p:txBody>
      </p:sp>
      <p:sp>
        <p:nvSpPr>
          <p:cNvPr id="5" name="Text 3"/>
          <p:cNvSpPr/>
          <p:nvPr/>
        </p:nvSpPr>
        <p:spPr>
          <a:xfrm>
            <a:off x="612648" y="1764792"/>
            <a:ext cx="5394960" cy="850392"/>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2 5/8 + 1 7/8 = 3 12/8</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 3 + 1 + 4/8 = 4 1/2 in</a:t>
            </a:r>
            <a:endParaRPr lang="en-US" sz="2400" dirty="0"/>
          </a:p>
        </p:txBody>
      </p:sp>
      <p:sp>
        <p:nvSpPr>
          <p:cNvPr id="6" name="Text 4"/>
          <p:cNvSpPr/>
          <p:nvPr/>
        </p:nvSpPr>
        <p:spPr>
          <a:xfrm>
            <a:off x="609585" y="314325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Twelve eighths contain one whole inch and four eighths.</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Check: 2.625 + 1.875 = 4.5 in.</a:t>
            </a:r>
            <a:endParaRPr lang="en-US" sz="1800" dirty="0"/>
          </a:p>
        </p:txBody>
      </p:sp>
      <p:sp>
        <p:nvSpPr>
          <p:cNvPr id="7" name="Text 5"/>
          <p:cNvSpPr/>
          <p:nvPr/>
        </p:nvSpPr>
        <p:spPr>
          <a:xfrm>
            <a:off x="609585" y="4524375"/>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Solve 4A Q14(a), then 4B Q2.</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Draw adjoining labelled strips. Explain the carry into the whole number before checking with Numeracy Hub Calculator.</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Math Week 3 L1 • Classroom example • Shape Canvas inch labels support the written sum</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07</a:t>
            </a:r>
          </a:p>
        </p:txBody>
      </p:sp>
      <p:pic>
        <p:nvPicPr>
          <p:cNvPr id="22" name="Visual two joined lengths" descr="Two adjoining strips drawn to scale, 2 5/8 in and 1 7/8 in, with a dimension over both reading 4 1/2 in."/>
          <p:cNvPicPr>
            <a:picLocks noChangeAspect="1"/>
          </p:cNvPicPr>
          <p:nvPr/>
        </p:nvPicPr>
        <p:blipFill>
          <a:blip r:embed="rId8"/>
          <a:stretch>
            <a:fillRect/>
          </a:stretch>
        </p:blipFill>
        <p:spPr>
          <a:xfrm>
            <a:off x="6175296" y="1719072"/>
            <a:ext cx="5388768" cy="1207008"/>
          </a:xfrm>
          <a:prstGeom prst="rect">
            <a:avLst/>
          </a:prstGeom>
        </p:spPr>
      </p:pic>
    </p:spTree>
    <p:extLst>
      <p:ext uri="{BB962C8B-B14F-4D97-AF65-F5344CB8AC3E}">
        <p14:creationId xmlns:p14="http://schemas.microsoft.com/office/powerpoint/2010/main" val="1186088616"/>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pp.91–99</a:t>
            </a:r>
          </a:p>
        </p:txBody>
      </p:sp>
      <p:pic>
        <p:nvPicPr>
          <p:cNvPr id="5" name="Picture 4" descr="W03-L01.png"/>
          <p:cNvPicPr>
            <a:picLocks noChangeAspect="1"/>
          </p:cNvPicPr>
          <p:nvPr/>
        </p:nvPicPr>
        <p:blipFill>
          <a:blip r:embed="rId3"/>
          <a:stretch>
            <a:fillRect/>
          </a:stretch>
        </p:blipFill>
        <p:spPr>
          <a:xfrm>
            <a:off x="685800" y="1866243"/>
            <a:ext cx="10698480" cy="371987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p.98 · Figure 4.9: adjoining mixed-inch lengths.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pp.91–99</a:t>
            </a:r>
          </a:p>
        </p:txBody>
      </p:sp>
      <p:pic>
        <p:nvPicPr>
          <p:cNvPr id="5" name="Picture 4" descr="W03-L01-2.png"/>
          <p:cNvPicPr>
            <a:picLocks noChangeAspect="1"/>
          </p:cNvPicPr>
          <p:nvPr/>
        </p:nvPicPr>
        <p:blipFill>
          <a:blip r:embed="rId3"/>
          <a:stretch>
            <a:fillRect/>
          </a:stretch>
        </p:blipFill>
        <p:spPr>
          <a:xfrm>
            <a:off x="685800" y="2250144"/>
            <a:ext cx="10698480" cy="295207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p.98 · Example 4.9: carry a whole from the fractional total.</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pp.91–99</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learner writes 1/2 + 1/4 = 2/6. Why cannot the denominators be added?</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The parts have different sizes. Rename 1/2 as 2/4; then 2/4 + 1/4 = 3/4.</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pp.91–99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4A question 14(a), then 4B question 2 with a labelled strip diagram.</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Q14 (p.36); 4B Q2–3 (p.37)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4A Q14a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pp.91–99</a:t>
            </a:r>
          </a:p>
        </p:txBody>
      </p:sp>
      <p:pic>
        <p:nvPicPr>
          <p:cNvPr id="5" name="Picture 4" descr="4A-Q14a.png"/>
          <p:cNvPicPr>
            <a:picLocks noChangeAspect="1"/>
          </p:cNvPicPr>
          <p:nvPr/>
        </p:nvPicPr>
        <p:blipFill>
          <a:blip r:embed="rId3"/>
          <a:srcRect l="741" t="3797" r="76914" b="24051"/>
          <a:stretch>
            <a:fillRect/>
          </a:stretch>
        </p:blipFill>
        <p:spPr>
          <a:xfrm>
            <a:off x="765048" y="1920240"/>
            <a:ext cx="2390648"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12</a:t>
            </a:r>
          </a:p>
        </p:txBody>
      </p:sp>
      <p:pic>
        <p:nvPicPr>
          <p:cNvPr id="20" name="Visual two joined lengths" descr="Two adjoining strips drawn to scale, 5/16 in and 3/4 in, with a dimension over both marked with a question mark."/>
          <p:cNvPicPr>
            <a:picLocks noChangeAspect="1"/>
          </p:cNvPicPr>
          <p:nvPr/>
        </p:nvPicPr>
        <p:blipFill>
          <a:blip r:embed="rId9"/>
          <a:stretch>
            <a:fillRect/>
          </a:stretch>
        </p:blipFill>
        <p:spPr>
          <a:xfrm>
            <a:off x="1984248" y="3416808"/>
            <a:ext cx="8229600" cy="13716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4A Q14a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pp.91–99</a:t>
            </a:r>
          </a:p>
        </p:txBody>
      </p:sp>
      <p:pic>
        <p:nvPicPr>
          <p:cNvPr id="5" name="Picture 4" descr="4A-Q14a.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(a)  1 1/16</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pp.91–99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4A question 14(b) and 4B question 3. Draw the lengths or layers and show the written addition before calculator checking.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Q14 (p.36); 4B Q2–3 (p.37)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pp.91–99</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pp.91–99</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In Shape Canvas, label adjoining rectangles in inches for 4A Q14(a) or 4B Q2.</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Draw the lengths or layers for 4A Q14(b) and 4B Q3; write the full sum.</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checking: Use Numeracy Hub Calculator after the sum; explain any carry into whole inches.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Q14b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pp.91–99</a:t>
            </a:r>
          </a:p>
        </p:txBody>
      </p:sp>
      <p:pic>
        <p:nvPicPr>
          <p:cNvPr id="5" name="Picture 4" descr="4A-Q14b.png"/>
          <p:cNvPicPr>
            <a:picLocks noChangeAspect="1"/>
          </p:cNvPicPr>
          <p:nvPr/>
        </p:nvPicPr>
        <p:blipFill>
          <a:blip r:embed="rId3"/>
          <a:srcRect l="741" t="3797" r="73025" b="24051"/>
          <a:stretch>
            <a:fillRect/>
          </a:stretch>
        </p:blipFill>
        <p:spPr>
          <a:xfrm>
            <a:off x="765048" y="1920240"/>
            <a:ext cx="2806700"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17</a:t>
            </a:r>
          </a:p>
        </p:txBody>
      </p:sp>
      <p:pic>
        <p:nvPicPr>
          <p:cNvPr id="20" name="Visual two joined lengths" descr="Two adjoining strips drawn to scale, 7 3/8 in and 2 15/16 in, with a dimension over both marked with a question mark."/>
          <p:cNvPicPr>
            <a:picLocks noChangeAspect="1"/>
          </p:cNvPicPr>
          <p:nvPr/>
        </p:nvPicPr>
        <p:blipFill>
          <a:blip r:embed="rId9"/>
          <a:stretch>
            <a:fillRect/>
          </a:stretch>
        </p:blipFill>
        <p:spPr>
          <a:xfrm>
            <a:off x="1069848" y="3416808"/>
            <a:ext cx="10058400" cy="13716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4B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pp.91–99</a:t>
            </a:r>
          </a:p>
        </p:txBody>
      </p:sp>
      <p:pic>
        <p:nvPicPr>
          <p:cNvPr id="5" name="Picture 4" descr="4B-Q3.png"/>
          <p:cNvPicPr>
            <a:picLocks noChangeAspect="1"/>
          </p:cNvPicPr>
          <p:nvPr/>
        </p:nvPicPr>
        <p:blipFill>
          <a:blip r:embed="rId3"/>
          <a:srcRect l="741" t="2609" r="2037" b="16522"/>
          <a:stretch>
            <a:fillRect/>
          </a:stretch>
        </p:blipFill>
        <p:spPr>
          <a:xfrm>
            <a:off x="765048" y="1920240"/>
            <a:ext cx="10401300" cy="1228343"/>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18</a:t>
            </a:r>
          </a:p>
        </p:txBody>
      </p:sp>
      <p:pic>
        <p:nvPicPr>
          <p:cNvPr id="20" name="Visual clamped layers" descr="A bolt through a 5/8 in plate, a 3/4 in plate and a 1/8 in washer stacked to one scale, with the total thickness marked with a question mark."/>
          <p:cNvPicPr>
            <a:picLocks noChangeAspect="1"/>
          </p:cNvPicPr>
          <p:nvPr/>
        </p:nvPicPr>
        <p:blipFill>
          <a:blip r:embed="rId9"/>
          <a:stretch>
            <a:fillRect/>
          </a:stretch>
        </p:blipFill>
        <p:spPr>
          <a:xfrm>
            <a:off x="2451897" y="3276599"/>
            <a:ext cx="7294303" cy="2127505"/>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Redo 4A question 14(b) and explain the carry into the whole number.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Q14 (p.36); 4B Q2–3 (p.37)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Q14b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pp.91–99</a:t>
            </a:r>
          </a:p>
        </p:txBody>
      </p:sp>
      <p:pic>
        <p:nvPicPr>
          <p:cNvPr id="5" name="Picture 4" descr="4A-Q14b.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W03-L01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Q14 (p.36); 4B Q2–3 (p.37)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08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Subtracting and regrouping fractions</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Subtracting and regrouping fractions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Find a remaining or missing length by subtracting mixed numbers accurately.</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4 pp.97–99</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4A Q15 (p.36); 4C Q1–3 (p.39)</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pp.97–99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Explain how 5 can be written as 4 plus sixteenths. Retrieve one common-denominator example.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Q15 (p.36); 4C Q1–3 (p.39)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Regroup one whole without changing the length</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pp.97–99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Match the denominators before subtracting.</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If the top fractional part is too small, rename one whole as fractional units.</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Reduce the whole-number part by one and add one denominator to the numerator.</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Subtract the equal-sized parts, then simplify the result.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25</a:t>
            </a:r>
          </a:p>
        </p:txBody>
      </p:sp>
      <p:pic>
        <p:nvPicPr>
          <p:cNvPr id="32" name="Visual one whole traded" descr="Five whole bars split into eighths and a sixth bar with 2 eighths shaded. The fifth whole is drawn dashed as loose eighths, labelled 1 whole = 8/8. Under them: 5 2/8 = 4 10/8."/>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Use the overall dimension to check the remainder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pp.97–99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Label the overall length and the known part or parts on a drawing.</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Subtract the known parts from the overall length.</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Add the found remainder back to the known parts.</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reconstructed length must equal the original overall dimension.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26</a:t>
            </a:r>
          </a:p>
        </p:txBody>
      </p:sp>
      <p:pic>
        <p:nvPicPr>
          <p:cNvPr id="32" name="Visual overall, known, remainder" descr="A bar labelled overall length, split into a known part and a dashed remainder. A dimension under the whole bar reads check: known part + remainder = overall."/>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9857" y="3006090"/>
            <a:ext cx="11191982" cy="91428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W03-L02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Trade one whole for eight eighths</a:t>
            </a:r>
            <a:endParaRPr lang="en-US" sz="3000" dirty="0"/>
          </a:p>
        </p:txBody>
      </p:sp>
      <p:sp>
        <p:nvSpPr>
          <p:cNvPr id="5" name="Text 3"/>
          <p:cNvSpPr/>
          <p:nvPr/>
        </p:nvSpPr>
        <p:spPr>
          <a:xfrm>
            <a:off x="612648" y="1664208"/>
            <a:ext cx="5394960" cy="850392"/>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5 1/4 − 2 7/8 = 5 2/8 − 2 7/8</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 4 10/8 − 2 7/8 = 2 3/8 in</a:t>
            </a:r>
            <a:endParaRPr lang="en-US" sz="2400" dirty="0"/>
          </a:p>
        </p:txBody>
      </p:sp>
      <p:sp>
        <p:nvSpPr>
          <p:cNvPr id="6" name="Text 4"/>
          <p:cNvSpPr/>
          <p:nvPr/>
        </p:nvSpPr>
        <p:spPr>
          <a:xfrm>
            <a:off x="609585" y="314325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Check: 2 3/8 + 2 7/8 = 5 2/8 = 5 1/4 in.</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The found remainder restores the original length.</a:t>
            </a:r>
            <a:endParaRPr lang="en-US" sz="1800" dirty="0"/>
          </a:p>
        </p:txBody>
      </p:sp>
      <p:sp>
        <p:nvSpPr>
          <p:cNvPr id="7" name="Text 5"/>
          <p:cNvSpPr/>
          <p:nvPr/>
        </p:nvSpPr>
        <p:spPr>
          <a:xfrm>
            <a:off x="609585" y="4524375"/>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Solve 4A Q15(a) and 4C Q1 with a drawing.</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Shape Canvas: show the overall length and known parts; hide the missing dimension until after the paper attempt.</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W3 L2 • Classroom example • Add-back checking is essential</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27</a:t>
            </a:r>
          </a:p>
        </p:txBody>
      </p:sp>
      <p:pic>
        <p:nvPicPr>
          <p:cNvPr id="22" name="Visual remainder of 5 1/4 in" descr="A bar labelled 5 1/4 in drawn to scale, split into 2 7/8 in and a dashed remainder of 2 3/8 in."/>
          <p:cNvPicPr>
            <a:picLocks noChangeAspect="1"/>
          </p:cNvPicPr>
          <p:nvPr/>
        </p:nvPicPr>
        <p:blipFill>
          <a:blip r:embed="rId8"/>
          <a:stretch>
            <a:fillRect/>
          </a:stretch>
        </p:blipFill>
        <p:spPr>
          <a:xfrm>
            <a:off x="6178412" y="1682496"/>
            <a:ext cx="5382535" cy="1243584"/>
          </a:xfrm>
          <a:prstGeom prst="rect">
            <a:avLst/>
          </a:prstGeom>
        </p:spPr>
      </p:pic>
    </p:spTree>
    <p:extLst>
      <p:ext uri="{BB962C8B-B14F-4D97-AF65-F5344CB8AC3E}">
        <p14:creationId xmlns:p14="http://schemas.microsoft.com/office/powerpoint/2010/main" val="2054976604"/>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pic>
        <p:nvPicPr>
          <p:cNvPr id="5" name="Picture 4" descr="W03-L02.png"/>
          <p:cNvPicPr>
            <a:picLocks noChangeAspect="1"/>
          </p:cNvPicPr>
          <p:nvPr/>
        </p:nvPicPr>
        <p:blipFill>
          <a:blip r:embed="rId3"/>
          <a:stretch>
            <a:fillRect/>
          </a:stretch>
        </p:blipFill>
        <p:spPr>
          <a:xfrm>
            <a:off x="685800" y="1847904"/>
            <a:ext cx="10698480" cy="375655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p.99 · Example 4.10: regroup a whole inch to find an offcut.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pic>
        <p:nvPicPr>
          <p:cNvPr id="5" name="Picture 4" descr="W03-L02-2.png"/>
          <p:cNvPicPr>
            <a:picLocks noChangeAspect="1"/>
          </p:cNvPicPr>
          <p:nvPr/>
        </p:nvPicPr>
        <p:blipFill>
          <a:blip r:embed="rId3"/>
          <a:stretch>
            <a:fillRect/>
          </a:stretch>
        </p:blipFill>
        <p:spPr>
          <a:xfrm>
            <a:off x="685800" y="3006302"/>
            <a:ext cx="10698480" cy="143975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p.99 · Add the remainder back to verify the original length.</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In 5 1/4 − 2 7/8, can you subtract 7 eighths from 2 eighths without regrouping?</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Regroup first: 5 2/8 becomes 4 10/8. Now subtract the equal-sized parts, then check by adding back.</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pp.97–99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4A question 15(a) and 4C question 1 with a drawing.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Q15 (p.36); 4C Q1–3 (p.39)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4A Q15a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pic>
        <p:nvPicPr>
          <p:cNvPr id="5" name="Picture 4" descr="4A-Q15a.png"/>
          <p:cNvPicPr>
            <a:picLocks noChangeAspect="1"/>
          </p:cNvPicPr>
          <p:nvPr/>
        </p:nvPicPr>
        <p:blipFill>
          <a:blip r:embed="rId3"/>
          <a:srcRect l="864" t="3797" r="69877" b="24051"/>
          <a:stretch>
            <a:fillRect/>
          </a:stretch>
        </p:blipFill>
        <p:spPr>
          <a:xfrm>
            <a:off x="778256" y="1920240"/>
            <a:ext cx="3130296"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32</a:t>
            </a:r>
          </a:p>
        </p:txBody>
      </p:sp>
      <p:pic>
        <p:nvPicPr>
          <p:cNvPr id="20" name="Visual length and remainder" descr="A bar labelled 5 in drawn to scale, split into 1 11/16 in and a dashed remainder marked with a question mark."/>
          <p:cNvPicPr>
            <a:picLocks noChangeAspect="1"/>
          </p:cNvPicPr>
          <p:nvPr/>
        </p:nvPicPr>
        <p:blipFill>
          <a:blip r:embed="rId9"/>
          <a:stretch>
            <a:fillRect/>
          </a:stretch>
        </p:blipFill>
        <p:spPr>
          <a:xfrm>
            <a:off x="1984248" y="3416808"/>
            <a:ext cx="8229600" cy="13716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4A Q15a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pic>
        <p:nvPicPr>
          <p:cNvPr id="5" name="Picture 4" descr="4A-Q15a.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(a)  3 5/16</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pp.97–99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4A question 15(b) and 4C questions 2–3. Add the found piece back to the known parts to verify the overall length.</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Q15 (p.36); 4C Q1–3 (p.39)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In Shape Canvas, show the overall length and known parts for the scheduled drawing.</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Hide the missing dimension and solve it on paper before revealing a value.</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checking: Add the found piece to the known parts and verify the overall length.</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Q15b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pic>
        <p:nvPicPr>
          <p:cNvPr id="5" name="Picture 4" descr="4A-Q15b.png"/>
          <p:cNvPicPr>
            <a:picLocks noChangeAspect="1"/>
          </p:cNvPicPr>
          <p:nvPr/>
        </p:nvPicPr>
        <p:blipFill>
          <a:blip r:embed="rId3"/>
          <a:srcRect l="864" t="3797" r="68580" b="24051"/>
          <a:stretch>
            <a:fillRect/>
          </a:stretch>
        </p:blipFill>
        <p:spPr>
          <a:xfrm>
            <a:off x="778256" y="1920240"/>
            <a:ext cx="3268980"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37</a:t>
            </a:r>
          </a:p>
        </p:txBody>
      </p:sp>
      <p:pic>
        <p:nvPicPr>
          <p:cNvPr id="20" name="Visual length and remainder" descr="A bar labelled 9 1/8 in drawn to scale, split into 4 3/4 in and a dashed remainder marked with a question mark."/>
          <p:cNvPicPr>
            <a:picLocks noChangeAspect="1"/>
          </p:cNvPicPr>
          <p:nvPr/>
        </p:nvPicPr>
        <p:blipFill>
          <a:blip r:embed="rId9"/>
          <a:stretch>
            <a:fillRect/>
          </a:stretch>
        </p:blipFill>
        <p:spPr>
          <a:xfrm>
            <a:off x="1069848" y="3416808"/>
            <a:ext cx="10058400" cy="13716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4C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pic>
        <p:nvPicPr>
          <p:cNvPr id="5" name="Picture 4" descr="4C-Q2.png"/>
          <p:cNvPicPr>
            <a:picLocks noChangeAspect="1"/>
          </p:cNvPicPr>
          <p:nvPr/>
        </p:nvPicPr>
        <p:blipFill>
          <a:blip r:embed="rId3"/>
          <a:srcRect l="926" t="2727" r="30864" b="6212"/>
          <a:stretch>
            <a:fillRect/>
          </a:stretch>
        </p:blipFill>
        <p:spPr>
          <a:xfrm>
            <a:off x="2795455" y="1865376"/>
            <a:ext cx="6607185"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4A question 15(b) and 4C question 3 independently.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Q15 (p.36); 4C Q1–3 (p.39)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Q15b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pic>
        <p:nvPicPr>
          <p:cNvPr id="5" name="Picture 4" descr="4A-Q15b.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4C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pic>
        <p:nvPicPr>
          <p:cNvPr id="5" name="Picture 4" descr="4C-Q3.png"/>
          <p:cNvPicPr>
            <a:picLocks noChangeAspect="1"/>
          </p:cNvPicPr>
          <p:nvPr/>
        </p:nvPicPr>
        <p:blipFill>
          <a:blip r:embed="rId3"/>
          <a:srcRect l="802" t="1017" r="2593" b="8475"/>
          <a:stretch>
            <a:fillRect/>
          </a:stretch>
        </p:blipFill>
        <p:spPr>
          <a:xfrm>
            <a:off x="833157" y="1865376"/>
            <a:ext cx="10531783"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W03-L02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Q15 (p.36); 4C Q1–3 (p.39)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08  •  2026-11-09  •  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42</Slides>
  <Notes>42</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08 | 2026-11-09</dc:title>
  <dc:creator>ACCESS Trades</dc:creator>
  <dc:subject>Adding fractional lengths; Subtracting and regrouping fractions</dc:subject>
</cp:coreProperties>
</file>