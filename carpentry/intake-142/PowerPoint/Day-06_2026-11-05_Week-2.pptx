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03" r:id="rId36"/>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06" r:id="rId39"/>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6" Type="http://schemas.openxmlformats.org/officeDocument/2006/relationships/slide" Target="slides/slide7.xml"/><Relationship Id="rId39"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across this phase.</a:t>
            </a:r>
          </a:p>
          <a:p/>
          <a:p>
            <a:r>
              <a:t>Let's prove the comparison. Three quarters becomes twelve sixteenths because we multiply both three and four by four. Now compare twelve sixteenths with eleven sixteenths. Twelve equal pieces reach farther than eleven, so three quarters is longer. The difference is twelve minus eleven, all over sixteen: one sixteenth of an inch. Put both marks on the same rule and count the single interval between them. Why do we keep sixteen in the subtraction? Because we are counting sixteenth-inch pieces, not creating a new size of piece.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across this phase.</a:t>
            </a:r>
          </a:p>
          <a:p/>
          <a:p>
            <a:r>
              <a:t>Watch the round trip on the slide. Two and three eighths becomes (2 × 8 + 3)/8. Two times eight is sixteen; sixteen plus three is nineteen, so the improper form is nineteen eighths. Now divide nineteen by eight: two whole groups use sixteen, leaving three. That brings us back to two and three eighths. What changed during this process? Only the form, not the amount. A good conversion can travel in either direction and return to its starting value. Use that reverse check when the calculator display looks unfamiliar.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connect the marks on a rule with the numbers we write. Before the break, we will compare fractional lengths and explain exactly how much longer one is. After the break, we will move between mixed numbers, improper fractions, and calculator displays. Which is longer: three quarters or eleven sixteenths? Keep your first answer in mind; today you will be able to prove it with equal-sized parts.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block runs from 9:00 to 10:15. We will build the comparison method, work together, practise, and finish with an independent check. Take the full break from 10:15 to 10:30. The second block runs from 10:30 to noon, with a longer practice period from 11:10 to 11:45. Each phase has one shared time allowance. The aim is an explained result: what does the fraction represent, and how can we verify it?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across this phase.</a:t>
            </a:r>
          </a:p>
          <a:p/>
          <a:p>
            <a:r>
              <a:t>Open the textbook to Chapter 4, pages 91–94, and the exercise book to 4A, page 36. A drawing may label one part in quarters and another in sixteenths. We need to compare those dimensions without guessing from the picture. Where might that matter in carpentry? A good answer is checking whether two cut pieces match, or deciding how much must be trimmed. Today our evidence will be equivalent fractions and the marks on a rule.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across this phase.</a:t>
            </a:r>
          </a:p>
          <a:p/>
          <a:p>
            <a:r>
              <a:t>Point to one half on your rule. Now find eight sixteenths. Did your finger move? It should not: both names identify the same length. Sixteen equal intervals make one whole inch, and eight of them make half an inch. Ask your partner why the denominator changed without the length changing. Listen for this explanation: the parts became smaller, so we needed more parts to reach the same point.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An equivalent fraction gives the same amount a different name. Starting with one half, multiply both numbers by eight: one times eight is eight, and two times eight is sixteen. We get eight sixteenths. We have subdivided every half into eight equal pieces; we have not stretched the length. What would happen if we changed only the numerator? The amount would change. To simplify, reverse that process by dividing the numerator and denominator by the same common factor. Lowest terms means there is no common whole-number factor greater than one left.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The numerator tells us how many pieces we have; the denominator tells us the size of those pieces. Comparing eleven sixteenths with three quarters by comparing eleven and three ignores the sizes. Rename the quarters as sixteenths, then compare. Once the denominators match, the larger numerator is the larger fraction. How do we find the gap? Subtract the numerators and keep the common denominator, because the pieces stay the same size. In a drawing or Shape Canvas, read the dimension labels. Zoom can change the picture's appearance but cannot change a stated dimension.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Look across Figure 4.7 on page 92. The halfway position lines up even though each strip is divided differently. Read those names aloud: one half, two quarters, four eighths, eight sixteenths. What stays constant? The endpoint and the total length. What changes? The number and size of the equal pieces. Trace one quarter and then its two eighths; that small comparison explains the whole pattern. This picture is our check against a mechanical rule: multiplying top and bottom together preserves the amount because every original piece is subdivided equally.</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On page 94, follow Example 4.5 from its fractions to the rule. The useful move is choosing a shared unit before deciding which value is larger. Identify the denominator used in the comparison, then explain why both original fractions can be written with it. If we have quarters and sixteenths, sixteenths work because each quarter contains four of them. Where should the larger fraction appear on the rule? Farther from zero. If the arithmetic says one value is larger but our mark lies to the left, we need to check the conversion or the mark.</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across this phase.</a:t>
            </a:r>
          </a:p>
          <a:p/>
          <a:p>
            <a:r>
              <a:t>Someone argues that eleven sixteenths must be longer than three quarters because eleven is greater than three. What information did that argument leave out? It ignored the size of each piece. Eleven small pieces do not automatically outweigh three larger pieces. Rename three quarters as twelve sixteenths. Now the comparison is fair: twelve is greater than eleven, so three quarters is longer by one sixteenth. Explain the correction using the words equal-sized parts. That explanation is more useful than memorizing which of these two fractions happens to be larger.</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Work through 4A questions 6–8 together. One partner explains each conversion while the other checks it with fraction strips or a rule, then switch roles. For lowest terms, name the factor you divided by. For a comparison, state the common denominator before choosing the longer length. Ask your partner, 'What did you do to the numerator, and what did you do to the denominator?' Both must change by the same factor for the value to stay equal.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Question 6 asks for fourteen thirty-seconds and thirty-six sixty-fourths in lowest terms. First find a factor that divides both numbers in each fraction. Try the reductions on paper before we compare. How will you know you have finished? The two remaining numbers share no factor greater than one.</a:t>
            </a:r>
          </a:p>
          <a:p/>
          <a:p>
            <a:r>
              <a:t>Instructor only, after the attempt: 14/32 = (14 ÷ 2)/(32 ÷ 2) = 7/16. For 36/64, divide both by four to obtain 9/16. Neither seven nor nine shares a factor with sixteen.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across this phase.</a:t>
            </a:r>
          </a:p>
          <a:p/>
          <a:p>
            <a:r>
              <a:t>Our answers are seven sixteenths and nine sixteenths. Notice that both original fractions reduced to sixteenths, but by different factors: two for fourteen thirty-seconds, four for thirty-six sixty-fourths. If you divided thirty-six and sixty-four by two first, eighteen thirty-seconds is correct but not yet in lowest terms; divide by two again. Which final fraction is larger? Nine sixteenths, because both use equal-sized pieces. We can compare their numerators directly now that their denominators match.</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Complete 4A questions 9–11. In question 9, preserve the three original labels while you rename them with a common denominator. Put the original fractions in the requested order, so the final answer still matches the question. For questions 10 and 11, keep track of whole units as well as fractional pieces. Explain your ordering to a partner using equal-sized units. A convincing explanation says how many of the same-sized pieces each dimension contains, rather than simply saying one looks bigger.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Open Numeracy Hub and use the navigation shown here to reach the measuring support you need. The values on this screen are an illustration; your written task still uses the fractions in 4A questions 9–11. Before using a display, predict the order on paper. What should a useful check tell us? It should confirm the same relative positions or equivalent values. If the display and your paper disagree, compare the units and the entered fraction before changing your mathematical reasoning.</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In Shape Canvas, select inches before creating your labelled dimensions. Use the values in the assigned questions, and keep their written labels visible. Read the labels to compare the dimensions; a zoomed picture is not a ruler. If you need support, return to a fraction strip and show that equivalent labels reach the same endpoint. Ask your partner which common denominator makes the comparison straightforward. They should explain how each original fraction becomes a count of that same unit, then put the dimensions in order.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Put thirteen thirty-seconds, three eighths, and seven sixteenths in order from smallest. Choose thirty-seconds so every value counts the same-sized piece. Write the conversions before ordering the original labels. Which numerator should come first once all three denominators match?</a:t>
            </a:r>
          </a:p>
          <a:p/>
          <a:p>
            <a:r>
              <a:t>Instructor only, after the attempt: 3/8 = 12/32; 13/32 stays unchanged; 7/16 = 14/32. Therefore the order is 3/8, 13/32, 7/16. Each adjacent value differs by one thirty-second.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across this phase.</a:t>
            </a:r>
          </a:p>
          <a:p/>
          <a:p>
            <a:r>
              <a:t>Question 10 moves us toward the next block: change thirty-seven eighths and fifty-three sixteenths to mixed numbers. Count how many complete groups fit into each numerator; the leftover pieces remain over the original denominator. Try both before checking.</a:t>
            </a:r>
          </a:p>
          <a:p/>
          <a:p>
            <a:r>
              <a:t>Instructor only, after the attempt: 37 = 4 × 8 + 5, so 37/8 = 4 5/8. Also 53 = 3 × 16 + 5, so 53/16 = 3 5/16. Both have five leftover pieces, but those pieces are different sizes.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across this phase.</a:t>
            </a:r>
          </a:p>
          <a:p/>
          <a:p>
            <a:r>
              <a:t>Now complete 4A questions 6 and 8 independently. For question 6, show the common factor used in each reduction. For question 8, show a common denominator before deciding which length is longer and finding the difference. Your written steps need to make the reasoning visible even without a rule beside them. Ask yourself: did I preserve the fraction's value when I renamed it, and did I label the final difference in inches? Keep solutions closed until the attempt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across this phase.</a:t>
            </a:r>
          </a:p>
          <a:p/>
          <a:p>
            <a:r>
              <a:t>Reduce fourteen thirty-seconds and thirty-six sixty-fourths without help. Show the division that produces each new numerator and denominator. A fraction that is equivalent but can still be reduced is not yet a finished lowest-terms answer.</a:t>
            </a:r>
          </a:p>
          <a:p/>
          <a:p>
            <a:r>
              <a:t>Instructor only, after the attempt: 14/32 = 7/16 by dividing numerator and denominator by two. 36/64 = 9/16 by dividing both by four. If a learner writes 18/32, acknowledge the valid first step and ask whether both numbers still share a factor of two.</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across this phase.</a:t>
            </a:r>
          </a:p>
          <a:p/>
          <a:p>
            <a:r>
              <a:t>Which is longer, nine sixteenths of an inch or five eighths of an inch, and by how much? Write a comparison using one common denominator, then subtract. Include both the name of the longer length and the size of the difference.</a:t>
            </a:r>
          </a:p>
          <a:p/>
          <a:p>
            <a:r>
              <a:t>Instructor only, after the attempt: 5/8 = 10/16. Ten sixteenths exceeds nine sixteenths by 1/16, so 5/8 in is longer by 1/16 in. Subtracting nine from five before matching units does not compare like-sized pieces.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across this phase.</a:t>
            </a:r>
          </a:p>
          <a:p/>
          <a:p>
            <a:r>
              <a:t>Finish this sentence: 'Before I compare two fractions, I make sure...' A strong ending is 'they count equal-sized parts.' Name one conversion that helped you today, such as three quarters becoming twelve sixteenths. Then identify whether your next practice should focus on finding equivalent fractions, reducing them, or explaining a difference. After the break, we will keep the same values but change between mixed-number and improper-fraction forms. Whole inches will become groups of fractional pieces.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10:15 to 10:30. We resume at 10:30 with mixed numbers and fraction calculator entry. Leave your rule and exercise book ready for 4A questions 10–13, and bring your calculator back ready to use.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across this phase.</a:t>
            </a:r>
          </a:p>
          <a:p/>
          <a:p>
            <a:r>
              <a:t>We now need to recognize the same length in two forms: a whole-number part plus a fraction, or one count of fractional pieces. Open the textbook to pages 94–96; page 54 supports calculator entry. Where would you expect to see a mixed number? A dimension such as two and three eighths inches is a good example. An improper fraction may appear during calculation. Both forms can describe the same measurement, so we must read and convert them accurately.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across this phase.</a:t>
            </a:r>
          </a:p>
          <a:p/>
          <a:p>
            <a:r>
              <a:t>How many eighths are in four and five eighths? Each whole contains eight eighths, so four wholes contain thirty-two eighths. Add the extra five: thirty-seven eighths altogether. Why does the denominator stay eight? We are still counting pieces of size one eighth. Point to the whole part, the numerator, and the denominator in the mixed number. Their jobs differ: four counts complete units, five counts leftover pieces, and eight tells us the size of each piece.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A mixed number combines whole units and a fractional remainder. To turn it into one fraction, first express the wholes in the same fractional unit. For two and three eighths, the two wholes contribute two times eight, or sixteen eighths. Add the three more eighths to get nineteen eighths. That is why the rule is whole times denominator plus numerator, all over the original denominator. What would adding two and three directly mean? It would incorrectly count two whole units as only two eighths. Keep the meaning of each quantity visible as you calculate.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Now reverse the conversion. An improper fraction tells us how many fractional pieces we have altogether. Divide the numerator by the denominator to find complete wholes. Nineteen eighths contains two full groups of eight and three pieces left over, so it is two and three eighths. Where does the remainder go? It becomes the numerator of the remaining fraction, over the same denominator. Read a calculator display aloud as a whole number and a fraction; do not assume every separator is a decimal point. Compare both parts with your written conversion before accepting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Page 96 shows mixed and improper fraction displays and the conversion sequence for each calculator model. Find the model that matches yours before pressing keys. Enter the whole-number part and both fraction parts in the order shown, then read the displayed value aloud. Ask yourself: does this display show the whole part I intended and the correct numerator and denominator? The d/c conversion changes how the value is presented; it does not alter the value. If your display differs, check entry and model instructions rather than copying a key sequence for a different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In Example 4.7 on page 95, follow the line that multiplies the whole number by the denominator. That multiplication counts all the fractional pieces contained in the wholes. The next addition includes the extra pieces already shown in the mixed number. Why is the whole number multiplied before the numerator is added? Because the two quantities must describe the same kind of piece before we combine them. The denominator stays unchanged throughout. Read the line as a count of pieces, then use the reverse division to confirm that the original whole-number part and remainder return.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across this phase.</a:t>
            </a:r>
          </a:p>
          <a:p/>
          <a:p>
            <a:r>
              <a:t>The suggested answer of five eighths should trouble us before any calculation: two and three eighths is greater than two, while five eighths is less than one. What caused that mismatch? The learner added two wholes to three eighths as though they were the same-sized pieces. Two wholes contain sixteen eighths, so the correct count is sixteen plus three, or nineteen eighths. This size check is powerful: an equivalent form must lie in the same interval between whole numbers. If a conversion crosses from above two to below one, it cannot be equivalent.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across this phase.</a:t>
            </a:r>
          </a:p>
          <a:p/>
          <a:p>
            <a:r>
              <a:t>Complete 4A questions 10–12 with a partner. Write the paper conversion first, then compare it with the calculator display. For an improper fraction, explain the quotient and remainder. For a mixed number, explain how many fractional pieces come from the whole part. Ask your partner to read the display aloud rather than simply showing the screen. If the paper and display disagree, inspect one component at a time: whole part, numerator, denominator. That helps locate an entry error without abandoning a correct method.</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across this phase.</a:t>
            </a:r>
          </a:p>
          <a:p/>
          <a:p>
            <a:r>
              <a:t>For 4A question 10, divide thirty-seven by eight and fifty-three by sixteen. Do not round the quotient to a decimal; we want whole groups and leftover pieces. What denominator belongs under the remainder? The original one, because the leftover pieces have not changed size.</a:t>
            </a:r>
          </a:p>
          <a:p/>
          <a:p>
            <a:r>
              <a:t>Instructor only, after the attempt: 37/8 = 4 5/8 because 4 × 8 = 32 and 37 − 32 = 5. 53/16 = 3 5/16 because 3 × 16 = 48 and 53 − 48 = 5.</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across this phase.</a:t>
            </a:r>
          </a:p>
          <a:p/>
          <a:p>
            <a:r>
              <a:t>Compare your two mixed numbers with four and five eighths, and three and five sixteenths. The remainder is five in both calculations, but that does not make the fractions equal: eighths are larger than sixteenths. Check each conversion backward. Four times eight plus five returns thirty-seven; three times sixteen plus five returns fifty-three. Which original denominator goes with each remainder? Keeping that pairing correct is the key. Now confirm that your calculator displays the same whole and fractional parts.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Complete question 13, then practise entering the unchanged values from questions 10–12. We are checking faithful entry, not racing. Read every mixed number before you key it in, and compare the result with your written form. Question 2A Q9 is a supported extension for practising the entry sequence; it is not an addition-speed test. If a display surprises you, decide first whether the calculator changed the form or whether you entered a different value. Those are different situations and need different corrections.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Open the calculator in Numeracy Hub and select the model you are learning to use. Keep page 54 beside you for that model's fraction-key sequence. We will enter a value from 4A questions 10–12 exactly as written. Before pressing the conversion key, predict whether the result should remain between the same two whole numbers. Why is that prediction useful? It catches a missing whole part or a mistaken fraction entry even when the screen's notation is unfamiliar.</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Use the calculator model that matches your learning sequence in the textbook. Complete a conversion from 4A questions 10–12 on paper, then enter it and read the display aloud. Check the whole part, numerator, and denominator separately. After that supported practice, attempt questions 10–11 without the calculator and use it only to verify. What should change when you switch from mixed to improper form? The appearance of the number. The measured amount and its position between whole numbers must stay the same.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Question 13 asks for the reciprocal of two and one half. First write the entire mixed number as one improper fraction; only then interchange numerator and denominator. Why can we not simply turn over the one-half part? The reciprocal applies to the whole value.</a:t>
            </a:r>
          </a:p>
          <a:p/>
          <a:p>
            <a:r>
              <a:t>Instructor only, after the attempt: 2 1/2 = 5/2, so its reciprocal is 2/5. Verify by multiplication: (5/2) × (2/5) = 1. A number greater than one has a positive reciprocal less than one here.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across this phase.</a:t>
            </a:r>
          </a:p>
          <a:p/>
          <a:p>
            <a:r>
              <a:t>Return to question 10 as an entry check. Your paper should show how thirty-seven eighths and fifty-three sixteenths become mixed numbers. Enter each original fraction, convert its display, and compare every part. Does the screen show the same remainder over the same denominator?</a:t>
            </a:r>
          </a:p>
          <a:p/>
          <a:p>
            <a:r>
              <a:t>Instructor only, after the attempt: The forms are 4 5/8 and 3 5/16. If a learner obtains a decimal, ask whether it represents the same value, then use the model's documented sequence to display the requested mixed-number form.</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across this phase.</a:t>
            </a:r>
          </a:p>
          <a:p/>
          <a:p>
            <a:r>
              <a:t>Complete 4A questions 10–11 without the calculator first. Question 10 starts with improper fractions, so show whole groups and remainders. Question 11 starts with mixed numbers, so show whole times denominator plus numerator. After your written attempt is finished, use the calculator to check. Ask yourself whether each converted value remains between the same whole numbers. The check should confirm reasoning you can explain, not replace the conversion steps we are assessing.</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across this phase.</a:t>
            </a:r>
          </a:p>
          <a:p/>
          <a:p>
            <a:r>
              <a:t>Write the mixed-number forms of thirty-seven eighths and fifty-three sixteenths. Show the multiplication or division that establishes the whole part, then the subtraction that establishes the remainder. Keep this independent until your written attempt is complete.</a:t>
            </a:r>
          </a:p>
          <a:p/>
          <a:p>
            <a:r>
              <a:t>Instructor only, after the attempt: 37/8 = 4 5/8; 53/16 = 3 5/16. The remainders are both five, but the denominators remain eight and sixteen respectively. A remainder must be smaller than its denominator, otherwise another whole group can still be formed.</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across this phase.</a:t>
            </a:r>
          </a:p>
          <a:p/>
          <a:p>
            <a:r>
              <a:t>Convert four and seven sixteenths, then six and three quarters, to improper fractions. Write one line showing how the wholes become fractional pieces. What stays unchanged in each answer? The denominator.</a:t>
            </a:r>
          </a:p>
          <a:p/>
          <a:p>
            <a:r>
              <a:t>Instructor only, after the attempt: (4 × 16 + 7)/16 = 71/16. Also (6 × 4 + 3)/4 = 27/4. Check backward: 71 ÷ 16 gives four remainder seven; 27 ÷ 4 gives six remainder three. Adding the whole number directly to the numerator misses the groups contained in the wholes.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across this phase.</a:t>
            </a:r>
          </a:p>
          <a:p/>
          <a:p>
            <a:r>
              <a:t>Tell a partner why two and three eighths and nineteen eighths are the same value. A complete explanation counts sixteen eighths in the two wholes and adds three more. Then explain how the calculator helped you check that value without changing it. Record whether you need more practice with the paper conversion or the key sequence. Our next scheduled work takes fractional dimensions onto a drawing and a rule, where the written form must connect to an actual location on the material.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3.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hyperlink" Target="../../../books/ACCESS-Trades-Numeracy-Textbook.pdf#page=91"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3.png"/><Relationship Id="rId4" Type="http://schemas.openxmlformats.org/officeDocument/2006/relationships/hyperlink" Target="../../../books/ACCESS-Trades-Numeracy-Textbook.pdf#page=91"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3.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hyperlink" Target="../../../books/ACCESS-Trades-Numeracy-Textbook.pdf#page=95"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3.png"/><Relationship Id="rId4" Type="http://schemas.openxmlformats.org/officeDocument/2006/relationships/hyperlink" Target="../../../books/ACCESS-Trades-Numeracy-Textbook.pdf#page=94" TargetMode="External"/><Relationship Id="rId5" Type="http://schemas.openxmlformats.org/officeDocument/2006/relationships/hyperlink" Target="../../../books/ACCESS-Trades-Numeracy-Exercise-Book.pdf#page=3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06  |  Thursday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5,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Equivalent fractions and comparing lengths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Mixed numbers and fraction calculator entry</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Math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2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06  /  WEEK 2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Equivalent fractions and comparing lengths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7</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Mixed numbers and fraction calculator entry</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2, Lesson 8</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Equivalent fractions and comparing lengths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Use equivalent fractions to order dimensions and explain the difference between two lengths.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pp.91–94</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Q6–11 (p.36)</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Show 1/2 and 8/16 on a rule. Explain why they refer to the same point.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Keep equivalent fractions equal</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Multiply or divide numerator and denominator by the same nonzero number.</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Changing the fraction’s name does not change its length.</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a fraction strip or rule to show that equivalent values share one point.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Reduce the final answer when the question asks for lowest terms.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05</a:t>
            </a:r>
          </a:p>
        </p:txBody>
      </p:sp>
      <p:pic>
        <p:nvPicPr>
          <p:cNvPr id="32" name="Visual equal lengths" descr="Two strips of the same whole: the first in halves with 1/2 shaded, the second in sixteenths with 8/16 shaded. A dashed red line through both ends of the shading is labelled same length."/>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pieces of the same size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Find a common denominator before comparing the numerators.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With equal denominators, the larger numerator names the longer length.</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Subtract the equal-sized fractions to find how much longer.</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Order labelled dimensions by their values, not by the display’s zoom.</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W02-L07  •  TEACH  •  9:10 AM–9:25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Compare equal-sized fractional units</a:t>
            </a:r>
            <a:endParaRPr lang="en-US" sz="3000" dirty="0"/>
          </a:p>
        </p:txBody>
      </p:sp>
      <p:sp>
        <p:nvSpPr>
          <p:cNvPr id="5" name="Text 3"/>
          <p:cNvSpPr/>
          <p:nvPr/>
        </p:nvSpPr>
        <p:spPr>
          <a:xfrm>
            <a:off x="612648" y="1764792"/>
            <a:ext cx="5394960" cy="128016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3/4 = 12/16</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12/16 &gt; 11/16</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Difference = 12/16 − 11/16 = 1/16 in</a:t>
            </a:r>
            <a:endParaRPr lang="en-US" sz="2400" dirty="0"/>
          </a:p>
        </p:txBody>
      </p:sp>
      <p:sp>
        <p:nvSpPr>
          <p:cNvPr id="6" name="Text 4"/>
          <p:cNvSpPr/>
          <p:nvPr/>
        </p:nvSpPr>
        <p:spPr>
          <a:xfrm>
            <a:off x="609585" y="3476625"/>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The numerators can be compared because the pieces are now the same size. Confirm the two marks on a rule.</a:t>
            </a:r>
            <a:endParaRPr lang="en-US" sz="1800" dirty="0"/>
          </a:p>
        </p:txBody>
      </p:sp>
      <p:sp>
        <p:nvSpPr>
          <p:cNvPr id="7" name="Text 5"/>
          <p:cNvSpPr/>
          <p:nvPr/>
        </p:nvSpPr>
        <p:spPr>
          <a:xfrm>
            <a:off x="609585" y="466725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Exercise Book 4A Q6–8.</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Use fraction strips to explain the longer dimension.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compare labelled rectangles in inches, not screen lengths.</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L7 • Classroom example uses new values • Common denominator before comparison</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07</a:t>
            </a:r>
          </a:p>
        </p:txBody>
      </p:sp>
      <p:pic>
        <p:nvPicPr>
          <p:cNvPr id="21" name="Visual 3/4 against 11/16" descr="Two strips of one whole. The first is in quarters with each quarter split by dashed lines into sixteenths, 3/4 shaded, labelled 3/4 = 12/16. The second is in sixteenths with 11/16 shaded. Dashed red lines at 11/16 and 12/16 mark a gap labelled 1/16 in."/>
          <p:cNvPicPr>
            <a:picLocks noChangeAspect="1"/>
          </p:cNvPicPr>
          <p:nvPr/>
        </p:nvPicPr>
        <p:blipFill>
          <a:blip r:embed="rId8"/>
          <a:stretch>
            <a:fillRect/>
          </a:stretch>
        </p:blipFill>
        <p:spPr>
          <a:xfrm>
            <a:off x="6172200" y="1765082"/>
            <a:ext cx="5394960" cy="1627051"/>
          </a:xfrm>
          <a:prstGeom prst="rect">
            <a:avLst/>
          </a:prstGeom>
        </p:spPr>
      </p:pic>
    </p:spTree>
    <p:extLst>
      <p:ext uri="{BB962C8B-B14F-4D97-AF65-F5344CB8AC3E}">
        <p14:creationId xmlns:p14="http://schemas.microsoft.com/office/powerpoint/2010/main" val="1163384659"/>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W02-L07.png"/>
          <p:cNvPicPr>
            <a:picLocks noChangeAspect="1"/>
          </p:cNvPicPr>
          <p:nvPr/>
        </p:nvPicPr>
        <p:blipFill>
          <a:blip r:embed="rId3"/>
          <a:stretch>
            <a:fillRect/>
          </a:stretch>
        </p:blipFill>
        <p:spPr>
          <a:xfrm>
            <a:off x="694372" y="1691640"/>
            <a:ext cx="10681335"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p.92 · Figure 4.7: equivalent fractions mark the same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W02-L07-2.png"/>
          <p:cNvPicPr>
            <a:picLocks noChangeAspect="1"/>
          </p:cNvPicPr>
          <p:nvPr/>
        </p:nvPicPr>
        <p:blipFill>
          <a:blip r:embed="rId3"/>
          <a:stretch>
            <a:fillRect/>
          </a:stretch>
        </p:blipFill>
        <p:spPr>
          <a:xfrm>
            <a:off x="1227940" y="1691640"/>
            <a:ext cx="9614198"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p.94 · Example 4.5: compare common denominators and confirm on the rule.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Is 11/16 longer than 3/4 because 11 is greater than 3?</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Compare equal-sized parts: 3/4 = 12/16, which is longer than 11/16 by 1/16.</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4A questions 6–8 with fraction strips; confirm the longer length on a rule.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4A-Q6.png"/>
          <p:cNvPicPr>
            <a:picLocks noChangeAspect="1"/>
          </p:cNvPicPr>
          <p:nvPr/>
        </p:nvPicPr>
        <p:blipFill>
          <a:blip r:embed="rId3"/>
          <a:srcRect l="741" t="3797" r="54074" b="24051"/>
          <a:stretch>
            <a:fillRect/>
          </a:stretch>
        </p:blipFill>
        <p:spPr>
          <a:xfrm>
            <a:off x="765048" y="1920240"/>
            <a:ext cx="4834128" cy="752855"/>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12</a:t>
            </a:r>
          </a:p>
        </p:txBody>
      </p:sp>
      <p:pic>
        <p:nvPicPr>
          <p:cNvPr id="20" name="Visual two fraction strips" descr="Two strips of the same whole: one divided into 32 parts with 14 shaded, labelled 14/32, and one divided into 64 parts with 36 shaded, labelled 36/64."/>
          <p:cNvPicPr>
            <a:picLocks noChangeAspect="1"/>
          </p:cNvPicPr>
          <p:nvPr/>
        </p:nvPicPr>
        <p:blipFill>
          <a:blip r:embed="rId9"/>
          <a:stretch>
            <a:fillRect/>
          </a:stretch>
        </p:blipFill>
        <p:spPr>
          <a:xfrm>
            <a:off x="1086337" y="3233928"/>
            <a:ext cx="10025422" cy="1737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4A-Q6.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7/16 and  9/16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pp.91–94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questions 9–11. Place three labelled dimensions in order and explain the comparison to a partner.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hub-measur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Use fraction strips and a rule to explain the equivalence in 4A Q6–8.</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In Shape Canvas, select inches and create three labelled dimensions from Q9–11.</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Order the written values using common denominators and explain them to a partner.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4A-Q9.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questions 6 and 8, showing the common denominator.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4A-Q6.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Q8</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pic>
        <p:nvPicPr>
          <p:cNvPr id="5" name="Picture 4" descr="4A-Q8.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W02-L07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pp.91–94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Q6–11 (p.36)</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06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Mixed numbers and fraction calculator entry</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Mixed numbers and fraction calculator entry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Convert mixed and improper fractions and match the calculator display to the written value.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4 pp.94–96; Chapter 2 p.54</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4A Q10–13 (p.36); 2A Q9 (p.18)</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pp.94–96; Chapter 2 p.54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how many eighths are in 4 5/8. Check the meaning of numerator and denominator.</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Q10–13 (p.36); 2A Q9 (p.18)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Turn whole units into fractional units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pp.94–96; Chapter 2 p.54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mixed number contains a whole-number part and a fraction.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Multiply the whole number by the denominator, then add the numerator.</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denominator: the size of each fractional unit has not changed.</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the improper fraction before checking it on the calculator.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26</a:t>
            </a:r>
          </a:p>
        </p:txBody>
      </p:sp>
      <p:pic>
        <p:nvPicPr>
          <p:cNvPr id="32" name="Visual wholes as eighths" descr="Two bars each split into 8 eighths and fully shaded, labelled 8 eighths, and a third bar with 3 of 8 eighths shaded, labelled 3 eighths. Under them: 2 3/8 = (2 × 8 + 3)/8."/>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Turn an improper fraction back into a mixed number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pp.94–96; Chapter 2 p.54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Divide the numerator by the denominator.</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whole-number quotient gives the whole part.</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remainder becomes the numerator over the original denominator.</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Read the calculator display aloud and compare both parts with your written value.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27</a:t>
            </a:r>
          </a:p>
        </p:txBody>
      </p:sp>
      <p:pic>
        <p:nvPicPr>
          <p:cNvPr id="32" name="Visual eighths grouped into wholes" descr="Nineteen eighth-size pieces in one row. Brackets under them group the first 8 as 8/8 = 1 whole, the next 8 as 8/8 = 1 whole, and the last 3 as 3/8 left over. Under them: 19 eighths: 2 groups of 8 and 3 left over."/>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W02-L08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Change the form—not the value</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2 3/8 = (2 × 8 + 3)/8 = 19/8</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19 ÷ 8 = 2 remainder 3 → 2 3/8</a:t>
            </a:r>
            <a:endParaRPr lang="en-US" sz="2400" dirty="0"/>
          </a:p>
        </p:txBody>
      </p:sp>
      <p:sp>
        <p:nvSpPr>
          <p:cNvPr id="6" name="Text 4"/>
          <p:cNvSpPr/>
          <p:nvPr/>
        </p:nvSpPr>
        <p:spPr>
          <a:xfrm>
            <a:off x="609585" y="314325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The denominator stays 8 because we are still counting eighths.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Read the calculator fraction display aloud; check that whole and fractional parts match your written value.</a:t>
            </a:r>
            <a:endParaRPr lang="en-US" sz="1800" dirty="0"/>
          </a:p>
        </p:txBody>
      </p:sp>
      <p:sp>
        <p:nvSpPr>
          <p:cNvPr id="7" name="Text 5"/>
          <p:cNvSpPr/>
          <p:nvPr/>
        </p:nvSpPr>
        <p:spPr>
          <a:xfrm>
            <a:off x="609585" y="461962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Complete 4A Q10–12.</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Compare paper conversions with Numeracy Hub Calculator using your selected model and the Textbook fraction-key sequence.</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W2 L8 • First explain the fraction; then check the display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28</a:t>
            </a:r>
          </a:p>
        </p:txBody>
      </p:sp>
    </p:spTree>
    <p:extLst>
      <p:ext uri="{BB962C8B-B14F-4D97-AF65-F5344CB8AC3E}">
        <p14:creationId xmlns:p14="http://schemas.microsoft.com/office/powerpoint/2010/main" val="1524604393"/>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W02-L08.png"/>
          <p:cNvPicPr>
            <a:picLocks noChangeAspect="1"/>
          </p:cNvPicPr>
          <p:nvPr/>
        </p:nvPicPr>
        <p:blipFill>
          <a:blip r:embed="rId3"/>
          <a:stretch>
            <a:fillRect/>
          </a:stretch>
        </p:blipFill>
        <p:spPr>
          <a:xfrm>
            <a:off x="685800" y="1840792"/>
            <a:ext cx="10698480" cy="377077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p.96 · Enter a mixed number and change it to an improper fraction.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95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W02-L08-2.png"/>
          <p:cNvPicPr>
            <a:picLocks noChangeAspect="1"/>
          </p:cNvPicPr>
          <p:nvPr/>
        </p:nvPicPr>
        <p:blipFill>
          <a:blip r:embed="rId3"/>
          <a:stretch>
            <a:fillRect/>
          </a:stretch>
        </p:blipFill>
        <p:spPr>
          <a:xfrm>
            <a:off x="685800" y="2188410"/>
            <a:ext cx="10698480" cy="3075538"/>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p.95 · Example 4.7: whole × denominator + numerator.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changes 2 3/8 into 5/8 by adding 2 + 3. Why is that wrong?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Two whole units contain 16 eighths. Add 3 more eighths: (2 × 8 + 3)/8 = 19/8.</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pp.94–96; Chapter 2 p.54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questions 10–12. Compare paper conversions with calculator displays.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Q10–13 (p.36); 2A Q9 (p.18)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4A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4A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4A-Q10.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4 5/8 and 3 5/16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4 pp.94–96; Chapter 2 p.54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question 13 and practise entering the values in questions 10–12 without changing them. Use 2A question 9 as a supported extension, not an addition-speed test.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4A Q10–13 (p.36); 2A Q9 (p.18)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hub-calc.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Select the learner’s Numeracy Hub calculator model and follow Textbook p.54.</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Enter the values from 4A Q10–12 after completing each conversion on paper.</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checking: Complete Q10–11 without a calculator, then compare the display with your values.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4A-Q13.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4A questions 10–11 without the calculator, then check.</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Q10–13 (p.36); 2A Q9 (p.18)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4A-Q10.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4A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pic>
        <p:nvPicPr>
          <p:cNvPr id="5" name="Picture 4" descr="4A-Q11.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W02-L08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4 pp.94–96; Chapter 2 p.54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4A Q10–13 (p.36); 2A Q9 (p.18)</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06  •  2026-11-05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06 | 2026-11-05</dc:title>
  <dc:creator>ACCESS Trades</dc:creator>
  <dc:subject>Equivalent fractions and comparing lengths; Mixed numbers and fraction calculator entry</dc:subject>
</cp:coreProperties>
</file>