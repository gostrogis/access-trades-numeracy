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297" r:id="rId30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300" r:id="rId33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0" Type="http://schemas.openxmlformats.org/officeDocument/2006/relationships/slide" Target="slides/slide8.xml"/><Relationship Id="rId33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  <a:p/>
          <a:p>
            <a:r>
              <a:t>ACCESS EXERCISE BOOK: 4A-Q1</a:t>
            </a:r>
          </a:p>
          <a:p>
            <a:r>
              <a:t>Exact question: What fraction of the bar is shaded? Is it a proper fraction?</a:t>
            </a:r>
          </a:p>
          <a:p>
            <a:r>
              <a:t>Instructor answer: 5/12. Yes, the numerator is smaller than the denominator.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4.1–4.4 pp.56–61; sections 4.5 pp.62–63</a:t>
            </a:r>
          </a:p>
          <a:p>
            <a:r>
              <a:t>ACCESS Trades Numeracy Textbook, PDF/printed p.57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sections 4.1–4.4 pp.56–61; sections 4.5 pp.62–63</a:t>
            </a:r>
          </a:p>
          <a:p>
            <a:r>
              <a:t>ACCESS Trades Numeracy Textbook, PDF/printed p.57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p.57 · Figure 4.2: one inch divided into sixteenths.</a:t>
            </a:r>
          </a:p>
          <a:p>
            <a:r>
              <a:t>Exact PDF/printed page: 57. ACCESS Textbook excerpt.</a:t>
            </a:r>
          </a:p>
          <a:p>
            <a:r>
              <a:t>Figure 4.2 labels one inch divided into sixteenths and gives equivalent tape fractions.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p.56 · Figure 4.1: larger denominators mean smaller equal parts.</a:t>
            </a:r>
          </a:p>
          <a:p>
            <a:r>
              <a:t>Exact PDF/printed page: 56. ACCESS Textbook excerpt.</a:t>
            </a:r>
          </a:p>
          <a:p>
            <a:r>
              <a:t>Figure 4.2 labels one inch divided into sixteenths and gives equivalent tape fractions.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Numeracy Hub: Measuring Tools: rule/tape explanations; Fabrication tape-reading practice. Shape Canvas: choose in units and show rectangle dimensions.</a:t>
            </a:r>
          </a:p>
          <a:p>
            <a:r>
              <a:t>Supported: Compare a real inch rule with Numeracy Hub Measuring Tools; identify zero and graduation.</a:t>
            </a:r>
          </a:p>
          <a:p>
            <a:r>
              <a:t>Supported: Read 4A Q3 and explain Q6–7; in Shape Canvas use inch dimension labels.</a:t>
            </a:r>
          </a:p>
          <a:p>
            <a:r>
              <a:t>Independent practice: Complete the assigned marks and fractions, then compare with tape-reading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4A-Q2</a:t>
            </a:r>
          </a:p>
          <a:p>
            <a:r>
              <a:t>Exact question: What fraction of the circles is shaded? Write it as an improper fraction and as a mixed number.</a:t>
            </a:r>
          </a:p>
          <a:p>
            <a:r>
              <a:t>Instructor answer: 19/8 = 2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4A-Q4</a:t>
            </a:r>
          </a:p>
          <a:p>
            <a:r>
              <a:t>Exact question: This half inch of a rule is marked in 32nds. Read marks E and F.</a:t>
            </a:r>
          </a:p>
          <a:p>
            <a:r>
              <a:t>Instructor answer: E:  7/32 in, F:  15/32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4A-Q6</a:t>
            </a:r>
          </a:p>
          <a:p>
            <a:r>
              <a:t>Exact question: Write  14/32 and  36/64 in lowest terms.</a:t>
            </a:r>
          </a:p>
          <a:p>
            <a:r>
              <a:t>Instructor answer: 7/16 and  9/16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4A-Q8</a:t>
            </a:r>
          </a:p>
          <a:p>
            <a:r>
              <a:t>Exact question: Which is longer,  9/16 in or  5/8 in? By how much?</a:t>
            </a:r>
          </a:p>
          <a:p>
            <a:r>
              <a:t>Instructor answer: 5/8 in, by  1/16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W02-L05 | 2026-11-04 | 9:00 AM–10:15 AM | 75 minutes</a:t>
            </a:r>
          </a:p>
          <a:p>
            <a:r>
              <a:t>Fractions and inch-tape markings</a:t>
            </a:r>
          </a:p>
          <a:p>
            <a:r>
              <a:t>Mode: Math</a:t>
            </a:r>
          </a:p>
          <a:p>
            <a:r>
              <a:t>Goal: Read inch graduations, reduce fractions and compare fractional lengths using a common denominator.</a:t>
            </a:r>
          </a:p>
          <a:p>
            <a:r>
              <a:t>Read: Textbook sections 4.1–4.4 pp.56–61; sections 4.5 pp.62–63</a:t>
            </a:r>
          </a:p>
          <a:p>
            <a:r>
              <a:t>Practise: Exercise Book 4A Q1–4 (p.25), Q6–11 (p.26)</a:t>
            </a:r>
          </a:p>
          <a:p>
            <a:r>
              <a:t>Tool: Numeracy Hub: Measuring Tools: rule/tape explanations; Fabrication tape-reading practice. Shape Canvas: choose in units and show rectangle dimensions.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learners to locate 1/2, 1/4 and 1/8 on an inch rule; use Exercise Book 4A Q1 to check fraction vocabulary.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reading from zero, counting graduations, reducing fractions and converting mixed/improper forms. Keep calculator use after the visual explanation.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Complete Exercise Book 4A Q3 and Q6–7 with a projected tape/rule. Pair learners to explain equivalent marks.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Exercise Book 4A Q2,4,8–11. Read real rule/tape marks and compare them with the Numeracy Hub. Use extra time for guided rereading; finer 32nds/64ths are extension.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4A Q6 and Q8; explain which fraction is longer and how much longer.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4A Q6 = 7/16 and 9/16. Q8: 5/8 in is longer than 9/16 in by 1/16 in. Answer Key p.13. Answer Key pp.11–13</a:t>
            </a:r>
          </a:p>
          <a:p/>
          <a:p>
            <a:r>
              <a:t>Next: practise reading and comparing marks on an inch rule.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Next: practise reading and comparing marks on an inch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pp.56–59</a:t>
            </a:r>
          </a:p>
          <a:p>
            <a:r>
              <a:t>ACCESS Trades Numeracy Textbook, PDF/printed p.58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pp.56–59</a:t>
            </a:r>
          </a:p>
          <a:p>
            <a:r>
              <a:t>ACCESS Trades Numeracy Textbook, PDF/printed p.58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p.57 · Figure 4.3: read whole inches, then fractional spaces.</a:t>
            </a:r>
          </a:p>
          <a:p>
            <a:r>
              <a:t>Exact PDF/printed page: 57. ACCESS Textbook excerpt.</a:t>
            </a:r>
          </a:p>
          <a:p>
            <a:r>
              <a:t>Example 4.2 models reading whole inches then fractional spaces; the callout explains counting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p.58 · Example 4.2: name and simplify the complete reading.</a:t>
            </a:r>
          </a:p>
          <a:p>
            <a:r>
              <a:t>Exact PDF/printed page: 58. ACCESS Textbook excerpt.</a:t>
            </a:r>
          </a:p>
          <a:p>
            <a:r>
              <a:t>Example 4.2 models reading whole inches then fractional spaces; the callout explains counting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Numeracy Hub: Measuring Tools and Fabrication tape-reading practice. Use an actual inch rule or tape alongside the display.</a:t>
            </a:r>
          </a:p>
          <a:p>
            <a:r>
              <a:t>Supported: Use an actual inch rule alongside Numeracy Hub Measuring Tools; locate matching graduations.</a:t>
            </a:r>
          </a:p>
          <a:p>
            <a:r>
              <a:t>Supported: Read marks A–D in 4A Q3 aloud with a partner before independent practice.</a:t>
            </a:r>
          </a:p>
          <a:p>
            <a:r>
              <a:t>Independent practice: Create four marks for a partner, verify with the rule and record corrections.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4A-Q1</a:t>
            </a:r>
          </a:p>
          <a:p>
            <a:r>
              <a:t>Exact question: What fraction of the bar is shaded? Is it a proper fraction?</a:t>
            </a:r>
          </a:p>
          <a:p>
            <a:r>
              <a:t>Instructor answer: 5/12. Yes, the numerator is smaller than the denominator.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4A-Q2</a:t>
            </a:r>
          </a:p>
          <a:p>
            <a:r>
              <a:t>Exact question: What fraction of the circles is shaded? Write it as an improper fraction and as a mixed number.</a:t>
            </a:r>
          </a:p>
          <a:p>
            <a:r>
              <a:t>Instructor answer: 19/8 = 2 3/8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W02-L06 | 2026-11-04 | 10:30 AM–12:00 PM | 90 minutes</a:t>
            </a:r>
          </a:p>
          <a:p>
            <a:r>
              <a:t>Tape and rule reading practice</a:t>
            </a:r>
          </a:p>
          <a:p>
            <a:r>
              <a:t>Mode: Math</a:t>
            </a:r>
          </a:p>
          <a:p>
            <a:r>
              <a:t>Goal: Read inch markings consistently and record each reading in lowest terms.</a:t>
            </a:r>
          </a:p>
          <a:p>
            <a:r>
              <a:t>Read: Textbook Chapter 4 pp.56–59</a:t>
            </a:r>
          </a:p>
          <a:p>
            <a:r>
              <a:t>Practise: Exercise Book 4A Q1–4 (p.25); Q6–9 (p.26)</a:t>
            </a:r>
          </a:p>
          <a:p>
            <a:r>
              <a:t>Tool: Numeracy Hub: Measuring Tools and Fabrication tape-reading practice. Use an actual inch rule or tape alongside the display.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Locate zero, one inch, one half and one quarter; ask what the smallest shown graduation represents.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Model counting spaces rather than lines, then reducing the reading. Explain why the graduation determines the precision.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Read 4A question 3 together. Partners point to each mark and say the whole number and fraction aloud.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1–4 and 6–9. Partners create four marks for one another to read; verify with the rule and record corrections.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Read marks A–D in 4A question 3 without prompts.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A = 9/16 in; B = 1 5/8 in; C = 2 1/4 in; D = 2 13/16 in. Answer Key page 13.</a:t>
            </a:r>
          </a:p>
          <a:p/>
          <a:p>
            <a:r>
              <a:t>Next: compare and order fractional sizes.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Next: compare and order fractional sizes.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8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05  |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Fractions and inch-tape markings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Tape and rule reading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Math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2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05  •  2026-11-04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05  /  WEEK 2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Fractions and inch-tape markings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Tape and rule reading practice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Fractions and inch-tape markings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Read inch graduations, reduce fractions and compare fractional lengths using a common denominator.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Q1–4 (p.25), Q6–11 (p.26)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Try to locate 1/2, 1/4 and 1/8 on an inch rule; use Exercise Book 4A Q1 to check fraction vocabulary.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(p.25),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4A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19934"/>
            <a:ext cx="10698480" cy="2119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 an inch as equal 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Start at zero and find the smallest marked graduation.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denominator tells how many equal spaces make one inch.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Count spaces to the mark; the zero line is not the first space.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Read whole inches first, then the fractional part.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Rename the fraction without moving the 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numerator counts selected spaces; the denominator names their size.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Divide top and bottom by the same factor to reduce a fraction.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Equivalent fractions label the same position on the rule.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a common denominator before comparing two fractional lengths.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W02-L05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spaces, then simplify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619250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Schematic inch rule—not a physical measuring scale.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523962" y="2590800"/>
            <a:ext cx="9143771" cy="1905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Shape 5"/>
          <p:cNvSpPr/>
          <p:nvPr/>
        </p:nvSpPr>
        <p:spPr>
          <a:xfrm>
            <a:off x="1523962" y="2286000"/>
            <a:ext cx="1905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Shape 6"/>
          <p:cNvSpPr/>
          <p:nvPr/>
        </p:nvSpPr>
        <p:spPr>
          <a:xfrm>
            <a:off x="2095448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Shape 7"/>
          <p:cNvSpPr/>
          <p:nvPr/>
        </p:nvSpPr>
        <p:spPr>
          <a:xfrm>
            <a:off x="2666933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0" name="Shape 8"/>
          <p:cNvSpPr/>
          <p:nvPr/>
        </p:nvSpPr>
        <p:spPr>
          <a:xfrm>
            <a:off x="3238419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Shape 9"/>
          <p:cNvSpPr/>
          <p:nvPr/>
        </p:nvSpPr>
        <p:spPr>
          <a:xfrm>
            <a:off x="3809905" y="2286000"/>
            <a:ext cx="1905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2" name="Shape 10"/>
          <p:cNvSpPr/>
          <p:nvPr/>
        </p:nvSpPr>
        <p:spPr>
          <a:xfrm>
            <a:off x="4381390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Shape 11"/>
          <p:cNvSpPr/>
          <p:nvPr/>
        </p:nvSpPr>
        <p:spPr>
          <a:xfrm>
            <a:off x="4952876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Shape 12"/>
          <p:cNvSpPr/>
          <p:nvPr/>
        </p:nvSpPr>
        <p:spPr>
          <a:xfrm>
            <a:off x="5524362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Shape 13"/>
          <p:cNvSpPr/>
          <p:nvPr/>
        </p:nvSpPr>
        <p:spPr>
          <a:xfrm>
            <a:off x="6095848" y="2286000"/>
            <a:ext cx="1905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Shape 14"/>
          <p:cNvSpPr/>
          <p:nvPr/>
        </p:nvSpPr>
        <p:spPr>
          <a:xfrm>
            <a:off x="6667333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Shape 15"/>
          <p:cNvSpPr/>
          <p:nvPr/>
        </p:nvSpPr>
        <p:spPr>
          <a:xfrm>
            <a:off x="7238819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8" name="Shape 16"/>
          <p:cNvSpPr/>
          <p:nvPr/>
        </p:nvSpPr>
        <p:spPr>
          <a:xfrm>
            <a:off x="7810305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Shape 17"/>
          <p:cNvSpPr/>
          <p:nvPr/>
        </p:nvSpPr>
        <p:spPr>
          <a:xfrm>
            <a:off x="8381790" y="2286000"/>
            <a:ext cx="1905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0" name="Shape 18"/>
          <p:cNvSpPr/>
          <p:nvPr/>
        </p:nvSpPr>
        <p:spPr>
          <a:xfrm>
            <a:off x="8953276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Shape 19"/>
          <p:cNvSpPr/>
          <p:nvPr/>
        </p:nvSpPr>
        <p:spPr>
          <a:xfrm>
            <a:off x="9524762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Shape 20"/>
          <p:cNvSpPr/>
          <p:nvPr/>
        </p:nvSpPr>
        <p:spPr>
          <a:xfrm>
            <a:off x="10096248" y="2286000"/>
            <a:ext cx="19050" cy="3048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3" name="Shape 21"/>
          <p:cNvSpPr/>
          <p:nvPr/>
        </p:nvSpPr>
        <p:spPr>
          <a:xfrm>
            <a:off x="10667733" y="2286000"/>
            <a:ext cx="1905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4" name="Text 22"/>
          <p:cNvSpPr/>
          <p:nvPr/>
        </p:nvSpPr>
        <p:spPr>
          <a:xfrm>
            <a:off x="1428714" y="2857500"/>
            <a:ext cx="95247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476538" y="2857500"/>
            <a:ext cx="13334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4/16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1/4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62481" y="2857500"/>
            <a:ext cx="13334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8/16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1/2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000800" y="2857500"/>
            <a:ext cx="1333467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12/16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3/4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381990" y="2857500"/>
            <a:ext cx="123821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09585" y="4048125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spaces = 6/16 in = 3/8 in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09585" y="49053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Together: 4A Q3 and Q6–7. Point to each mark and explain equivalent names. Use Numeracy Hub Measuring Tools and an actual rule.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L5 • Read labels, not screen size • Shape Canvas in inch units</a:t>
            </a:r>
            <a:endParaRPr lang="en-US" sz="1050" dirty="0"/>
          </a:p>
        </p:txBody>
      </p:sp>
      <p:pic>
        <p:nvPicPr>
          <p:cNvPr id="32" name="Picture 3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08</a:t>
            </a:r>
          </a:p>
        </p:txBody>
      </p:sp>
    </p:spTree>
    <p:extLst>
      <p:ext uri="{BB962C8B-B14F-4D97-AF65-F5344CB8AC3E}">
        <p14:creationId xmlns:p14="http://schemas.microsoft.com/office/powerpoint/2010/main" val="2928578311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W02-L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32807"/>
            <a:ext cx="10698480" cy="23867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p.57 · Figure 4.2: one inch divided into sixteenths.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W02-L05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42793"/>
            <a:ext cx="10698480" cy="25667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p.56 · Figure 4.1: larger denominators mean smaller equal parts.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mark six sixteenth-inch spaces from zero is recorded as 6/6 in. Which part was misread?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denominator describes the rule’s 16 spaces per inch. The reading is 6/16 in = 3/8 in.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4A Q3 and Q6–7 with a projected tape/rule. Work with a partner to explain equivalent marks.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(p.25),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2472"/>
            <a:ext cx="10698480" cy="2654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001" y="1783080"/>
            <a:ext cx="6080077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A:  9/16 in, B: 1 5/8 in, C: 2 1/4 in, D: 2 13/16 in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4A Q2,4,8–11. Read real rule/tape marks and compare them with the Numeracy Hub. Complete assigned Q4 (32nds). Use extra time for guided rereading; additional fine-graduation work is extension.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(p.25),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hub-mea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Compare a real inch rule with Numeracy Hub Measuring Tools; identify zero and graduation.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Read 4A Q3 and explain Q6–7; in Shape Canvas use inch dimension labels.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Complete the assigned marks and fractions, then compare with tape-reading practice.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551" y="1773936"/>
            <a:ext cx="8566977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11908"/>
            <a:ext cx="10698480" cy="2535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4A Q6 and Q8; explain which fraction is longer and how much longer.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(p.25),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pic>
        <p:nvPicPr>
          <p:cNvPr id="5" name="Picture 4" descr="4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W02-L05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sections 4.1–4.4 pp.56–61; sections 4.5 pp.62–63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(p.25), Q6–11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05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Tape and rule reading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05  •  2026-11-04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Tape and rule reading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Read inch markings consistently and record each reading in lowest terms.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Q1–4 (p.25); Q6–9 (p.26)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Locate zero, one inch, one half and one quarter; ask what the smallest shown graduation represents.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(p.25); Q6–9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Say the complete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Locate the whole-inch mark immediately before the point.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Count fractional spaces from that whole-inch mark.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Combine the whole inches and fraction, then reduce the fraction.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Say the whole reading aloud so a partner can check what was recorded.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Let the tool set the precision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rule’s smallest graduation sets the precision you can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Do not invent finer precision than the marked divisions support.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inch unit with every written reading.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When readings disagree, return to zero and count spaces again.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W02-L06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whole reading aloud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example: a mark is ten sixteenth-inch spaces past 2 in.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571750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+ 10/16 = 2 + 5/8 = 2 5/8 in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476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point lies between 2 1/2 in and 2 3/4 in.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“5/8” alone loses the two whole inches.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66725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Read Exercise Book 4A Q3.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partner points; the other says the whole number and fraction.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with an actual rule and Numeracy Hub Measuring Tools.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L6 • Lowest terms change the name, not the position of the mark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29</a:t>
            </a:r>
          </a:p>
        </p:txBody>
      </p:sp>
    </p:spTree>
    <p:extLst>
      <p:ext uri="{BB962C8B-B14F-4D97-AF65-F5344CB8AC3E}">
        <p14:creationId xmlns:p14="http://schemas.microsoft.com/office/powerpoint/2010/main" val="2668348963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W02-L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37460"/>
            <a:ext cx="10698480" cy="2377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p.57 · Figure 4.3: read whole inches, then fractional spaces.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W02-L0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216" y="1691640"/>
            <a:ext cx="9919647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p.58 · Example 4.2: name and simplify the complete reading.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point ten sixteenth-inch spaces beyond 2 in is written as 5/8 in. What is missing?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whole inches were dropped. The complete reading is 2 10/16 in = 2 5/8 in.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Read 4A question 3 together. Partners point to each mark and say the whole number and fraction aloud.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(p.25); Q6–9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2472"/>
            <a:ext cx="10698480" cy="2654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001" y="1783080"/>
            <a:ext cx="6080077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A:  9/16 in, B: 1 5/8 in, C: 2 1/4 in, D: 2 13/16 in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questions 1–4 and 6–9. Partners create four marks for one another to read; verify with the rule and record corrections.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(p.25); Q6–9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hub-mea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Use an actual inch rule alongside Numeracy Hub Measuring Tools; locate matching graduations.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Read marks A–D in 4A Q3 aloud with a partner before independent practice.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Create four marks for a partner, verify with the rule and record corrections.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4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19934"/>
            <a:ext cx="10698480" cy="2119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4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551" y="1773936"/>
            <a:ext cx="8566977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Read marks A–D in 4A question 3 without prompts.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(p.25); Q6–9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2472"/>
            <a:ext cx="10698480" cy="2654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W02-L06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Q1–4 (p.25); Q6–9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05  •  2026-11-04  • 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43</Slides>
  <Notes>43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05 | 2026-11-04</dc:title>
  <dc:creator>ACCESS Trades</dc:creator>
  <dc:subject>Fractions and inch-tape markings; Tape and rule reading practice</dc:subject>
</cp:coreProperties>
</file>