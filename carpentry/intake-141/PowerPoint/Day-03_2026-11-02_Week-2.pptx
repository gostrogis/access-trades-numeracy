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41" r:id="rId178"/>
    <p:sldId id="272" r:id="rId1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60" r:id="rId197"/>
    <p:sldId id="461" r:id="rId198"/>
    <p:sldId id="275" r:id="rId21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  <p:sldId id="476" r:id="rId2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8" Type="http://schemas.openxmlformats.org/officeDocument/2006/relationships/slide" Target="slides/slide8.xml"/><Relationship Id="rId21" Type="http://schemas.openxmlformats.org/officeDocument/2006/relationships/slide" Target="slides/slide29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7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7.xml"/><Relationship Id="rId198" Type="http://schemas.openxmlformats.org/officeDocument/2006/relationships/slide" Target="slides/slide28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Relationship Id="rId213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12:45 PM–12:50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12:50 PM–12:55 PM. All slides with this phase share these 5 minutes; do not restart the time allocation for each slide.</a:t>
            </a:r>
          </a:p>
          <a:p/>
          <a:p>
            <a:r>
              <a:t>ACCESS EXERCISE BOOK: 3A-Q1</a:t>
            </a:r>
          </a:p>
          <a:p>
            <a:r>
              <a:t>Exact question: 9 + 6 × 4</a:t>
            </a:r>
          </a:p>
          <a:p>
            <a:r>
              <a:t>Instructor answer: 33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pp.44–51; Chapter 2 pp.31–33</a:t>
            </a:r>
          </a:p>
          <a:p>
            <a:r>
              <a:t>ACCESS Trades Numeracy Textbook, PDF/printed p.44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pp.44–51; Chapter 2 pp.31–33</a:t>
            </a:r>
          </a:p>
          <a:p>
            <a:r>
              <a:t>ACCESS Trades Numeracy Textbook, PDF/printed p.44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p.44 · Table 3.1: BEDMAS has four ranks, with left-to-right ties.</a:t>
            </a:r>
          </a:p>
          <a:p>
            <a:r>
              <a:t>Exact PDF/printed page: 44. ACCESS Textbook excerpt.</a:t>
            </a:r>
          </a:p>
          <a:p>
            <a:r>
              <a:t>Table 3.1 explicitly pairs division/multiplication and addition/subtraction at equal rank.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Textbook visual: Textbook p.44 · Example 3.1: loose bolts plus equal groups.</a:t>
            </a:r>
          </a:p>
          <a:p>
            <a:r>
              <a:t>Exact PDF/printed page: 44. ACCESS Textbook excerpt.</a:t>
            </a:r>
          </a:p>
          <a:p>
            <a:r>
              <a:t>Table 3.1 explicitly pairs division/multiplication and addition/subtraction at equal rank.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12:55 PM–1:10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3A-Q2</a:t>
            </a:r>
          </a:p>
          <a:p>
            <a:r>
              <a:t>Exact question: 50 − 18 ÷ 3</a:t>
            </a:r>
          </a:p>
          <a:p>
            <a:r>
              <a:t>Instructor answer: 44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1:10 PM–1:25 PM. All slides with this phase share these 15 minutes; do not restart the time allocation for each slide.</a:t>
            </a:r>
          </a:p>
          <a:p/>
          <a:p>
            <a:r>
              <a:t>ACCESS EXERCISE BOOK: 3A-Q2</a:t>
            </a:r>
          </a:p>
          <a:p>
            <a:r>
              <a:t>Exact question: 50 − 18 ÷ 3</a:t>
            </a:r>
          </a:p>
          <a:p>
            <a:r>
              <a:t>Instructor answer: 44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Exact scheduled tool activity: Numeracy Hub: Order of Operations, then Module 1 The order: BEDMAS; use Show steps, Next and Back. Begin with Easy practice.</a:t>
            </a:r>
          </a:p>
          <a:p>
            <a:r>
              <a:t>Supported: Open Numeracy Hub → Order of Operations → The order: BEDMAS.</a:t>
            </a:r>
          </a:p>
          <a:p>
            <a:r>
              <a:t>Supported: Predict the next operation; use Show steps, Next and Back to compare with your working.</a:t>
            </a:r>
          </a:p>
          <a:p>
            <a:r>
              <a:t>Independent practice: Attempt two Easy tasks on paper first; keep the expression and operation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3A-Q8</a:t>
            </a:r>
          </a:p>
          <a:p>
            <a:r>
              <a:t>Exact question: 6² − 4 × 5</a:t>
            </a:r>
          </a:p>
          <a:p>
            <a:r>
              <a:t>Instructor answer: 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1:25 PM–1:45 PM. All slides with this phase share these 20 minutes; do not restart the time allocation for each slide.</a:t>
            </a:r>
          </a:p>
          <a:p/>
          <a:p>
            <a:r>
              <a:t>ACCESS EXERCISE BOOK: 3A-Q9</a:t>
            </a:r>
          </a:p>
          <a:p>
            <a:r>
              <a:t>Exact question: (6 − 4)² × 5</a:t>
            </a:r>
          </a:p>
          <a:p>
            <a:r>
              <a:t>Instructor answer: 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3A-Q8</a:t>
            </a:r>
          </a:p>
          <a:p>
            <a:r>
              <a:t>Exact question: 6² − 4 × 5</a:t>
            </a:r>
          </a:p>
          <a:p>
            <a:r>
              <a:t>Instructor answer: 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1:45 PM–1:55 PM. All slides with this phase share these 10 minutes; do not restart the time allocation for each slide.</a:t>
            </a:r>
          </a:p>
          <a:p/>
          <a:p>
            <a:r>
              <a:t>ACCESS EXERCISE BOOK: 3A-Q9</a:t>
            </a:r>
          </a:p>
          <a:p>
            <a:r>
              <a:t>Exact question: (6 − 4)² × 5</a:t>
            </a:r>
          </a:p>
          <a:p>
            <a:r>
              <a:t>Instructor answer: 20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W02-L01 | 2026-11-02 | 12:45 PM–2:00 PM | 75 minutes</a:t>
            </a:r>
          </a:p>
          <a:p>
            <a:r>
              <a:t>BEDMAS: choosing the correct order</a:t>
            </a:r>
          </a:p>
          <a:p>
            <a:r>
              <a:t>Mode: Math</a:t>
            </a:r>
          </a:p>
          <a:p>
            <a:r>
              <a:t>Goal: Evaluate grouped expressions and show left-to-right order for equal-ranked operations.</a:t>
            </a:r>
          </a:p>
          <a:p>
            <a:r>
              <a:t>Read: Textbook Chapter 3 pp.44–51; Chapter 2 pp.31–33</a:t>
            </a:r>
          </a:p>
          <a:p>
            <a:r>
              <a:t>Practise: Exercise Book 3A Q1–10 (p.19); 3B Q2–3 (p.21)</a:t>
            </a:r>
          </a:p>
          <a:p>
            <a:r>
              <a:t>Tool: Numeracy Hub: Order of Operations, then Module 1 The order: BEDMAS; use Show steps, Next and Back. Begin with Easy practice.</a:t>
            </a:r>
          </a:p>
          <a:p/>
          <a:p>
            <a:r>
              <a:t>EXACT SCHEDULED STEPS</a:t>
            </a:r>
          </a:p>
          <a:p>
            <a:r>
              <a:t>12:45 PM–12:50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12:50 PM–12:55 PM | 2 Recall | 5 min</a:t>
            </a:r>
          </a:p>
          <a:p>
            <a:r>
              <a:t>Instructor: Compare Exercise Book 3A Q1 and Q4. Ask what changes when brackets are present.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12:55 PM–1:10 PM | 3 Teach | 15 min</a:t>
            </a:r>
          </a:p>
          <a:p>
            <a:r>
              <a:t>Instructor: Model brackets, exponents and left-to-right rules. In Numeracy Hub, step through an expression, then key the same grouping on the selected calculator.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1:10 PM–1:25 PM | 4 Together | 15 min</a:t>
            </a:r>
          </a:p>
          <a:p>
            <a:r>
              <a:t>Instructor: Solve Exercise Book 3A Q2–7 with a partner. Point to the next operation before calculating.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1:25 PM–1:45 PM | 5 Practise | 20 min</a:t>
            </a:r>
          </a:p>
          <a:p>
            <a:r>
              <a:t>Instructor: Complete Exercise Book 3A Q8–10 and 3B Q2–3. Try two Easy Numeracy Hub tasks; record expression, order and checked result, not only the screen answer.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1:45 PM–1:55 PM | 6 Check | 10 min</a:t>
            </a:r>
          </a:p>
          <a:p>
            <a:r>
              <a:t>Instructor: Exercise Book 3A Q8–9 without displayed solutions; mark each operation in order.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1:55 PM–2:00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3A Q8 = 16; Q9 = 20. 3B Q2 = 4,450 mm; Q3 = 6 in. Answer Key p.10. Answer Key pp.9–10</a:t>
            </a:r>
          </a:p>
          <a:p/>
          <a:p>
            <a:r>
              <a:t>Next: apply brackets and left-to-right rules to cut lists.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1:55 PM–2:00 PM. All slides with this phase share these 5 minutes; do not restart the time allocation for each slide.</a:t>
            </a:r>
          </a:p>
          <a:p/>
          <a:p>
            <a:r>
              <a:t>Next scheduled learning: Next: apply brackets and left-to-right rules to cut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2:15 PM.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2:15 PM–2:20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2:20 PM–2:25 PM.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pp.44–51</a:t>
            </a:r>
          </a:p>
          <a:p>
            <a:r>
              <a:t>ACCESS Trades Numeracy Textbook, PDF/printed p.46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3 pp.44–51</a:t>
            </a:r>
          </a:p>
          <a:p>
            <a:r>
              <a:t>ACCESS Trades Numeracy Textbook, PDF/printed p.46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p.46 · Frame diagram: two lengths and two widths.</a:t>
            </a:r>
          </a:p>
          <a:p>
            <a:r>
              <a:t>Exact PDF/printed page: 46. ACCESS Textbook excerpt.</a:t>
            </a:r>
          </a:p>
          <a:p>
            <a:r>
              <a:t>Example 3.4 ties a rectangle drawing to the grouped perimeter expression.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Textbook visual: Textbook p.46 · Example 3.3: brackets change what is multiplied.</a:t>
            </a:r>
          </a:p>
          <a:p>
            <a:r>
              <a:t>Exact PDF/printed page: 46. ACCESS Textbook excerpt.</a:t>
            </a:r>
          </a:p>
          <a:p>
            <a:r>
              <a:t>Example 3.4 ties a rectangle drawing to the grouped perimeter expression.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2:25 PM–2:40 PM.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3B-Q1</a:t>
            </a:r>
          </a:p>
          <a:p>
            <a:r>
              <a:t>Exact question: A spool piece has 6 flanges with 8 bolts each. You also want 4 spare bolts. Write one calculation for the bolts needed and work it out.</a:t>
            </a:r>
          </a:p>
          <a:p>
            <a:r>
              <a:t>Instructor answer: 6 × 8 + 4 = 52 bolts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2:40 PM–2:55 PM. All slides with this phase share these 15 minutes; do not restart the time allocation for each slide.</a:t>
            </a:r>
          </a:p>
          <a:p/>
          <a:p>
            <a:r>
              <a:t>ACCESS EXERCISE BOOK: 3B-Q1</a:t>
            </a:r>
          </a:p>
          <a:p>
            <a:r>
              <a:t>Exact question: A spool piece has 6 flanges with 8 bolts each. You also want 4 spare bolts. Write one calculation for the bolts needed and work it out.</a:t>
            </a:r>
          </a:p>
          <a:p>
            <a:r>
              <a:t>Instructor answer: 6 × 8 + 4 = 52 bolts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Exact scheduled tool activity: Numeracy Hub: Order of Operations, then The order: BEDMAS. Use Show steps after the paper attempt.</a:t>
            </a:r>
          </a:p>
          <a:p>
            <a:r>
              <a:t>Supported: Draw and label the pieces or frame for the assigned question; write one expression.</a:t>
            </a:r>
          </a:p>
          <a:p>
            <a:r>
              <a:t>Independent practice: Complete the paper calculation and underline the grouped quantity.</a:t>
            </a:r>
          </a:p>
          <a:p>
            <a:r>
              <a:t>Independent checking: Open Numeracy Hub BEDMAS and compare Show steps with the written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3B-Q3</a:t>
            </a:r>
          </a:p>
          <a:p>
            <a:r>
              <a:t>Exact question: Four 27 in pieces and two 15 in pieces are cut from a 144 in bar. Ignore the saw cuts. The offcut is 144 − (4 × 27 + 2 × 15). Find it.</a:t>
            </a:r>
          </a:p>
          <a:p>
            <a:r>
              <a:t>Instructor answer: 6 in</a:t>
            </a:r>
          </a:p>
          <a:p>
            <a:r>
              <a:t>Working: 4 × 27 = 108, 2 × 15 = 30, 108 + 30 = 138, 144 − 138 = 6.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2:55 PM–3:15 PM. All slides with this phase share these 20 minutes; do not restart the time allocation for each slide.</a:t>
            </a:r>
          </a:p>
          <a:p/>
          <a:p>
            <a:r>
              <a:t>ACCESS EXERCISE BOOK: 3C-Q2</a:t>
            </a:r>
          </a:p>
          <a:p>
            <a:r>
              <a:t>Exact question: The distance around this frame is 3,000 mm. Find the hidden length with L = 3,000 ÷ 2 − 600.</a:t>
            </a:r>
          </a:p>
          <a:p>
            <a:r>
              <a:t>Instructor answer: L = 1,500 − 600 = 900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3C-Q2</a:t>
            </a:r>
          </a:p>
          <a:p>
            <a:r>
              <a:t>Exact question: The distance around this frame is 3,000 mm. Find the hidden length with L = 3,000 ÷ 2 − 600.</a:t>
            </a:r>
          </a:p>
          <a:p>
            <a:r>
              <a:t>Instructor answer: L = 1,500 − 600 = 900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3:15 PM–3:25 PM. All slides with this phase share these 10 minutes; do not restart the time allocation for each slide.</a:t>
            </a:r>
          </a:p>
          <a:p/>
          <a:p>
            <a:r>
              <a:t>ACCESS EXERCISE BOOK: 3C-Q3</a:t>
            </a:r>
          </a:p>
          <a:p>
            <a:r>
              <a:t>Exact question: Four 1,200 mm pieces are cut from a 6,000 mm bar with four cuts. The kerf is 3 mm. The offcut is 6,000 − (4 × 1,200 + 4 × 3). Find it.</a:t>
            </a:r>
          </a:p>
          <a:p>
            <a:r>
              <a:t>Instructor answer: 1,188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W02-L02 | 2026-11-02 | 2:15 PM–3:30 PM | 75 minutes</a:t>
            </a:r>
          </a:p>
          <a:p>
            <a:r>
              <a:t>BEDMAS in cut lists and frames</a:t>
            </a:r>
          </a:p>
          <a:p>
            <a:r>
              <a:t>Mode: Math</a:t>
            </a:r>
          </a:p>
          <a:p>
            <a:r>
              <a:t>Goal: Write one correct expression for a cut list or frame and evaluate it in the right order.</a:t>
            </a:r>
          </a:p>
          <a:p>
            <a:r>
              <a:t>Read: Textbook Chapter 3 pp.44–51</a:t>
            </a:r>
          </a:p>
          <a:p>
            <a:r>
              <a:t>Practise: Exercise Book 3B Q1–3 (p.21); 3C Q2–3 (p.23)</a:t>
            </a:r>
          </a:p>
          <a:p>
            <a:r>
              <a:t>Tool: Numeracy Hub: Order of Operations, then The order: BEDMAS. Use Show steps after the paper attempt.</a:t>
            </a:r>
          </a:p>
          <a:p/>
          <a:p>
            <a:r>
              <a:t>EXACT SCHEDULED STEPS</a:t>
            </a:r>
          </a:p>
          <a:p>
            <a:r>
              <a:t>2:15 PM–2:20 PM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2:20 PM–2:25 PM | 2 Recall | 5 min</a:t>
            </a:r>
          </a:p>
          <a:p>
            <a:r>
              <a:t>Instructor: Compare 2 × (10 + 5) with 2 × 10 + 5. Ask learners to explain the grouping.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2:25 PM–2:40 PM | 3 Teach | 15 min</a:t>
            </a:r>
          </a:p>
          <a:p>
            <a:r>
              <a:t>Instructor: Model a total quantity, then an offcut: original stock minus all pieces and all stated cuts.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2:40 PM–2:55 PM | 4 Together | 15 min</a:t>
            </a:r>
          </a:p>
          <a:p>
            <a:r>
              <a:t>Instructor: Solve 3B questions 1–2. Underline the group inside brackets before entering keys.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2:55 PM–3:15 PM | 5 Practise | 20 min</a:t>
            </a:r>
          </a:p>
          <a:p>
            <a:r>
              <a:t>Instructor: Complete 3B question 3 and 3C questions 2–3. Draw the pieces, write one expression and compare with the Numeracy Hub steps.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3:15 PM–3:25 PM | 6 Check | 10 min</a:t>
            </a:r>
          </a:p>
          <a:p>
            <a:r>
              <a:t>Instructor: Redo 3C questions 2–3 and explain the brackets.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3:25 PM–3:30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3C question 2 = 900 mm; question 3 = 1,188 mm. Answer Key page 10.</a:t>
            </a:r>
          </a:p>
          <a:p/>
          <a:p>
            <a:r>
              <a:t>Next: squares, roots and bracketed calculations.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3:25 PM–3:30 PM. All slides with this phase share these 5 minutes; do not restart the time allocation for each slide.</a:t>
            </a:r>
          </a:p>
          <a:p/>
          <a:p>
            <a:r>
              <a:t>Next scheduled learning: Next: squares, roots and bracketed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4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6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1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19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6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6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0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5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hyperlink" Target="../../../books/ACCESS-Trades-Numeracy-Textbook.pdf#page=44" TargetMode="External"/><Relationship Id="rId6" Type="http://schemas.openxmlformats.org/officeDocument/2006/relationships/hyperlink" Target="../../../books/ACCESS-Trades-Numeracy-Exercise-Book.pdf#page=23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14.png"/><Relationship Id="rId4" Type="http://schemas.openxmlformats.org/officeDocument/2006/relationships/hyperlink" Target="../../../books/ACCESS-Trades-Numeracy-Textbook.pdf#page=44" TargetMode="External"/><Relationship Id="rId5" Type="http://schemas.openxmlformats.org/officeDocument/2006/relationships/hyperlink" Target="../../../books/ACCESS-Trades-Numeracy-Exercise-Book.pdf#page=21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03  |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2,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BEDMAS: choosing the correct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12:45 PM–2:00 PM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BEDMAS in cut lists and frames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2:15 PM–3:30 PM  •  Math  •  75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2  •  2 scheduled blocks  •  150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03  •  2026-11-02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03  /  WEEK 2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12:45 PM–2:00 PM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BEDMAS: choosing the correct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12:45 PM–12:50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12:50 PM–12:55 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12:55 PM–1:10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1:10 PM–1:25 PM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1:25 PM–1:45 PM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1:45 PM–1:55 PM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1:55 PM–2:00 PM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2:15 PM–3:30 PM  •  75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BEDMAS in cut lists and frames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2:15 PM–2:20 PM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2:20 PM–2:25 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2:25 PM–2:40 PM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2:40 PM–2:55 PM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2:55 PM–3:15 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3:15 PM–3:25 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3:25 PM–3:30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2:00 PM–2:15 PM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START  •  12:45 PM–12:50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BEDMAS: choosing the correct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Evaluate grouped expressions and show left-to-right order for equal-ranked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3A Q1–10 (p.19); 3B Q2–3 (p.21)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Compare Exercise Book 3A Q1 and Q4. Identify what changes when brackets are present.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Q1–10 (p.19); 3B Q2–3 (p.21)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RECALL  •  12:50 PM–12:55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from the Exercise Book  |  3A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Read BEDMAS as ranked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Complete the calculation inside brackets first.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Evaluate exponents before multiplication or division.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Multiplication and division share one rank: work from left to right.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Addition and subtraction share one rank: work from left to right.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Make the next operation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Copy the expression exactly, including every bracket.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Mark the operation you will perform next.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Rewrite the expression after each step; carry unchanged terms forward.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Match the calculator’s grouping to the written expression.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to the next operation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+ 6 × 4 = 9 + 24 = 33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 + 6) × 4 = 15 × 4 = 60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3000375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÷ 6 × 2 = 4 × 2 = 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76237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last line uses left-to-right order. Do not multiply 6 × 2 first.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6196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Exercise Book 3A Q2–7.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to the next operation before calculating. In Numeracy Hub, select Order of Operations → The order: BEDMAS; compare Show steps with your written working.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L1 • Numeracy Hub Easy practice only after the paper attempt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08</a:t>
            </a:r>
          </a:p>
        </p:txBody>
      </p:sp>
    </p:spTree>
    <p:extLst>
      <p:ext uri="{BB962C8B-B14F-4D97-AF65-F5344CB8AC3E}">
        <p14:creationId xmlns:p14="http://schemas.microsoft.com/office/powerpoint/2010/main" val="2126097976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W02-L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8100"/>
            <a:ext cx="10698480" cy="29561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p.44 · Table 3.1: BEDMAS has four ranks, with left-to-right ties.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W02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14831"/>
            <a:ext cx="10698480" cy="32226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p.44 · Example 3.1: loose bolts plus equal groups.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TEACH  •  12:55 PM–1:10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In 24 ÷ 6 × 2, should you multiply 6 × 2 first because multiplication appears in BEDMAS?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Division and multiplication have equal rank. Work left to right: 24 ÷ 6 = 4, then 4 × 2 = 8.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Exercise Book 3A Q2–7 with a partner. Point to the next operation before calculating.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Q1–10 (p.19); 3B Q2–3 (p.21)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3A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TOGETHER  •  1:10 PM–1:25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3A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91690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44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Exercise Book 3A Q8–10 and 3B Q2–3. Try two Easy Numeracy Hub tasks; record expression, order and checked result, not only the screen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Q1–10 (p.19); 3B Q2–3 (p.21)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hub-o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Open Numeracy Hub → Order of Operations → The order: BEDMAS.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Predict the next operation; use Show steps, Next and Back to compare with your working.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Attempt two Easy tasks on paper first; keep the expression and operation order.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PRACTISE  •  1:25 PM–1:45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3A Q8–9 without displayed solutions; mark each operation in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Q1–10 (p.19); 3B Q2–3 (p.21)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CHECK  •  1:45 PM–1:55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pic>
        <p:nvPicPr>
          <p:cNvPr id="5" name="Picture 4" descr="3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W02-L01  •  WRAP UP  •  1:55 PM–2:00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pp.44–51; Chapter 2 pp.31–33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3A Q1–10 (p.19); 3B Q2–3 (p.21)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03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2:00 PM–2:15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BEDMAS in cut lists and frames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03  •  2026-11-02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START  •  2:15 PM–2:20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BEDMAS in cut lists and frames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Write one correct expression for a cut list or frame and evaluate it in the right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3B Q1–3 (p.21); 3C Q2–3 (p.23)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RECALL  •  2:20 PM–2:25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Compare 2 × (10 + 5) with 2 × 10 + 5. Try to explain the grouping.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3B Q1–3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Make brackets represent the drawing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Repeated pieces become number of pieces × length per piece.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Group every quantity that must be removed from the original stock.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Count only the cuts and kerf explicitly stated in the problem.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Offcut = stock − (all piece lengths + all stated cutting loss).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Frames count pairs of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rectangle has two lengths and two widths.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Adding four sides and calculating 2 × (length + width) count the same boundary.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 2 × (length + width), the 2 multiplies both dimensions.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sketch, expression and measurement unit attached to the same problem.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the entire amount used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example: 3,000 mm stock; two 850 mm pieces;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stated cuts, each with 3 mm kerf.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09585" y="2714625"/>
            <a:ext cx="10972526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Offcut = 3,000 − (2 × 850 + 2 × 3)</a:t>
            </a:r>
            <a:endParaRPr lang="en-US" sz="2400" dirty="0"/>
          </a:p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3,000 − 1,706 = 1,294 mm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09585" y="385762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1,700 mm pieces + 6 mm kerf + 1,294 mm offcut = 3,000 mm.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471487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Exercise Book 3B Q1–2.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Underline the group before entering keys. Draw the pieces and label what each number counts.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L2 • Numeracy Hub BEDMAS: Show steps after written work • Kerf is stated example data</a:t>
            </a:r>
            <a:endParaRPr lang="en-US" sz="1050" dirty="0"/>
          </a:p>
        </p:txBody>
      </p:sp>
      <p:pic>
        <p:nvPicPr>
          <p:cNvPr id="10" name="Picture 9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29</a:t>
            </a:r>
          </a:p>
        </p:txBody>
      </p:sp>
    </p:spTree>
    <p:extLst>
      <p:ext uri="{BB962C8B-B14F-4D97-AF65-F5344CB8AC3E}">
        <p14:creationId xmlns:p14="http://schemas.microsoft.com/office/powerpoint/2010/main" val="4261153196"/>
      </p:ext>
    </p:extLst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W02-L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0667" y="1691640"/>
            <a:ext cx="5548745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p.46 · Frame diagram: two lengths and two widths.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W02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43205"/>
            <a:ext cx="10698480" cy="21659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p.46 · Example 3.3: brackets change what is multiplied.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TEACH  •  2:25 PM–2:40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Does stock − pieces + kerf subtract the cutting loss?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It adds kerf back. Subtract the full group: stock − (pieces + kerf).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3B questions 1–2. Underline the group inside brackets before entering keys.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3B Q1–3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3B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TOGETHER  •  2:40 PM–2:55 PM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3B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3945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6 × 8 + 4 = 52 bolts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3B question 3 and 3C questions 2–3. Draw the pieces, write one expression and compare with the Numeracy Hub steps.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3B Q1–3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hub-o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Draw and label the pieces or frame for the assigned question; write one expression.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Complete the paper calculation and underline the grouped quantity.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Open Numeracy Hub BEDMAS and compare Show steps with the written order.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PRACTISE  •  2:55 PM–3:15 PM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3C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Redo 3C questions 2–3 and explain the brackets.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3B Q1–3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287" y="1773936"/>
            <a:ext cx="7993504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CHECK  •  3:15 PM–3:25 PM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3C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pic>
        <p:nvPicPr>
          <p:cNvPr id="5" name="Picture 4" descr="3C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88" y="1773936"/>
            <a:ext cx="1048610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W02-L02  •  WRAP UP  •  3:25 PM–3:30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3 pp.44–51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3B Q1–3 (p.21); 3C Q2–3 (p.23)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03  •  2026-11-02  • 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44</Slides>
  <Notes>44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03 | 2026-11-02</dc:title>
  <dc:creator>ACCESS Trades</dc:creator>
  <dc:subject>BEDMAS: choosing the correct order; BEDMAS in cut lists and frames</dc:subject>
</cp:coreProperties>
</file>