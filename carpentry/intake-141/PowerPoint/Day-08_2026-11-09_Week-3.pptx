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49.xml" ContentType="application/vnd.openxmlformats-officedocument.presentationml.notesSlide+xml"/>
  <Override PartName="/ppt/notesSlides/notesSlide5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17" r:id="rId50"/>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320" r:id="rId53"/>
    <p:sldId id="460" r:id="rId197"/>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50" Type="http://schemas.openxmlformats.org/officeDocument/2006/relationships/slide" Target="slides/slide7.xml"/><Relationship Id="rId53" Type="http://schemas.openxmlformats.org/officeDocument/2006/relationships/slide" Target="slides/slide27.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8.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W03-L01 | 2026-11-09 | 12:45 PM–2:00 PM | 75 minutes</a:t>
            </a:r>
          </a:p>
          <a:p>
            <a:r>
              <a:t>Adding fractional lengths</a:t>
            </a:r>
          </a:p>
          <a:p>
            <a:r>
              <a:t>Mode: Math</a:t>
            </a:r>
          </a:p>
          <a:p>
            <a:r>
              <a:t>Goal: Add fractional and mixed-inch lengths using a common denominator.</a:t>
            </a:r>
          </a:p>
          <a:p>
            <a:r>
              <a:t>Read: Textbook Chapter 4 pp.59–66</a:t>
            </a:r>
          </a:p>
          <a:p>
            <a:r>
              <a:t>Practise: Exercise Book 4A Q14 (p.26); 4B Q2–3 (p.27)</a:t>
            </a:r>
          </a:p>
          <a:p>
            <a:r>
              <a:t>Tool: Shape Canvas: label adjoining rectangles in inches. Use the Numeracy Hub Calculator after writing the sum.</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3'!A25:F25</a:t>
            </a:r>
          </a:p>
          <a:p/>
          <a:p>
            <a:r>
              <a:t>12:50 PM–12:55 PM | 2 Recall | 5 min</a:t>
            </a:r>
          </a:p>
          <a:p>
            <a:r>
              <a:t>Instructor: Retrieve equivalent fractions and ask how many sixteenths make one whole.</a:t>
            </a:r>
          </a:p>
          <a:p>
            <a:r>
              <a:t>Learners: Try first without displayed answers.</a:t>
            </a:r>
          </a:p>
          <a:p>
            <a:r>
              <a:t>Materials/check: Identify support needs</a:t>
            </a:r>
          </a:p>
          <a:p>
            <a:r>
              <a:t>Source: 'Math Week 3'!A26:F26</a:t>
            </a:r>
          </a:p>
          <a:p/>
          <a:p>
            <a:r>
              <a:t>12:55 PM–1:10 PM | 3 Teach | 15 min</a:t>
            </a:r>
          </a:p>
          <a:p>
            <a:r>
              <a:t>Instructor: Model a common denominator and carry a full group into the whole-number part. Connect the sum to adjoining pieces.</a:t>
            </a:r>
          </a:p>
          <a:p>
            <a:r>
              <a:t>Learners: Follow the example; explain the next step.</a:t>
            </a:r>
          </a:p>
          <a:p>
            <a:r>
              <a:t>Materials/check: Textbook; worked example</a:t>
            </a:r>
          </a:p>
          <a:p>
            <a:r>
              <a:t>Source: 'Math Week 3'!A27:F27</a:t>
            </a:r>
          </a:p>
          <a:p/>
          <a:p>
            <a:r>
              <a:t>1:10 PM–1:25 PM | 4 Together | 15 min</a:t>
            </a:r>
          </a:p>
          <a:p>
            <a:r>
              <a:t>Instructor: Solve 4A question 14(a), then 4B question 2 with a labelled strip diagram.</a:t>
            </a:r>
          </a:p>
          <a:p>
            <a:r>
              <a:t>Learners: Work in pairs; alternate solver and checker.</a:t>
            </a:r>
          </a:p>
          <a:p>
            <a:r>
              <a:t>Materials/check: Exercise Book; tool above</a:t>
            </a:r>
          </a:p>
          <a:p>
            <a:r>
              <a:t>Source: 'Math Week 3'!A28:F28</a:t>
            </a:r>
          </a:p>
          <a:p/>
          <a:p>
            <a:r>
              <a:t>1:25 PM–1:45 PM | 5 Practise | 20 min</a:t>
            </a:r>
          </a:p>
          <a:p>
            <a:r>
              <a:t>Instructor: Complete 4A question 14(b) and 4B question 3. Draw the lengths or layers and show the written addition before calculator checking.</a:t>
            </a:r>
          </a:p>
          <a:p>
            <a:r>
              <a:t>Learners: Show working and units; estimate, then check.</a:t>
            </a:r>
          </a:p>
          <a:p>
            <a:r>
              <a:t>Materials/check: Paper first; tool second</a:t>
            </a:r>
          </a:p>
          <a:p>
            <a:r>
              <a:t>Source: 'Math Week 3'!A29:F29</a:t>
            </a:r>
          </a:p>
          <a:p/>
          <a:p>
            <a:r>
              <a:t>1:45 PM–1:55 PM | 6 Check | 10 min</a:t>
            </a:r>
          </a:p>
          <a:p>
            <a:r>
              <a:t>Instructor: Redo 4A question 14(b) and explain the carry into the whole number.</a:t>
            </a:r>
          </a:p>
          <a:p>
            <a:r>
              <a:t>Learners: Answer independently and show the method.</a:t>
            </a:r>
          </a:p>
          <a:p>
            <a:r>
              <a:t>Materials/check: Teacher answers below</a:t>
            </a:r>
          </a:p>
          <a:p>
            <a:r>
              <a:t>Source: 'Math Week 3'!A30:F30</a:t>
            </a:r>
          </a:p>
          <a:p/>
          <a:p>
            <a:r>
              <a:t>1:55 PM–2:00 PM | 7 Wrap up | 5 min</a:t>
            </a:r>
          </a:p>
          <a:p>
            <a:r>
              <a:t>Instructor: Ask for one learning point and one skill to practise next.</a:t>
            </a:r>
          </a:p>
          <a:p>
            <a:r>
              <a:t>Learners: Record a takeaway and next action.</a:t>
            </a:r>
          </a:p>
          <a:p>
            <a:r>
              <a:t>Materials/check: Notebook / error log</a:t>
            </a:r>
          </a:p>
          <a:p>
            <a:r>
              <a:t>Source: 'Math Week 3'!A31:F31</a:t>
            </a:r>
          </a:p>
          <a:p/>
          <a:p>
            <a:r>
              <a:t>INSTRUCTOR ONLY: REVEAL ASSESSMENT ANSWERS AFTER THE ATTEMPT</a:t>
            </a:r>
          </a:p>
          <a:p>
            <a:r>
              <a:t>4A question 14(b) = 10 5/16. 4B question 3 = 1 1/2 in. Answer Key page 13.</a:t>
            </a:r>
          </a:p>
          <a:p/>
          <a:p>
            <a:r>
              <a:t>Next: subtract lengths and regroup across a whole inch.</a:t>
            </a:r>
          </a:p>
          <a:p/>
          <a:p>
            <a:r>
              <a:t>Sources: 'Math Week 3'!A10:E10; 'Carpentry Schedule'!B27; 'Math Week 3'!A19</a:t>
            </a:r>
          </a:p>
          <a:p>
            <a:r>
              <a:t>Navigation/resource slides support these scheduled steps and do not add instructional time.</a:t>
            </a:r>
          </a:p>
          <a:p>
            <a:r>
              <a:t>Worked teaching example retained from original slide 49. Use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W03-L02 | 2026-11-09 | 2:15 PM–3:30 PM | 75 minutes</a:t>
            </a:r>
          </a:p>
          <a:p>
            <a:r>
              <a:t>Subtracting and regrouping fractions</a:t>
            </a:r>
          </a:p>
          <a:p>
            <a:r>
              <a:t>Mode: Math</a:t>
            </a:r>
          </a:p>
          <a:p>
            <a:r>
              <a:t>Goal: Find a remaining or missing length by subtracting mixed numbers accurately.</a:t>
            </a:r>
          </a:p>
          <a:p>
            <a:r>
              <a:t>Read: Textbook Chapter 4 pp.64–66</a:t>
            </a:r>
          </a:p>
          <a:p>
            <a:r>
              <a:t>Practise: Exercise Book 4A Q15 (p.26); 4C Q1–3 (p.29)</a:t>
            </a:r>
          </a:p>
          <a:p>
            <a:r>
              <a:t>Tool: Shape Canvas: show an overall length and labelled parts. Hide one dimension; attempt it on paper before checking.</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3'!A42:F42</a:t>
            </a:r>
          </a:p>
          <a:p/>
          <a:p>
            <a:r>
              <a:t>2:20 PM–2:25 PM | 2 Recall | 5 min</a:t>
            </a:r>
          </a:p>
          <a:p>
            <a:r>
              <a:t>Instructor: Ask how 5 can be written as 4 plus sixteenths. Retrieve one common-denominator example.</a:t>
            </a:r>
          </a:p>
          <a:p>
            <a:r>
              <a:t>Learners: Try first without displayed answers.</a:t>
            </a:r>
          </a:p>
          <a:p>
            <a:r>
              <a:t>Materials/check: Identify support needs</a:t>
            </a:r>
          </a:p>
          <a:p>
            <a:r>
              <a:t>Source: 'Math Week 3'!A43:F43</a:t>
            </a:r>
          </a:p>
          <a:p/>
          <a:p>
            <a:r>
              <a:t>2:25 PM–2:40 PM | 3 Teach | 15 min</a:t>
            </a:r>
          </a:p>
          <a:p>
            <a:r>
              <a:t>Instructor: Model regrouping one whole inch into fractional units and verify by adding the remainder back.</a:t>
            </a:r>
          </a:p>
          <a:p>
            <a:r>
              <a:t>Learners: Follow the example; explain the next step.</a:t>
            </a:r>
          </a:p>
          <a:p>
            <a:r>
              <a:t>Materials/check: Textbook; worked example</a:t>
            </a:r>
          </a:p>
          <a:p>
            <a:r>
              <a:t>Source: 'Math Week 3'!A44:F44</a:t>
            </a:r>
          </a:p>
          <a:p/>
          <a:p>
            <a:r>
              <a:t>2:40 PM–2:55 PM | 4 Together | 15 min</a:t>
            </a:r>
          </a:p>
          <a:p>
            <a:r>
              <a:t>Instructor: Solve 4A question 15(a) and 4C question 1 with a drawing.</a:t>
            </a:r>
          </a:p>
          <a:p>
            <a:r>
              <a:t>Learners: Work in pairs; alternate solver and checker.</a:t>
            </a:r>
          </a:p>
          <a:p>
            <a:r>
              <a:t>Materials/check: Exercise Book; tool above</a:t>
            </a:r>
          </a:p>
          <a:p>
            <a:r>
              <a:t>Source: 'Math Week 3'!A45:F45</a:t>
            </a:r>
          </a:p>
          <a:p/>
          <a:p>
            <a:r>
              <a:t>2:55 PM–3:15 PM | 5 Practise | 20 min</a:t>
            </a:r>
          </a:p>
          <a:p>
            <a:r>
              <a:t>Instructor: Complete 4A question 15(b) and 4C questions 2–3. Add the found piece back to the known parts to verify the overall length.</a:t>
            </a:r>
          </a:p>
          <a:p>
            <a:r>
              <a:t>Learners: Show working and units; estimate, then check.</a:t>
            </a:r>
          </a:p>
          <a:p>
            <a:r>
              <a:t>Materials/check: Paper first; tool second</a:t>
            </a:r>
          </a:p>
          <a:p>
            <a:r>
              <a:t>Source: 'Math Week 3'!A46:F46</a:t>
            </a:r>
          </a:p>
          <a:p/>
          <a:p>
            <a:r>
              <a:t>3:15 PM–3:25 PM | 6 Check | 10 min</a:t>
            </a:r>
          </a:p>
          <a:p>
            <a:r>
              <a:t>Instructor: Complete 4A question 15(b) and 4C question 3 independently.</a:t>
            </a:r>
          </a:p>
          <a:p>
            <a:r>
              <a:t>Learners: Answer independently and show the method.</a:t>
            </a:r>
          </a:p>
          <a:p>
            <a:r>
              <a:t>Materials/check: Teacher answers below</a:t>
            </a:r>
          </a:p>
          <a:p>
            <a:r>
              <a:t>Source: 'Math Week 3'!A47:F47</a:t>
            </a:r>
          </a:p>
          <a:p/>
          <a:p>
            <a:r>
              <a:t>3:25 PM–3:30 PM | 7 Wrap up | 5 min</a:t>
            </a:r>
          </a:p>
          <a:p>
            <a:r>
              <a:t>Instructor: Ask for one learning point and one skill to practise next.</a:t>
            </a:r>
          </a:p>
          <a:p>
            <a:r>
              <a:t>Learners: Record a takeaway and next action.</a:t>
            </a:r>
          </a:p>
          <a:p>
            <a:r>
              <a:t>Materials/check: Notebook / error log</a:t>
            </a:r>
          </a:p>
          <a:p>
            <a:r>
              <a:t>Source: 'Math Week 3'!A48:F48</a:t>
            </a:r>
          </a:p>
          <a:p/>
          <a:p>
            <a:r>
              <a:t>INSTRUCTOR ONLY: REVEAL ASSESSMENT ANSWERS AFTER THE ATTEMPT</a:t>
            </a:r>
          </a:p>
          <a:p>
            <a:r>
              <a:t>4A question 15(b) = 4 3/8. 4C question 3 = 4 1/4 in. Answer Key pages 13–14. Answer Key pp.13–14</a:t>
            </a:r>
          </a:p>
          <a:p/>
          <a:p>
            <a:r>
              <a:t>Next: repeated pieces, halves and equal groups.</a:t>
            </a:r>
          </a:p>
          <a:p/>
          <a:p>
            <a:r>
              <a:t>Sources: 'Math Week 3'!A11:E11; 'Carpentry Schedule'!B29; 'Math Week 3'!A36</a:t>
            </a:r>
          </a:p>
          <a:p>
            <a:r>
              <a:t>Navigation/resource slides support these scheduled steps and do not add instructional time.</a:t>
            </a:r>
          </a:p>
          <a:p>
            <a:r>
              <a:t>Worked teaching example retained from original slide 52. Use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Daily deck uses only this date’s math blocks from the current visible Carpentry Schedule and Math Week sheets.</a:t>
            </a:r>
          </a:p>
          <a:p>
            <a:r>
              <a:t>'Carpentry Schedule'!B27 | 'Math Week 3'!A19</a:t>
            </a:r>
          </a:p>
          <a:p>
            <a:r>
              <a:t>'Carpentry Schedule'!B29 | 'Math Week 3'!A36</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W03-L01 | 2026-11-09 | 12:45 PM–2:00 PM | 75 minutes</a:t>
            </a:r>
          </a:p>
          <a:p>
            <a:r>
              <a:t>Adding fractional lengths</a:t>
            </a:r>
          </a:p>
          <a:p>
            <a:r>
              <a:t>Mode: Math</a:t>
            </a:r>
          </a:p>
          <a:p>
            <a:r>
              <a:t>Goal: Add fractional and mixed-inch lengths using a common denominator.</a:t>
            </a:r>
          </a:p>
          <a:p>
            <a:r>
              <a:t>Read: Textbook Chapter 4 pp.59–66</a:t>
            </a:r>
          </a:p>
          <a:p>
            <a:r>
              <a:t>Practise: Exercise Book 4A Q14 (p.26); 4B Q2–3 (p.27)</a:t>
            </a:r>
          </a:p>
          <a:p>
            <a:r>
              <a:t>Tool: Shape Canvas: label adjoining rectangles in inches. Use the Numeracy Hub Calculator after writing the sum.</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3'!A25:F25</a:t>
            </a:r>
          </a:p>
          <a:p/>
          <a:p>
            <a:r>
              <a:t>12:50 PM–12:55 PM | 2 Recall | 5 min</a:t>
            </a:r>
          </a:p>
          <a:p>
            <a:r>
              <a:t>Instructor: Retrieve equivalent fractions and ask how many sixteenths make one whole.</a:t>
            </a:r>
          </a:p>
          <a:p>
            <a:r>
              <a:t>Learners: Try first without displayed answers.</a:t>
            </a:r>
          </a:p>
          <a:p>
            <a:r>
              <a:t>Materials/check: Identify support needs</a:t>
            </a:r>
          </a:p>
          <a:p>
            <a:r>
              <a:t>Source: 'Math Week 3'!A26:F26</a:t>
            </a:r>
          </a:p>
          <a:p/>
          <a:p>
            <a:r>
              <a:t>12:55 PM–1:10 PM | 3 Teach | 15 min</a:t>
            </a:r>
          </a:p>
          <a:p>
            <a:r>
              <a:t>Instructor: Model a common denominator and carry a full group into the whole-number part. Connect the sum to adjoining pieces.</a:t>
            </a:r>
          </a:p>
          <a:p>
            <a:r>
              <a:t>Learners: Follow the example; explain the next step.</a:t>
            </a:r>
          </a:p>
          <a:p>
            <a:r>
              <a:t>Materials/check: Textbook; worked example</a:t>
            </a:r>
          </a:p>
          <a:p>
            <a:r>
              <a:t>Source: 'Math Week 3'!A27:F27</a:t>
            </a:r>
          </a:p>
          <a:p/>
          <a:p>
            <a:r>
              <a:t>1:10 PM–1:25 PM | 4 Together | 15 min</a:t>
            </a:r>
          </a:p>
          <a:p>
            <a:r>
              <a:t>Instructor: Solve 4A question 14(a), then 4B question 2 with a labelled strip diagram.</a:t>
            </a:r>
          </a:p>
          <a:p>
            <a:r>
              <a:t>Learners: Work in pairs; alternate solver and checker.</a:t>
            </a:r>
          </a:p>
          <a:p>
            <a:r>
              <a:t>Materials/check: Exercise Book; tool above</a:t>
            </a:r>
          </a:p>
          <a:p>
            <a:r>
              <a:t>Source: 'Math Week 3'!A28:F28</a:t>
            </a:r>
          </a:p>
          <a:p/>
          <a:p>
            <a:r>
              <a:t>1:25 PM–1:45 PM | 5 Practise | 20 min</a:t>
            </a:r>
          </a:p>
          <a:p>
            <a:r>
              <a:t>Instructor: Complete 4A question 14(b) and 4B question 3. Draw the lengths or layers and show the written addition before calculator checking.</a:t>
            </a:r>
          </a:p>
          <a:p>
            <a:r>
              <a:t>Learners: Show working and units; estimate, then check.</a:t>
            </a:r>
          </a:p>
          <a:p>
            <a:r>
              <a:t>Materials/check: Paper first; tool second</a:t>
            </a:r>
          </a:p>
          <a:p>
            <a:r>
              <a:t>Source: 'Math Week 3'!A29:F29</a:t>
            </a:r>
          </a:p>
          <a:p/>
          <a:p>
            <a:r>
              <a:t>1:45 PM–1:55 PM | 6 Check | 10 min</a:t>
            </a:r>
          </a:p>
          <a:p>
            <a:r>
              <a:t>Instructor: Redo 4A question 14(b) and explain the carry into the whole number.</a:t>
            </a:r>
          </a:p>
          <a:p>
            <a:r>
              <a:t>Learners: Answer independently and show the method.</a:t>
            </a:r>
          </a:p>
          <a:p>
            <a:r>
              <a:t>Materials/check: Teacher answers below</a:t>
            </a:r>
          </a:p>
          <a:p>
            <a:r>
              <a:t>Source: 'Math Week 3'!A30:F30</a:t>
            </a:r>
          </a:p>
          <a:p/>
          <a:p>
            <a:r>
              <a:t>1:55 PM–2:00 PM | 7 Wrap up | 5 min</a:t>
            </a:r>
          </a:p>
          <a:p>
            <a:r>
              <a:t>Instructor: Ask for one learning point and one skill to practise next.</a:t>
            </a:r>
          </a:p>
          <a:p>
            <a:r>
              <a:t>Learners: Record a takeaway and next action.</a:t>
            </a:r>
          </a:p>
          <a:p>
            <a:r>
              <a:t>Materials/check: Notebook / error log</a:t>
            </a:r>
          </a:p>
          <a:p>
            <a:r>
              <a:t>Source: 'Math Week 3'!A31:F31</a:t>
            </a:r>
          </a:p>
          <a:p/>
          <a:p>
            <a:r>
              <a:t>INSTRUCTOR ONLY: REVEAL ASSESSMENT ANSWERS AFTER THE ATTEMPT</a:t>
            </a:r>
          </a:p>
          <a:p>
            <a:r>
              <a:t>4A question 14(b) = 10 5/16. 4B question 3 = 1 1/2 in. Answer Key page 13.</a:t>
            </a:r>
          </a:p>
          <a:p/>
          <a:p>
            <a:r>
              <a:t>Next: subtract lengths and regroup across a whole inch.</a:t>
            </a:r>
          </a:p>
          <a:p/>
          <a:p>
            <a:r>
              <a:t>Sources: 'Math Week 3'!A10:E10; 'Carpentry Schedule'!B27; 'Math Week 3'!A19</a:t>
            </a:r>
          </a:p>
          <a:p>
            <a:r>
              <a:t>Navigation/resource slides support these scheduled steps and do not add instructional time.</a:t>
            </a:r>
          </a:p>
          <a:p/>
          <a:p>
            <a:r>
              <a:t>W03-L02 | 2026-11-09 | 2:15 PM–3:30 PM | 75 minutes</a:t>
            </a:r>
          </a:p>
          <a:p>
            <a:r>
              <a:t>Subtracting and regrouping fractions</a:t>
            </a:r>
          </a:p>
          <a:p>
            <a:r>
              <a:t>Mode: Math</a:t>
            </a:r>
          </a:p>
          <a:p>
            <a:r>
              <a:t>Goal: Find a remaining or missing length by subtracting mixed numbers accurately.</a:t>
            </a:r>
          </a:p>
          <a:p>
            <a:r>
              <a:t>Read: Textbook Chapter 4 pp.64–66</a:t>
            </a:r>
          </a:p>
          <a:p>
            <a:r>
              <a:t>Practise: Exercise Book 4A Q15 (p.26); 4C Q1–3 (p.29)</a:t>
            </a:r>
          </a:p>
          <a:p>
            <a:r>
              <a:t>Tool: Shape Canvas: show an overall length and labelled parts. Hide one dimension; attempt it on paper before checking.</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3'!A42:F42</a:t>
            </a:r>
          </a:p>
          <a:p/>
          <a:p>
            <a:r>
              <a:t>2:20 PM–2:25 PM | 2 Recall | 5 min</a:t>
            </a:r>
          </a:p>
          <a:p>
            <a:r>
              <a:t>Instructor: Ask how 5 can be written as 4 plus sixteenths. Retrieve one common-denominator example.</a:t>
            </a:r>
          </a:p>
          <a:p>
            <a:r>
              <a:t>Learners: Try first without displayed answers.</a:t>
            </a:r>
          </a:p>
          <a:p>
            <a:r>
              <a:t>Materials/check: Identify support needs</a:t>
            </a:r>
          </a:p>
          <a:p>
            <a:r>
              <a:t>Source: 'Math Week 3'!A43:F43</a:t>
            </a:r>
          </a:p>
          <a:p/>
          <a:p>
            <a:r>
              <a:t>2:25 PM–2:40 PM | 3 Teach | 15 min</a:t>
            </a:r>
          </a:p>
          <a:p>
            <a:r>
              <a:t>Instructor: Model regrouping one whole inch into fractional units and verify by adding the remainder back.</a:t>
            </a:r>
          </a:p>
          <a:p>
            <a:r>
              <a:t>Learners: Follow the example; explain the next step.</a:t>
            </a:r>
          </a:p>
          <a:p>
            <a:r>
              <a:t>Materials/check: Textbook; worked example</a:t>
            </a:r>
          </a:p>
          <a:p>
            <a:r>
              <a:t>Source: 'Math Week 3'!A44:F44</a:t>
            </a:r>
          </a:p>
          <a:p/>
          <a:p>
            <a:r>
              <a:t>2:40 PM–2:55 PM | 4 Together | 15 min</a:t>
            </a:r>
          </a:p>
          <a:p>
            <a:r>
              <a:t>Instructor: Solve 4A question 15(a) and 4C question 1 with a drawing.</a:t>
            </a:r>
          </a:p>
          <a:p>
            <a:r>
              <a:t>Learners: Work in pairs; alternate solver and checker.</a:t>
            </a:r>
          </a:p>
          <a:p>
            <a:r>
              <a:t>Materials/check: Exercise Book; tool above</a:t>
            </a:r>
          </a:p>
          <a:p>
            <a:r>
              <a:t>Source: 'Math Week 3'!A45:F45</a:t>
            </a:r>
          </a:p>
          <a:p/>
          <a:p>
            <a:r>
              <a:t>2:55 PM–3:15 PM | 5 Practise | 20 min</a:t>
            </a:r>
          </a:p>
          <a:p>
            <a:r>
              <a:t>Instructor: Complete 4A question 15(b) and 4C questions 2–3. Add the found piece back to the known parts to verify the overall length.</a:t>
            </a:r>
          </a:p>
          <a:p>
            <a:r>
              <a:t>Learners: Show working and units; estimate, then check.</a:t>
            </a:r>
          </a:p>
          <a:p>
            <a:r>
              <a:t>Materials/check: Paper first; tool second</a:t>
            </a:r>
          </a:p>
          <a:p>
            <a:r>
              <a:t>Source: 'Math Week 3'!A46:F46</a:t>
            </a:r>
          </a:p>
          <a:p/>
          <a:p>
            <a:r>
              <a:t>3:15 PM–3:25 PM | 6 Check | 10 min</a:t>
            </a:r>
          </a:p>
          <a:p>
            <a:r>
              <a:t>Instructor: Complete 4A question 15(b) and 4C question 3 independently.</a:t>
            </a:r>
          </a:p>
          <a:p>
            <a:r>
              <a:t>Learners: Answer independently and show the method.</a:t>
            </a:r>
          </a:p>
          <a:p>
            <a:r>
              <a:t>Materials/check: Teacher answers below</a:t>
            </a:r>
          </a:p>
          <a:p>
            <a:r>
              <a:t>Source: 'Math Week 3'!A47:F47</a:t>
            </a:r>
          </a:p>
          <a:p/>
          <a:p>
            <a:r>
              <a:t>3:25 PM–3:30 PM | 7 Wrap up | 5 min</a:t>
            </a:r>
          </a:p>
          <a:p>
            <a:r>
              <a:t>Instructor: Ask for one learning point and one skill to practise next.</a:t>
            </a:r>
          </a:p>
          <a:p>
            <a:r>
              <a:t>Learners: Record a takeaway and next action.</a:t>
            </a:r>
          </a:p>
          <a:p>
            <a:r>
              <a:t>Materials/check: Notebook / error log</a:t>
            </a:r>
          </a:p>
          <a:p>
            <a:r>
              <a:t>Source: 'Math Week 3'!A48:F48</a:t>
            </a:r>
          </a:p>
          <a:p/>
          <a:p>
            <a:r>
              <a:t>INSTRUCTOR ONLY: REVEAL ASSESSMENT ANSWERS AFTER THE ATTEMPT</a:t>
            </a:r>
          </a:p>
          <a:p>
            <a:r>
              <a:t>4A question 15(b) = 4 3/8. 4C question 3 = 4 1/4 in. Answer Key pages 13–14. Answer Key pp.13–14</a:t>
            </a:r>
          </a:p>
          <a:p/>
          <a:p>
            <a:r>
              <a:t>Next: repeated pieces, halves and equal groups.</a:t>
            </a:r>
          </a:p>
          <a:p/>
          <a:p>
            <a:r>
              <a:t>Sources: 'Math Week 3'!A11:E11; 'Carpentry Schedule'!B29; 'Math Week 3'!A36</a:t>
            </a:r>
          </a:p>
          <a:p>
            <a:r>
              <a:t>Navigation/resource slides support these scheduled steps and do not add instructional time.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W03-L01 | 2026-11-09 | 12:45 PM–2:00 PM | 75 minutes</a:t>
            </a:r>
          </a:p>
          <a:p>
            <a:r>
              <a:t>Adding fractional lengths</a:t>
            </a:r>
          </a:p>
          <a:p>
            <a:r>
              <a:t>Mode: Math</a:t>
            </a:r>
          </a:p>
          <a:p>
            <a:r>
              <a:t>Goal: Add fractional and mixed-inch lengths using a common denominator.</a:t>
            </a:r>
          </a:p>
          <a:p>
            <a:r>
              <a:t>Read: Textbook Chapter 4 pp.59–66</a:t>
            </a:r>
          </a:p>
          <a:p>
            <a:r>
              <a:t>Practise: Exercise Book 4A Q14 (p.26); 4B Q2–3 (p.27)</a:t>
            </a:r>
          </a:p>
          <a:p>
            <a:r>
              <a:t>Tool: Shape Canvas: label adjoining rectangles in inches. Use the Numeracy Hub Calculator after writing the sum.</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3'!A25:F25</a:t>
            </a:r>
          </a:p>
          <a:p/>
          <a:p>
            <a:r>
              <a:t>12:50 PM–12:55 PM | 2 Recall | 5 min</a:t>
            </a:r>
          </a:p>
          <a:p>
            <a:r>
              <a:t>Instructor: Retrieve equivalent fractions and ask how many sixteenths make one whole.</a:t>
            </a:r>
          </a:p>
          <a:p>
            <a:r>
              <a:t>Learners: Try first without displayed answers.</a:t>
            </a:r>
          </a:p>
          <a:p>
            <a:r>
              <a:t>Materials/check: Identify support needs</a:t>
            </a:r>
          </a:p>
          <a:p>
            <a:r>
              <a:t>Source: 'Math Week 3'!A26:F26</a:t>
            </a:r>
          </a:p>
          <a:p/>
          <a:p>
            <a:r>
              <a:t>12:55 PM–1:10 PM | 3 Teach | 15 min</a:t>
            </a:r>
          </a:p>
          <a:p>
            <a:r>
              <a:t>Instructor: Model a common denominator and carry a full group into the whole-number part. Connect the sum to adjoining pieces.</a:t>
            </a:r>
          </a:p>
          <a:p>
            <a:r>
              <a:t>Learners: Follow the example; explain the next step.</a:t>
            </a:r>
          </a:p>
          <a:p>
            <a:r>
              <a:t>Materials/check: Textbook; worked example</a:t>
            </a:r>
          </a:p>
          <a:p>
            <a:r>
              <a:t>Source: 'Math Week 3'!A27:F27</a:t>
            </a:r>
          </a:p>
          <a:p/>
          <a:p>
            <a:r>
              <a:t>1:10 PM–1:25 PM | 4 Together | 15 min</a:t>
            </a:r>
          </a:p>
          <a:p>
            <a:r>
              <a:t>Instructor: Solve 4A question 14(a), then 4B question 2 with a labelled strip diagram.</a:t>
            </a:r>
          </a:p>
          <a:p>
            <a:r>
              <a:t>Learners: Work in pairs; alternate solver and checker.</a:t>
            </a:r>
          </a:p>
          <a:p>
            <a:r>
              <a:t>Materials/check: Exercise Book; tool above</a:t>
            </a:r>
          </a:p>
          <a:p>
            <a:r>
              <a:t>Source: 'Math Week 3'!A28:F28</a:t>
            </a:r>
          </a:p>
          <a:p/>
          <a:p>
            <a:r>
              <a:t>1:25 PM–1:45 PM | 5 Practise | 20 min</a:t>
            </a:r>
          </a:p>
          <a:p>
            <a:r>
              <a:t>Instructor: Complete 4A question 14(b) and 4B question 3. Draw the lengths or layers and show the written addition before calculator checking.</a:t>
            </a:r>
          </a:p>
          <a:p>
            <a:r>
              <a:t>Learners: Show working and units; estimate, then check.</a:t>
            </a:r>
          </a:p>
          <a:p>
            <a:r>
              <a:t>Materials/check: Paper first; tool second</a:t>
            </a:r>
          </a:p>
          <a:p>
            <a:r>
              <a:t>Source: 'Math Week 3'!A29:F29</a:t>
            </a:r>
          </a:p>
          <a:p/>
          <a:p>
            <a:r>
              <a:t>1:45 PM–1:55 PM | 6 Check | 10 min</a:t>
            </a:r>
          </a:p>
          <a:p>
            <a:r>
              <a:t>Instructor: Redo 4A question 14(b) and explain the carry into the whole number.</a:t>
            </a:r>
          </a:p>
          <a:p>
            <a:r>
              <a:t>Learners: Answer independently and show the method.</a:t>
            </a:r>
          </a:p>
          <a:p>
            <a:r>
              <a:t>Materials/check: Teacher answers below</a:t>
            </a:r>
          </a:p>
          <a:p>
            <a:r>
              <a:t>Source: 'Math Week 3'!A30:F30</a:t>
            </a:r>
          </a:p>
          <a:p/>
          <a:p>
            <a:r>
              <a:t>1:55 PM–2:00 PM | 7 Wrap up | 5 min</a:t>
            </a:r>
          </a:p>
          <a:p>
            <a:r>
              <a:t>Instructor: Ask for one learning point and one skill to practise next.</a:t>
            </a:r>
          </a:p>
          <a:p>
            <a:r>
              <a:t>Learners: Record a takeaway and next action.</a:t>
            </a:r>
          </a:p>
          <a:p>
            <a:r>
              <a:t>Materials/check: Notebook / error log</a:t>
            </a:r>
          </a:p>
          <a:p>
            <a:r>
              <a:t>Source: 'Math Week 3'!A31:F31</a:t>
            </a:r>
          </a:p>
          <a:p/>
          <a:p>
            <a:r>
              <a:t>INSTRUCTOR ONLY: REVEAL ASSESSMENT ANSWERS AFTER THE ATTEMPT</a:t>
            </a:r>
          </a:p>
          <a:p>
            <a:r>
              <a:t>4A question 14(b) = 10 5/16. 4B question 3 = 1 1/2 in. Answer Key page 13.</a:t>
            </a:r>
          </a:p>
          <a:p/>
          <a:p>
            <a:r>
              <a:t>Next: subtract lengths and regroup across a whole inch.</a:t>
            </a:r>
          </a:p>
          <a:p/>
          <a:p>
            <a:r>
              <a:t>Sources: 'Math Week 3'!A10:E10; 'Carpentry Schedule'!B27; 'Math Week 3'!A19</a:t>
            </a:r>
          </a:p>
          <a:p>
            <a:r>
              <a:t>Navigation/resource slides support these scheduled steps and do not add instructional time.</a:t>
            </a:r>
          </a:p>
          <a:p>
            <a:r>
              <a:t>SLIDE PLACEMENT: Start, 12:45 PM–12:50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W03-L01 | 2026-11-09 | 12:45 PM–2:00 PM | 75 minutes</a:t>
            </a:r>
          </a:p>
          <a:p>
            <a:r>
              <a:t>Adding fractional lengths</a:t>
            </a:r>
          </a:p>
          <a:p>
            <a:r>
              <a:t>Mode: Math</a:t>
            </a:r>
          </a:p>
          <a:p>
            <a:r>
              <a:t>Goal: Add fractional and mixed-inch lengths using a common denominator.</a:t>
            </a:r>
          </a:p>
          <a:p>
            <a:r>
              <a:t>Read: Textbook Chapter 4 pp.59–66</a:t>
            </a:r>
          </a:p>
          <a:p>
            <a:r>
              <a:t>Practise: Exercise Book 4A Q14 (p.26); 4B Q2–3 (p.27)</a:t>
            </a:r>
          </a:p>
          <a:p>
            <a:r>
              <a:t>Tool: Shape Canvas: label adjoining rectangles in inches. Use the Numeracy Hub Calculator after writing the sum.</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3'!A25:F25</a:t>
            </a:r>
          </a:p>
          <a:p/>
          <a:p>
            <a:r>
              <a:t>12:50 PM–12:55 PM | 2 Recall | 5 min</a:t>
            </a:r>
          </a:p>
          <a:p>
            <a:r>
              <a:t>Instructor: Retrieve equivalent fractions and ask how many sixteenths make one whole.</a:t>
            </a:r>
          </a:p>
          <a:p>
            <a:r>
              <a:t>Learners: Try first without displayed answers.</a:t>
            </a:r>
          </a:p>
          <a:p>
            <a:r>
              <a:t>Materials/check: Identify support needs</a:t>
            </a:r>
          </a:p>
          <a:p>
            <a:r>
              <a:t>Source: 'Math Week 3'!A26:F26</a:t>
            </a:r>
          </a:p>
          <a:p/>
          <a:p>
            <a:r>
              <a:t>12:55 PM–1:10 PM | 3 Teach | 15 min</a:t>
            </a:r>
          </a:p>
          <a:p>
            <a:r>
              <a:t>Instructor: Model a common denominator and carry a full group into the whole-number part. Connect the sum to adjoining pieces.</a:t>
            </a:r>
          </a:p>
          <a:p>
            <a:r>
              <a:t>Learners: Follow the example; explain the next step.</a:t>
            </a:r>
          </a:p>
          <a:p>
            <a:r>
              <a:t>Materials/check: Textbook; worked example</a:t>
            </a:r>
          </a:p>
          <a:p>
            <a:r>
              <a:t>Source: 'Math Week 3'!A27:F27</a:t>
            </a:r>
          </a:p>
          <a:p/>
          <a:p>
            <a:r>
              <a:t>1:10 PM–1:25 PM | 4 Together | 15 min</a:t>
            </a:r>
          </a:p>
          <a:p>
            <a:r>
              <a:t>Instructor: Solve 4A question 14(a), then 4B question 2 with a labelled strip diagram.</a:t>
            </a:r>
          </a:p>
          <a:p>
            <a:r>
              <a:t>Learners: Work in pairs; alternate solver and checker.</a:t>
            </a:r>
          </a:p>
          <a:p>
            <a:r>
              <a:t>Materials/check: Exercise Book; tool above</a:t>
            </a:r>
          </a:p>
          <a:p>
            <a:r>
              <a:t>Source: 'Math Week 3'!A28:F28</a:t>
            </a:r>
          </a:p>
          <a:p/>
          <a:p>
            <a:r>
              <a:t>1:25 PM–1:45 PM | 5 Practise | 20 min</a:t>
            </a:r>
          </a:p>
          <a:p>
            <a:r>
              <a:t>Instructor: Complete 4A question 14(b) and 4B question 3. Draw the lengths or layers and show the written addition before calculator checking.</a:t>
            </a:r>
          </a:p>
          <a:p>
            <a:r>
              <a:t>Learners: Show working and units; estimate, then check.</a:t>
            </a:r>
          </a:p>
          <a:p>
            <a:r>
              <a:t>Materials/check: Paper first; tool second</a:t>
            </a:r>
          </a:p>
          <a:p>
            <a:r>
              <a:t>Source: 'Math Week 3'!A29:F29</a:t>
            </a:r>
          </a:p>
          <a:p/>
          <a:p>
            <a:r>
              <a:t>1:45 PM–1:55 PM | 6 Check | 10 min</a:t>
            </a:r>
          </a:p>
          <a:p>
            <a:r>
              <a:t>Instructor: Redo 4A question 14(b) and explain the carry into the whole number.</a:t>
            </a:r>
          </a:p>
          <a:p>
            <a:r>
              <a:t>Learners: Answer independently and show the method.</a:t>
            </a:r>
          </a:p>
          <a:p>
            <a:r>
              <a:t>Materials/check: Teacher answers below</a:t>
            </a:r>
          </a:p>
          <a:p>
            <a:r>
              <a:t>Source: 'Math Week 3'!A30:F30</a:t>
            </a:r>
          </a:p>
          <a:p/>
          <a:p>
            <a:r>
              <a:t>1:55 PM–2:00 PM | 7 Wrap up | 5 min</a:t>
            </a:r>
          </a:p>
          <a:p>
            <a:r>
              <a:t>Instructor: Ask for one learning point and one skill to practise next.</a:t>
            </a:r>
          </a:p>
          <a:p>
            <a:r>
              <a:t>Learners: Record a takeaway and next action.</a:t>
            </a:r>
          </a:p>
          <a:p>
            <a:r>
              <a:t>Materials/check: Notebook / error log</a:t>
            </a:r>
          </a:p>
          <a:p>
            <a:r>
              <a:t>Source: 'Math Week 3'!A31:F31</a:t>
            </a:r>
          </a:p>
          <a:p/>
          <a:p>
            <a:r>
              <a:t>INSTRUCTOR ONLY: REVEAL ASSESSMENT ANSWERS AFTER THE ATTEMPT</a:t>
            </a:r>
          </a:p>
          <a:p>
            <a:r>
              <a:t>4A question 14(b) = 10 5/16. 4B question 3 = 1 1/2 in. Answer Key page 13.</a:t>
            </a:r>
          </a:p>
          <a:p/>
          <a:p>
            <a:r>
              <a:t>Next: subtract lengths and regroup across a whole inch.</a:t>
            </a:r>
          </a:p>
          <a:p/>
          <a:p>
            <a:r>
              <a:t>Sources: 'Math Week 3'!A10:E10; 'Carpentry Schedule'!B27; 'Math Week 3'!A19</a:t>
            </a:r>
          </a:p>
          <a:p>
            <a:r>
              <a:t>Navigation/resource slides support these scheduled steps and do not add instructional time.</a:t>
            </a:r>
          </a:p>
          <a:p>
            <a:r>
              <a:t>SLIDE PLACEMENT: Recall, 12:50 PM–12:55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W03-L01 | 2026-11-09 | 12:45 PM–2:00 PM | 75 minutes</a:t>
            </a:r>
          </a:p>
          <a:p>
            <a:r>
              <a:t>Adding fractional lengths</a:t>
            </a:r>
          </a:p>
          <a:p>
            <a:r>
              <a:t>Mode: Math</a:t>
            </a:r>
          </a:p>
          <a:p>
            <a:r>
              <a:t>Goal: Add fractional and mixed-inch lengths using a common denominator.</a:t>
            </a:r>
          </a:p>
          <a:p>
            <a:r>
              <a:t>Read: Textbook Chapter 4 pp.59–66</a:t>
            </a:r>
          </a:p>
          <a:p>
            <a:r>
              <a:t>Practise: Exercise Book 4A Q14 (p.26); 4B Q2–3 (p.27)</a:t>
            </a:r>
          </a:p>
          <a:p>
            <a:r>
              <a:t>Tool: Shape Canvas: label adjoining rectangles in inches. Use the Numeracy Hub Calculator after writing the sum.</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3'!A25:F25</a:t>
            </a:r>
          </a:p>
          <a:p/>
          <a:p>
            <a:r>
              <a:t>12:50 PM–12:55 PM | 2 Recall | 5 min</a:t>
            </a:r>
          </a:p>
          <a:p>
            <a:r>
              <a:t>Instructor: Retrieve equivalent fractions and ask how many sixteenths make one whole.</a:t>
            </a:r>
          </a:p>
          <a:p>
            <a:r>
              <a:t>Learners: Try first without displayed answers.</a:t>
            </a:r>
          </a:p>
          <a:p>
            <a:r>
              <a:t>Materials/check: Identify support needs</a:t>
            </a:r>
          </a:p>
          <a:p>
            <a:r>
              <a:t>Source: 'Math Week 3'!A26:F26</a:t>
            </a:r>
          </a:p>
          <a:p/>
          <a:p>
            <a:r>
              <a:t>12:55 PM–1:10 PM | 3 Teach | 15 min</a:t>
            </a:r>
          </a:p>
          <a:p>
            <a:r>
              <a:t>Instructor: Model a common denominator and carry a full group into the whole-number part. Connect the sum to adjoining pieces.</a:t>
            </a:r>
          </a:p>
          <a:p>
            <a:r>
              <a:t>Learners: Follow the example; explain the next step.</a:t>
            </a:r>
          </a:p>
          <a:p>
            <a:r>
              <a:t>Materials/check: Textbook; worked example</a:t>
            </a:r>
          </a:p>
          <a:p>
            <a:r>
              <a:t>Source: 'Math Week 3'!A27:F27</a:t>
            </a:r>
          </a:p>
          <a:p/>
          <a:p>
            <a:r>
              <a:t>1:10 PM–1:25 PM | 4 Together | 15 min</a:t>
            </a:r>
          </a:p>
          <a:p>
            <a:r>
              <a:t>Instructor: Solve 4A question 14(a), then 4B question 2 with a labelled strip diagram.</a:t>
            </a:r>
          </a:p>
          <a:p>
            <a:r>
              <a:t>Learners: Work in pairs; alternate solver and checker.</a:t>
            </a:r>
          </a:p>
          <a:p>
            <a:r>
              <a:t>Materials/check: Exercise Book; tool above</a:t>
            </a:r>
          </a:p>
          <a:p>
            <a:r>
              <a:t>Source: 'Math Week 3'!A28:F28</a:t>
            </a:r>
          </a:p>
          <a:p/>
          <a:p>
            <a:r>
              <a:t>1:25 PM–1:45 PM | 5 Practise | 20 min</a:t>
            </a:r>
          </a:p>
          <a:p>
            <a:r>
              <a:t>Instructor: Complete 4A question 14(b) and 4B question 3. Draw the lengths or layers and show the written addition before calculator checking.</a:t>
            </a:r>
          </a:p>
          <a:p>
            <a:r>
              <a:t>Learners: Show working and units; estimate, then check.</a:t>
            </a:r>
          </a:p>
          <a:p>
            <a:r>
              <a:t>Materials/check: Paper first; tool second</a:t>
            </a:r>
          </a:p>
          <a:p>
            <a:r>
              <a:t>Source: 'Math Week 3'!A29:F29</a:t>
            </a:r>
          </a:p>
          <a:p/>
          <a:p>
            <a:r>
              <a:t>1:45 PM–1:55 PM | 6 Check | 10 min</a:t>
            </a:r>
          </a:p>
          <a:p>
            <a:r>
              <a:t>Instructor: Redo 4A question 14(b) and explain the carry into the whole number.</a:t>
            </a:r>
          </a:p>
          <a:p>
            <a:r>
              <a:t>Learners: Answer independently and show the method.</a:t>
            </a:r>
          </a:p>
          <a:p>
            <a:r>
              <a:t>Materials/check: Teacher answers below</a:t>
            </a:r>
          </a:p>
          <a:p>
            <a:r>
              <a:t>Source: 'Math Week 3'!A30:F30</a:t>
            </a:r>
          </a:p>
          <a:p/>
          <a:p>
            <a:r>
              <a:t>1:55 PM–2:00 PM | 7 Wrap up | 5 min</a:t>
            </a:r>
          </a:p>
          <a:p>
            <a:r>
              <a:t>Instructor: Ask for one learning point and one skill to practise next.</a:t>
            </a:r>
          </a:p>
          <a:p>
            <a:r>
              <a:t>Learners: Record a takeaway and next action.</a:t>
            </a:r>
          </a:p>
          <a:p>
            <a:r>
              <a:t>Materials/check: Notebook / error log</a:t>
            </a:r>
          </a:p>
          <a:p>
            <a:r>
              <a:t>Source: 'Math Week 3'!A31:F31</a:t>
            </a:r>
          </a:p>
          <a:p/>
          <a:p>
            <a:r>
              <a:t>INSTRUCTOR ONLY: REVEAL ASSESSMENT ANSWERS AFTER THE ATTEMPT</a:t>
            </a:r>
          </a:p>
          <a:p>
            <a:r>
              <a:t>4A question 14(b) = 10 5/16. 4B question 3 = 1 1/2 in. Answer Key page 13.</a:t>
            </a:r>
          </a:p>
          <a:p/>
          <a:p>
            <a:r>
              <a:t>Next: subtract lengths and regroup across a whole inch.</a:t>
            </a:r>
          </a:p>
          <a:p/>
          <a:p>
            <a:r>
              <a:t>Sources: 'Math Week 3'!A10:E10; 'Carpentry Schedule'!B27; 'Math Week 3'!A19</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Teaching content sources:</a:t>
            </a:r>
          </a:p>
          <a:p>
            <a:r>
              <a:t>'Math Week 3'!A19</a:t>
            </a:r>
          </a:p>
          <a:p>
            <a:r>
              <a:t>'Math Week 3'!B21</a:t>
            </a:r>
          </a:p>
          <a:p>
            <a:r>
              <a:t>'Math Week 3'!B23</a:t>
            </a:r>
          </a:p>
          <a:p>
            <a:r>
              <a:t>Textbook Chapter 4 pp.59–66</a:t>
            </a:r>
          </a:p>
          <a:p>
            <a:r>
              <a:t>ACCESS CARPENTRY SLIDES.pptx slides 48–50</a:t>
            </a:r>
          </a:p>
          <a:p>
            <a:r>
              <a:t>ACCESS Trades Numeracy Textbook, PDF/printed p.65</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W03-L01 | 2026-11-09 | 12:45 PM–2:00 PM | 75 minutes</a:t>
            </a:r>
          </a:p>
          <a:p>
            <a:r>
              <a:t>Adding fractional lengths</a:t>
            </a:r>
          </a:p>
          <a:p>
            <a:r>
              <a:t>Mode: Math</a:t>
            </a:r>
          </a:p>
          <a:p>
            <a:r>
              <a:t>Goal: Add fractional and mixed-inch lengths using a common denominator.</a:t>
            </a:r>
          </a:p>
          <a:p>
            <a:r>
              <a:t>Read: Textbook Chapter 4 pp.59–66</a:t>
            </a:r>
          </a:p>
          <a:p>
            <a:r>
              <a:t>Practise: Exercise Book 4A Q14 (p.26); 4B Q2–3 (p.27)</a:t>
            </a:r>
          </a:p>
          <a:p>
            <a:r>
              <a:t>Tool: Shape Canvas: label adjoining rectangles in inches. Use the Numeracy Hub Calculator after writing the sum.</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3'!A25:F25</a:t>
            </a:r>
          </a:p>
          <a:p/>
          <a:p>
            <a:r>
              <a:t>12:50 PM–12:55 PM | 2 Recall | 5 min</a:t>
            </a:r>
          </a:p>
          <a:p>
            <a:r>
              <a:t>Instructor: Retrieve equivalent fractions and ask how many sixteenths make one whole.</a:t>
            </a:r>
          </a:p>
          <a:p>
            <a:r>
              <a:t>Learners: Try first without displayed answers.</a:t>
            </a:r>
          </a:p>
          <a:p>
            <a:r>
              <a:t>Materials/check: Identify support needs</a:t>
            </a:r>
          </a:p>
          <a:p>
            <a:r>
              <a:t>Source: 'Math Week 3'!A26:F26</a:t>
            </a:r>
          </a:p>
          <a:p/>
          <a:p>
            <a:r>
              <a:t>12:55 PM–1:10 PM | 3 Teach | 15 min</a:t>
            </a:r>
          </a:p>
          <a:p>
            <a:r>
              <a:t>Instructor: Model a common denominator and carry a full group into the whole-number part. Connect the sum to adjoining pieces.</a:t>
            </a:r>
          </a:p>
          <a:p>
            <a:r>
              <a:t>Learners: Follow the example; explain the next step.</a:t>
            </a:r>
          </a:p>
          <a:p>
            <a:r>
              <a:t>Materials/check: Textbook; worked example</a:t>
            </a:r>
          </a:p>
          <a:p>
            <a:r>
              <a:t>Source: 'Math Week 3'!A27:F27</a:t>
            </a:r>
          </a:p>
          <a:p/>
          <a:p>
            <a:r>
              <a:t>1:10 PM–1:25 PM | 4 Together | 15 min</a:t>
            </a:r>
          </a:p>
          <a:p>
            <a:r>
              <a:t>Instructor: Solve 4A question 14(a), then 4B question 2 with a labelled strip diagram.</a:t>
            </a:r>
          </a:p>
          <a:p>
            <a:r>
              <a:t>Learners: Work in pairs; alternate solver and checker.</a:t>
            </a:r>
          </a:p>
          <a:p>
            <a:r>
              <a:t>Materials/check: Exercise Book; tool above</a:t>
            </a:r>
          </a:p>
          <a:p>
            <a:r>
              <a:t>Source: 'Math Week 3'!A28:F28</a:t>
            </a:r>
          </a:p>
          <a:p/>
          <a:p>
            <a:r>
              <a:t>1:25 PM–1:45 PM | 5 Practise | 20 min</a:t>
            </a:r>
          </a:p>
          <a:p>
            <a:r>
              <a:t>Instructor: Complete 4A question 14(b) and 4B question 3. Draw the lengths or layers and show the written addition before calculator checking.</a:t>
            </a:r>
          </a:p>
          <a:p>
            <a:r>
              <a:t>Learners: Show working and units; estimate, then check.</a:t>
            </a:r>
          </a:p>
          <a:p>
            <a:r>
              <a:t>Materials/check: Paper first; tool second</a:t>
            </a:r>
          </a:p>
          <a:p>
            <a:r>
              <a:t>Source: 'Math Week 3'!A29:F29</a:t>
            </a:r>
          </a:p>
          <a:p/>
          <a:p>
            <a:r>
              <a:t>1:45 PM–1:55 PM | 6 Check | 10 min</a:t>
            </a:r>
          </a:p>
          <a:p>
            <a:r>
              <a:t>Instructor: Redo 4A question 14(b) and explain the carry into the whole number.</a:t>
            </a:r>
          </a:p>
          <a:p>
            <a:r>
              <a:t>Learners: Answer independently and show the method.</a:t>
            </a:r>
          </a:p>
          <a:p>
            <a:r>
              <a:t>Materials/check: Teacher answers below</a:t>
            </a:r>
          </a:p>
          <a:p>
            <a:r>
              <a:t>Source: 'Math Week 3'!A30:F30</a:t>
            </a:r>
          </a:p>
          <a:p/>
          <a:p>
            <a:r>
              <a:t>1:55 PM–2:00 PM | 7 Wrap up | 5 min</a:t>
            </a:r>
          </a:p>
          <a:p>
            <a:r>
              <a:t>Instructor: Ask for one learning point and one skill to practise next.</a:t>
            </a:r>
          </a:p>
          <a:p>
            <a:r>
              <a:t>Learners: Record a takeaway and next action.</a:t>
            </a:r>
          </a:p>
          <a:p>
            <a:r>
              <a:t>Materials/check: Notebook / error log</a:t>
            </a:r>
          </a:p>
          <a:p>
            <a:r>
              <a:t>Source: 'Math Week 3'!A31:F31</a:t>
            </a:r>
          </a:p>
          <a:p/>
          <a:p>
            <a:r>
              <a:t>INSTRUCTOR ONLY: REVEAL ASSESSMENT ANSWERS AFTER THE ATTEMPT</a:t>
            </a:r>
          </a:p>
          <a:p>
            <a:r>
              <a:t>4A question 14(b) = 10 5/16. 4B question 3 = 1 1/2 in. Answer Key page 13.</a:t>
            </a:r>
          </a:p>
          <a:p/>
          <a:p>
            <a:r>
              <a:t>Next: subtract lengths and regroup across a whole inch.</a:t>
            </a:r>
          </a:p>
          <a:p/>
          <a:p>
            <a:r>
              <a:t>Sources: 'Math Week 3'!A10:E10; 'Carpentry Schedule'!B27; 'Math Week 3'!A19</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Teaching content sources:</a:t>
            </a:r>
          </a:p>
          <a:p>
            <a:r>
              <a:t>'Math Week 3'!A19</a:t>
            </a:r>
          </a:p>
          <a:p>
            <a:r>
              <a:t>'Math Week 3'!B21</a:t>
            </a:r>
          </a:p>
          <a:p>
            <a:r>
              <a:t>'Math Week 3'!B23</a:t>
            </a:r>
          </a:p>
          <a:p>
            <a:r>
              <a:t>Textbook Chapter 4 pp.59–66</a:t>
            </a:r>
          </a:p>
          <a:p>
            <a:r>
              <a:t>ACCESS CARPENTRY SLIDES.pptx slides 48–50</a:t>
            </a:r>
          </a:p>
          <a:p>
            <a:r>
              <a:t>ACCESS Trades Numeracy Textbook, PDF/printed p.65</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W03-L01 | 2026-11-09 | 12:45 PM–2:00 PM | 75 minutes</a:t>
            </a:r>
          </a:p>
          <a:p>
            <a:r>
              <a:t>Adding fractional lengths</a:t>
            </a:r>
          </a:p>
          <a:p>
            <a:r>
              <a:t>Mode: Math</a:t>
            </a:r>
          </a:p>
          <a:p>
            <a:r>
              <a:t>Goal: Add fractional and mixed-inch lengths using a common denominator.</a:t>
            </a:r>
          </a:p>
          <a:p>
            <a:r>
              <a:t>Read: Textbook Chapter 4 pp.59–66</a:t>
            </a:r>
          </a:p>
          <a:p>
            <a:r>
              <a:t>Practise: Exercise Book 4A Q14 (p.26); 4B Q2–3 (p.27)</a:t>
            </a:r>
          </a:p>
          <a:p>
            <a:r>
              <a:t>Tool: Shape Canvas: label adjoining rectangles in inches. Use the Numeracy Hub Calculator after writing the sum.</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3'!A25:F25</a:t>
            </a:r>
          </a:p>
          <a:p/>
          <a:p>
            <a:r>
              <a:t>12:50 PM–12:55 PM | 2 Recall | 5 min</a:t>
            </a:r>
          </a:p>
          <a:p>
            <a:r>
              <a:t>Instructor: Retrieve equivalent fractions and ask how many sixteenths make one whole.</a:t>
            </a:r>
          </a:p>
          <a:p>
            <a:r>
              <a:t>Learners: Try first without displayed answers.</a:t>
            </a:r>
          </a:p>
          <a:p>
            <a:r>
              <a:t>Materials/check: Identify support needs</a:t>
            </a:r>
          </a:p>
          <a:p>
            <a:r>
              <a:t>Source: 'Math Week 3'!A26:F26</a:t>
            </a:r>
          </a:p>
          <a:p/>
          <a:p>
            <a:r>
              <a:t>12:55 PM–1:10 PM | 3 Teach | 15 min</a:t>
            </a:r>
          </a:p>
          <a:p>
            <a:r>
              <a:t>Instructor: Model a common denominator and carry a full group into the whole-number part. Connect the sum to adjoining pieces.</a:t>
            </a:r>
          </a:p>
          <a:p>
            <a:r>
              <a:t>Learners: Follow the example; explain the next step.</a:t>
            </a:r>
          </a:p>
          <a:p>
            <a:r>
              <a:t>Materials/check: Textbook; worked example</a:t>
            </a:r>
          </a:p>
          <a:p>
            <a:r>
              <a:t>Source: 'Math Week 3'!A27:F27</a:t>
            </a:r>
          </a:p>
          <a:p/>
          <a:p>
            <a:r>
              <a:t>1:10 PM–1:25 PM | 4 Together | 15 min</a:t>
            </a:r>
          </a:p>
          <a:p>
            <a:r>
              <a:t>Instructor: Solve 4A question 14(a), then 4B question 2 with a labelled strip diagram.</a:t>
            </a:r>
          </a:p>
          <a:p>
            <a:r>
              <a:t>Learners: Work in pairs; alternate solver and checker.</a:t>
            </a:r>
          </a:p>
          <a:p>
            <a:r>
              <a:t>Materials/check: Exercise Book; tool above</a:t>
            </a:r>
          </a:p>
          <a:p>
            <a:r>
              <a:t>Source: 'Math Week 3'!A28:F28</a:t>
            </a:r>
          </a:p>
          <a:p/>
          <a:p>
            <a:r>
              <a:t>1:25 PM–1:45 PM | 5 Practise | 20 min</a:t>
            </a:r>
          </a:p>
          <a:p>
            <a:r>
              <a:t>Instructor: Complete 4A question 14(b) and 4B question 3. Draw the lengths or layers and show the written addition before calculator checking.</a:t>
            </a:r>
          </a:p>
          <a:p>
            <a:r>
              <a:t>Learners: Show working and units; estimate, then check.</a:t>
            </a:r>
          </a:p>
          <a:p>
            <a:r>
              <a:t>Materials/check: Paper first; tool second</a:t>
            </a:r>
          </a:p>
          <a:p>
            <a:r>
              <a:t>Source: 'Math Week 3'!A29:F29</a:t>
            </a:r>
          </a:p>
          <a:p/>
          <a:p>
            <a:r>
              <a:t>1:45 PM–1:55 PM | 6 Check | 10 min</a:t>
            </a:r>
          </a:p>
          <a:p>
            <a:r>
              <a:t>Instructor: Redo 4A question 14(b) and explain the carry into the whole number.</a:t>
            </a:r>
          </a:p>
          <a:p>
            <a:r>
              <a:t>Learners: Answer independently and show the method.</a:t>
            </a:r>
          </a:p>
          <a:p>
            <a:r>
              <a:t>Materials/check: Teacher answers below</a:t>
            </a:r>
          </a:p>
          <a:p>
            <a:r>
              <a:t>Source: 'Math Week 3'!A30:F30</a:t>
            </a:r>
          </a:p>
          <a:p/>
          <a:p>
            <a:r>
              <a:t>1:55 PM–2:00 PM | 7 Wrap up | 5 min</a:t>
            </a:r>
          </a:p>
          <a:p>
            <a:r>
              <a:t>Instructor: Ask for one learning point and one skill to practise next.</a:t>
            </a:r>
          </a:p>
          <a:p>
            <a:r>
              <a:t>Learners: Record a takeaway and next action.</a:t>
            </a:r>
          </a:p>
          <a:p>
            <a:r>
              <a:t>Materials/check: Notebook / error log</a:t>
            </a:r>
          </a:p>
          <a:p>
            <a:r>
              <a:t>Source: 'Math Week 3'!A31:F31</a:t>
            </a:r>
          </a:p>
          <a:p/>
          <a:p>
            <a:r>
              <a:t>INSTRUCTOR ONLY: REVEAL ASSESSMENT ANSWERS AFTER THE ATTEMPT</a:t>
            </a:r>
          </a:p>
          <a:p>
            <a:r>
              <a:t>4A question 14(b) = 10 5/16. 4B question 3 = 1 1/2 in. Answer Key page 13.</a:t>
            </a:r>
          </a:p>
          <a:p/>
          <a:p>
            <a:r>
              <a:t>Next: subtract lengths and regroup across a whole inch.</a:t>
            </a:r>
          </a:p>
          <a:p/>
          <a:p>
            <a:r>
              <a:t>Sources: 'Math Week 3'!A10:E10; 'Carpentry Schedule'!B27; 'Math Week 3'!A19</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Textbook visual: Textbook p.65 · Figure 4.9: adjoining mixed-inch lengths.</a:t>
            </a:r>
          </a:p>
          <a:p>
            <a:r>
              <a:t>Exact PDF/printed page: 65. Excerpt reproduced from the supplied ACCESS Textbook.</a:t>
            </a:r>
          </a:p>
          <a:p>
            <a:r>
              <a:t>Figure 4.9 and Example 4.9 show a mixed-inch cut list that carries a whole from added fractions.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W03-L01 | 2026-11-09 | 12:45 PM–2:00 PM | 75 minutes</a:t>
            </a:r>
          </a:p>
          <a:p>
            <a:r>
              <a:t>Adding fractional lengths</a:t>
            </a:r>
          </a:p>
          <a:p>
            <a:r>
              <a:t>Mode: Math</a:t>
            </a:r>
          </a:p>
          <a:p>
            <a:r>
              <a:t>Goal: Add fractional and mixed-inch lengths using a common denominator.</a:t>
            </a:r>
          </a:p>
          <a:p>
            <a:r>
              <a:t>Read: Textbook Chapter 4 pp.59–66</a:t>
            </a:r>
          </a:p>
          <a:p>
            <a:r>
              <a:t>Practise: Exercise Book 4A Q14 (p.26); 4B Q2–3 (p.27)</a:t>
            </a:r>
          </a:p>
          <a:p>
            <a:r>
              <a:t>Tool: Shape Canvas: label adjoining rectangles in inches. Use the Numeracy Hub Calculator after writing the sum.</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3'!A25:F25</a:t>
            </a:r>
          </a:p>
          <a:p/>
          <a:p>
            <a:r>
              <a:t>12:50 PM–12:55 PM | 2 Recall | 5 min</a:t>
            </a:r>
          </a:p>
          <a:p>
            <a:r>
              <a:t>Instructor: Retrieve equivalent fractions and ask how many sixteenths make one whole.</a:t>
            </a:r>
          </a:p>
          <a:p>
            <a:r>
              <a:t>Learners: Try first without displayed answers.</a:t>
            </a:r>
          </a:p>
          <a:p>
            <a:r>
              <a:t>Materials/check: Identify support needs</a:t>
            </a:r>
          </a:p>
          <a:p>
            <a:r>
              <a:t>Source: 'Math Week 3'!A26:F26</a:t>
            </a:r>
          </a:p>
          <a:p/>
          <a:p>
            <a:r>
              <a:t>12:55 PM–1:10 PM | 3 Teach | 15 min</a:t>
            </a:r>
          </a:p>
          <a:p>
            <a:r>
              <a:t>Instructor: Model a common denominator and carry a full group into the whole-number part. Connect the sum to adjoining pieces.</a:t>
            </a:r>
          </a:p>
          <a:p>
            <a:r>
              <a:t>Learners: Follow the example; explain the next step.</a:t>
            </a:r>
          </a:p>
          <a:p>
            <a:r>
              <a:t>Materials/check: Textbook; worked example</a:t>
            </a:r>
          </a:p>
          <a:p>
            <a:r>
              <a:t>Source: 'Math Week 3'!A27:F27</a:t>
            </a:r>
          </a:p>
          <a:p/>
          <a:p>
            <a:r>
              <a:t>1:10 PM–1:25 PM | 4 Together | 15 min</a:t>
            </a:r>
          </a:p>
          <a:p>
            <a:r>
              <a:t>Instructor: Solve 4A question 14(a), then 4B question 2 with a labelled strip diagram.</a:t>
            </a:r>
          </a:p>
          <a:p>
            <a:r>
              <a:t>Learners: Work in pairs; alternate solver and checker.</a:t>
            </a:r>
          </a:p>
          <a:p>
            <a:r>
              <a:t>Materials/check: Exercise Book; tool above</a:t>
            </a:r>
          </a:p>
          <a:p>
            <a:r>
              <a:t>Source: 'Math Week 3'!A28:F28</a:t>
            </a:r>
          </a:p>
          <a:p/>
          <a:p>
            <a:r>
              <a:t>1:25 PM–1:45 PM | 5 Practise | 20 min</a:t>
            </a:r>
          </a:p>
          <a:p>
            <a:r>
              <a:t>Instructor: Complete 4A question 14(b) and 4B question 3. Draw the lengths or layers and show the written addition before calculator checking.</a:t>
            </a:r>
          </a:p>
          <a:p>
            <a:r>
              <a:t>Learners: Show working and units; estimate, then check.</a:t>
            </a:r>
          </a:p>
          <a:p>
            <a:r>
              <a:t>Materials/check: Paper first; tool second</a:t>
            </a:r>
          </a:p>
          <a:p>
            <a:r>
              <a:t>Source: 'Math Week 3'!A29:F29</a:t>
            </a:r>
          </a:p>
          <a:p/>
          <a:p>
            <a:r>
              <a:t>1:45 PM–1:55 PM | 6 Check | 10 min</a:t>
            </a:r>
          </a:p>
          <a:p>
            <a:r>
              <a:t>Instructor: Redo 4A question 14(b) and explain the carry into the whole number.</a:t>
            </a:r>
          </a:p>
          <a:p>
            <a:r>
              <a:t>Learners: Answer independently and show the method.</a:t>
            </a:r>
          </a:p>
          <a:p>
            <a:r>
              <a:t>Materials/check: Teacher answers below</a:t>
            </a:r>
          </a:p>
          <a:p>
            <a:r>
              <a:t>Source: 'Math Week 3'!A30:F30</a:t>
            </a:r>
          </a:p>
          <a:p/>
          <a:p>
            <a:r>
              <a:t>1:55 PM–2:00 PM | 7 Wrap up | 5 min</a:t>
            </a:r>
          </a:p>
          <a:p>
            <a:r>
              <a:t>Instructor: Ask for one learning point and one skill to practise next.</a:t>
            </a:r>
          </a:p>
          <a:p>
            <a:r>
              <a:t>Learners: Record a takeaway and next action.</a:t>
            </a:r>
          </a:p>
          <a:p>
            <a:r>
              <a:t>Materials/check: Notebook / error log</a:t>
            </a:r>
          </a:p>
          <a:p>
            <a:r>
              <a:t>Source: 'Math Week 3'!A31:F31</a:t>
            </a:r>
          </a:p>
          <a:p/>
          <a:p>
            <a:r>
              <a:t>INSTRUCTOR ONLY: REVEAL ASSESSMENT ANSWERS AFTER THE ATTEMPT</a:t>
            </a:r>
          </a:p>
          <a:p>
            <a:r>
              <a:t>4A question 14(b) = 10 5/16. 4B question 3 = 1 1/2 in. Answer Key page 13.</a:t>
            </a:r>
          </a:p>
          <a:p/>
          <a:p>
            <a:r>
              <a:t>Next: subtract lengths and regroup across a whole inch.</a:t>
            </a:r>
          </a:p>
          <a:p/>
          <a:p>
            <a:r>
              <a:t>Sources: 'Math Week 3'!A10:E10; 'Carpentry Schedule'!B27; 'Math Week 3'!A19</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Textbook visual: Textbook p.65 · Example 4.9: carry a whole from the fractional total.</a:t>
            </a:r>
          </a:p>
          <a:p>
            <a:r>
              <a:t>Exact PDF/printed page: 65. Excerpt reproduced from the supplied ACCESS Textbook.</a:t>
            </a:r>
          </a:p>
          <a:p>
            <a:r>
              <a:t>Figure 4.9 and Example 4.9 show a mixed-inch cut list that carries a whole from added fractions.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W03-L01 | 2026-11-09 | 12:45 PM–2:00 PM | 75 minutes</a:t>
            </a:r>
          </a:p>
          <a:p>
            <a:r>
              <a:t>Adding fractional lengths</a:t>
            </a:r>
          </a:p>
          <a:p>
            <a:r>
              <a:t>Mode: Math</a:t>
            </a:r>
          </a:p>
          <a:p>
            <a:r>
              <a:t>Goal: Add fractional and mixed-inch lengths using a common denominator.</a:t>
            </a:r>
          </a:p>
          <a:p>
            <a:r>
              <a:t>Read: Textbook Chapter 4 pp.59–66</a:t>
            </a:r>
          </a:p>
          <a:p>
            <a:r>
              <a:t>Practise: Exercise Book 4A Q14 (p.26); 4B Q2–3 (p.27)</a:t>
            </a:r>
          </a:p>
          <a:p>
            <a:r>
              <a:t>Tool: Shape Canvas: label adjoining rectangles in inches. Use the Numeracy Hub Calculator after writing the sum.</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3'!A25:F25</a:t>
            </a:r>
          </a:p>
          <a:p/>
          <a:p>
            <a:r>
              <a:t>12:50 PM–12:55 PM | 2 Recall | 5 min</a:t>
            </a:r>
          </a:p>
          <a:p>
            <a:r>
              <a:t>Instructor: Retrieve equivalent fractions and ask how many sixteenths make one whole.</a:t>
            </a:r>
          </a:p>
          <a:p>
            <a:r>
              <a:t>Learners: Try first without displayed answers.</a:t>
            </a:r>
          </a:p>
          <a:p>
            <a:r>
              <a:t>Materials/check: Identify support needs</a:t>
            </a:r>
          </a:p>
          <a:p>
            <a:r>
              <a:t>Source: 'Math Week 3'!A26:F26</a:t>
            </a:r>
          </a:p>
          <a:p/>
          <a:p>
            <a:r>
              <a:t>12:55 PM–1:10 PM | 3 Teach | 15 min</a:t>
            </a:r>
          </a:p>
          <a:p>
            <a:r>
              <a:t>Instructor: Model a common denominator and carry a full group into the whole-number part. Connect the sum to adjoining pieces.</a:t>
            </a:r>
          </a:p>
          <a:p>
            <a:r>
              <a:t>Learners: Follow the example; explain the next step.</a:t>
            </a:r>
          </a:p>
          <a:p>
            <a:r>
              <a:t>Materials/check: Textbook; worked example</a:t>
            </a:r>
          </a:p>
          <a:p>
            <a:r>
              <a:t>Source: 'Math Week 3'!A27:F27</a:t>
            </a:r>
          </a:p>
          <a:p/>
          <a:p>
            <a:r>
              <a:t>1:10 PM–1:25 PM | 4 Together | 15 min</a:t>
            </a:r>
          </a:p>
          <a:p>
            <a:r>
              <a:t>Instructor: Solve 4A question 14(a), then 4B question 2 with a labelled strip diagram.</a:t>
            </a:r>
          </a:p>
          <a:p>
            <a:r>
              <a:t>Learners: Work in pairs; alternate solver and checker.</a:t>
            </a:r>
          </a:p>
          <a:p>
            <a:r>
              <a:t>Materials/check: Exercise Book; tool above</a:t>
            </a:r>
          </a:p>
          <a:p>
            <a:r>
              <a:t>Source: 'Math Week 3'!A28:F28</a:t>
            </a:r>
          </a:p>
          <a:p/>
          <a:p>
            <a:r>
              <a:t>1:25 PM–1:45 PM | 5 Practise | 20 min</a:t>
            </a:r>
          </a:p>
          <a:p>
            <a:r>
              <a:t>Instructor: Complete 4A question 14(b) and 4B question 3. Draw the lengths or layers and show the written addition before calculator checking.</a:t>
            </a:r>
          </a:p>
          <a:p>
            <a:r>
              <a:t>Learners: Show working and units; estimate, then check.</a:t>
            </a:r>
          </a:p>
          <a:p>
            <a:r>
              <a:t>Materials/check: Paper first; tool second</a:t>
            </a:r>
          </a:p>
          <a:p>
            <a:r>
              <a:t>Source: 'Math Week 3'!A29:F29</a:t>
            </a:r>
          </a:p>
          <a:p/>
          <a:p>
            <a:r>
              <a:t>1:45 PM–1:55 PM | 6 Check | 10 min</a:t>
            </a:r>
          </a:p>
          <a:p>
            <a:r>
              <a:t>Instructor: Redo 4A question 14(b) and explain the carry into the whole number.</a:t>
            </a:r>
          </a:p>
          <a:p>
            <a:r>
              <a:t>Learners: Answer independently and show the method.</a:t>
            </a:r>
          </a:p>
          <a:p>
            <a:r>
              <a:t>Materials/check: Teacher answers below</a:t>
            </a:r>
          </a:p>
          <a:p>
            <a:r>
              <a:t>Source: 'Math Week 3'!A30:F30</a:t>
            </a:r>
          </a:p>
          <a:p/>
          <a:p>
            <a:r>
              <a:t>1:55 PM–2:00 PM | 7 Wrap up | 5 min</a:t>
            </a:r>
          </a:p>
          <a:p>
            <a:r>
              <a:t>Instructor: Ask for one learning point and one skill to practise next.</a:t>
            </a:r>
          </a:p>
          <a:p>
            <a:r>
              <a:t>Learners: Record a takeaway and next action.</a:t>
            </a:r>
          </a:p>
          <a:p>
            <a:r>
              <a:t>Materials/check: Notebook / error log</a:t>
            </a:r>
          </a:p>
          <a:p>
            <a:r>
              <a:t>Source: 'Math Week 3'!A31:F31</a:t>
            </a:r>
          </a:p>
          <a:p/>
          <a:p>
            <a:r>
              <a:t>INSTRUCTOR ONLY: REVEAL ASSESSMENT ANSWERS AFTER THE ATTEMPT</a:t>
            </a:r>
          </a:p>
          <a:p>
            <a:r>
              <a:t>4A question 14(b) = 10 5/16. 4B question 3 = 1 1/2 in. Answer Key page 13.</a:t>
            </a:r>
          </a:p>
          <a:p/>
          <a:p>
            <a:r>
              <a:t>Next: subtract lengths and regroup across a whole inch.</a:t>
            </a:r>
          </a:p>
          <a:p/>
          <a:p>
            <a:r>
              <a:t>Sources: 'Math Week 3'!A10:E10; 'Carpentry Schedule'!B27; 'Math Week 3'!A19</a:t>
            </a:r>
          </a:p>
          <a:p>
            <a:r>
              <a:t>Navigation/resource slides support these scheduled steps and do not add instructional time.</a:t>
            </a:r>
          </a:p>
          <a:p>
            <a:r>
              <a:t>SLIDE PLACEMENT: Teach, 12:55 PM–1:10 PM.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W03-L01 | 2026-11-09 | 12:45 PM–2:00 PM | 75 minutes</a:t>
            </a:r>
          </a:p>
          <a:p>
            <a:r>
              <a:t>Adding fractional lengths</a:t>
            </a:r>
          </a:p>
          <a:p>
            <a:r>
              <a:t>Mode: Math</a:t>
            </a:r>
          </a:p>
          <a:p>
            <a:r>
              <a:t>Goal: Add fractional and mixed-inch lengths using a common denominator.</a:t>
            </a:r>
          </a:p>
          <a:p>
            <a:r>
              <a:t>Read: Textbook Chapter 4 pp.59–66</a:t>
            </a:r>
          </a:p>
          <a:p>
            <a:r>
              <a:t>Practise: Exercise Book 4A Q14 (p.26); 4B Q2–3 (p.27)</a:t>
            </a:r>
          </a:p>
          <a:p>
            <a:r>
              <a:t>Tool: Shape Canvas: label adjoining rectangles in inches. Use the Numeracy Hub Calculator after writing the sum.</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3'!A25:F25</a:t>
            </a:r>
          </a:p>
          <a:p/>
          <a:p>
            <a:r>
              <a:t>12:50 PM–12:55 PM | 2 Recall | 5 min</a:t>
            </a:r>
          </a:p>
          <a:p>
            <a:r>
              <a:t>Instructor: Retrieve equivalent fractions and ask how many sixteenths make one whole.</a:t>
            </a:r>
          </a:p>
          <a:p>
            <a:r>
              <a:t>Learners: Try first without displayed answers.</a:t>
            </a:r>
          </a:p>
          <a:p>
            <a:r>
              <a:t>Materials/check: Identify support needs</a:t>
            </a:r>
          </a:p>
          <a:p>
            <a:r>
              <a:t>Source: 'Math Week 3'!A26:F26</a:t>
            </a:r>
          </a:p>
          <a:p/>
          <a:p>
            <a:r>
              <a:t>12:55 PM–1:10 PM | 3 Teach | 15 min</a:t>
            </a:r>
          </a:p>
          <a:p>
            <a:r>
              <a:t>Instructor: Model a common denominator and carry a full group into the whole-number part. Connect the sum to adjoining pieces.</a:t>
            </a:r>
          </a:p>
          <a:p>
            <a:r>
              <a:t>Learners: Follow the example; explain the next step.</a:t>
            </a:r>
          </a:p>
          <a:p>
            <a:r>
              <a:t>Materials/check: Textbook; worked example</a:t>
            </a:r>
          </a:p>
          <a:p>
            <a:r>
              <a:t>Source: 'Math Week 3'!A27:F27</a:t>
            </a:r>
          </a:p>
          <a:p/>
          <a:p>
            <a:r>
              <a:t>1:10 PM–1:25 PM | 4 Together | 15 min</a:t>
            </a:r>
          </a:p>
          <a:p>
            <a:r>
              <a:t>Instructor: Solve 4A question 14(a), then 4B question 2 with a labelled strip diagram.</a:t>
            </a:r>
          </a:p>
          <a:p>
            <a:r>
              <a:t>Learners: Work in pairs; alternate solver and checker.</a:t>
            </a:r>
          </a:p>
          <a:p>
            <a:r>
              <a:t>Materials/check: Exercise Book; tool above</a:t>
            </a:r>
          </a:p>
          <a:p>
            <a:r>
              <a:t>Source: 'Math Week 3'!A28:F28</a:t>
            </a:r>
          </a:p>
          <a:p/>
          <a:p>
            <a:r>
              <a:t>1:25 PM–1:45 PM | 5 Practise | 20 min</a:t>
            </a:r>
          </a:p>
          <a:p>
            <a:r>
              <a:t>Instructor: Complete 4A question 14(b) and 4B question 3. Draw the lengths or layers and show the written addition before calculator checking.</a:t>
            </a:r>
          </a:p>
          <a:p>
            <a:r>
              <a:t>Learners: Show working and units; estimate, then check.</a:t>
            </a:r>
          </a:p>
          <a:p>
            <a:r>
              <a:t>Materials/check: Paper first; tool second</a:t>
            </a:r>
          </a:p>
          <a:p>
            <a:r>
              <a:t>Source: 'Math Week 3'!A29:F29</a:t>
            </a:r>
          </a:p>
          <a:p/>
          <a:p>
            <a:r>
              <a:t>1:45 PM–1:55 PM | 6 Check | 10 min</a:t>
            </a:r>
          </a:p>
          <a:p>
            <a:r>
              <a:t>Instructor: Redo 4A question 14(b) and explain the carry into the whole number.</a:t>
            </a:r>
          </a:p>
          <a:p>
            <a:r>
              <a:t>Learners: Answer independently and show the method.</a:t>
            </a:r>
          </a:p>
          <a:p>
            <a:r>
              <a:t>Materials/check: Teacher answers below</a:t>
            </a:r>
          </a:p>
          <a:p>
            <a:r>
              <a:t>Source: 'Math Week 3'!A30:F30</a:t>
            </a:r>
          </a:p>
          <a:p/>
          <a:p>
            <a:r>
              <a:t>1:55 PM–2:00 PM | 7 Wrap up | 5 min</a:t>
            </a:r>
          </a:p>
          <a:p>
            <a:r>
              <a:t>Instructor: Ask for one learning point and one skill to practise next.</a:t>
            </a:r>
          </a:p>
          <a:p>
            <a:r>
              <a:t>Learners: Record a takeaway and next action.</a:t>
            </a:r>
          </a:p>
          <a:p>
            <a:r>
              <a:t>Materials/check: Notebook / error log</a:t>
            </a:r>
          </a:p>
          <a:p>
            <a:r>
              <a:t>Source: 'Math Week 3'!A31:F31</a:t>
            </a:r>
          </a:p>
          <a:p/>
          <a:p>
            <a:r>
              <a:t>INSTRUCTOR ONLY: REVEAL ASSESSMENT ANSWERS AFTER THE ATTEMPT</a:t>
            </a:r>
          </a:p>
          <a:p>
            <a:r>
              <a:t>4A question 14(b) = 10 5/16. 4B question 3 = 1 1/2 in. Answer Key page 13.</a:t>
            </a:r>
          </a:p>
          <a:p/>
          <a:p>
            <a:r>
              <a:t>Next: subtract lengths and regroup across a whole inch.</a:t>
            </a:r>
          </a:p>
          <a:p/>
          <a:p>
            <a:r>
              <a:t>Sources: 'Math Week 3'!A10:E10; 'Carpentry Schedule'!B27; 'Math Week 3'!A19</a:t>
            </a:r>
          </a:p>
          <a:p>
            <a:r>
              <a:t>Navigation/resource slides support these scheduled steps and do not add instructional time.</a:t>
            </a:r>
          </a:p>
          <a:p>
            <a:r>
              <a:t>SLIDE PLACEMENT: Together, 1:10 PM–1:25 PM.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W03-L01 | 2026-11-09 | 12:45 PM–2:00 PM | 75 minutes</a:t>
            </a:r>
          </a:p>
          <a:p>
            <a:r>
              <a:t>Adding fractional lengths</a:t>
            </a:r>
          </a:p>
          <a:p>
            <a:r>
              <a:t>Mode: Math</a:t>
            </a:r>
          </a:p>
          <a:p>
            <a:r>
              <a:t>Goal: Add fractional and mixed-inch lengths using a common denominator.</a:t>
            </a:r>
          </a:p>
          <a:p>
            <a:r>
              <a:t>Read: Textbook Chapter 4 pp.59–66</a:t>
            </a:r>
          </a:p>
          <a:p>
            <a:r>
              <a:t>Practise: Exercise Book 4A Q14 (p.26); 4B Q2–3 (p.27)</a:t>
            </a:r>
          </a:p>
          <a:p>
            <a:r>
              <a:t>Tool: Shape Canvas: label adjoining rectangles in inches. Use the Numeracy Hub Calculator after writing the sum.</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3'!A25:F25</a:t>
            </a:r>
          </a:p>
          <a:p/>
          <a:p>
            <a:r>
              <a:t>12:50 PM–12:55 PM | 2 Recall | 5 min</a:t>
            </a:r>
          </a:p>
          <a:p>
            <a:r>
              <a:t>Instructor: Retrieve equivalent fractions and ask how many sixteenths make one whole.</a:t>
            </a:r>
          </a:p>
          <a:p>
            <a:r>
              <a:t>Learners: Try first without displayed answers.</a:t>
            </a:r>
          </a:p>
          <a:p>
            <a:r>
              <a:t>Materials/check: Identify support needs</a:t>
            </a:r>
          </a:p>
          <a:p>
            <a:r>
              <a:t>Source: 'Math Week 3'!A26:F26</a:t>
            </a:r>
          </a:p>
          <a:p/>
          <a:p>
            <a:r>
              <a:t>12:55 PM–1:10 PM | 3 Teach | 15 min</a:t>
            </a:r>
          </a:p>
          <a:p>
            <a:r>
              <a:t>Instructor: Model a common denominator and carry a full group into the whole-number part. Connect the sum to adjoining pieces.</a:t>
            </a:r>
          </a:p>
          <a:p>
            <a:r>
              <a:t>Learners: Follow the example; explain the next step.</a:t>
            </a:r>
          </a:p>
          <a:p>
            <a:r>
              <a:t>Materials/check: Textbook; worked example</a:t>
            </a:r>
          </a:p>
          <a:p>
            <a:r>
              <a:t>Source: 'Math Week 3'!A27:F27</a:t>
            </a:r>
          </a:p>
          <a:p/>
          <a:p>
            <a:r>
              <a:t>1:10 PM–1:25 PM | 4 Together | 15 min</a:t>
            </a:r>
          </a:p>
          <a:p>
            <a:r>
              <a:t>Instructor: Solve 4A question 14(a), then 4B question 2 with a labelled strip diagram.</a:t>
            </a:r>
          </a:p>
          <a:p>
            <a:r>
              <a:t>Learners: Work in pairs; alternate solver and checker.</a:t>
            </a:r>
          </a:p>
          <a:p>
            <a:r>
              <a:t>Materials/check: Exercise Book; tool above</a:t>
            </a:r>
          </a:p>
          <a:p>
            <a:r>
              <a:t>Source: 'Math Week 3'!A28:F28</a:t>
            </a:r>
          </a:p>
          <a:p/>
          <a:p>
            <a:r>
              <a:t>1:25 PM–1:45 PM | 5 Practise | 20 min</a:t>
            </a:r>
          </a:p>
          <a:p>
            <a:r>
              <a:t>Instructor: Complete 4A question 14(b) and 4B question 3. Draw the lengths or layers and show the written addition before calculator checking.</a:t>
            </a:r>
          </a:p>
          <a:p>
            <a:r>
              <a:t>Learners: Show working and units; estimate, then check.</a:t>
            </a:r>
          </a:p>
          <a:p>
            <a:r>
              <a:t>Materials/check: Paper first; tool second</a:t>
            </a:r>
          </a:p>
          <a:p>
            <a:r>
              <a:t>Source: 'Math Week 3'!A29:F29</a:t>
            </a:r>
          </a:p>
          <a:p/>
          <a:p>
            <a:r>
              <a:t>1:45 PM–1:55 PM | 6 Check | 10 min</a:t>
            </a:r>
          </a:p>
          <a:p>
            <a:r>
              <a:t>Instructor: Redo 4A question 14(b) and explain the carry into the whole number.</a:t>
            </a:r>
          </a:p>
          <a:p>
            <a:r>
              <a:t>Learners: Answer independently and show the method.</a:t>
            </a:r>
          </a:p>
          <a:p>
            <a:r>
              <a:t>Materials/check: Teacher answers below</a:t>
            </a:r>
          </a:p>
          <a:p>
            <a:r>
              <a:t>Source: 'Math Week 3'!A30:F30</a:t>
            </a:r>
          </a:p>
          <a:p/>
          <a:p>
            <a:r>
              <a:t>1:55 PM–2:00 PM | 7 Wrap up | 5 min</a:t>
            </a:r>
          </a:p>
          <a:p>
            <a:r>
              <a:t>Instructor: Ask for one learning point and one skill to practise next.</a:t>
            </a:r>
          </a:p>
          <a:p>
            <a:r>
              <a:t>Learners: Record a takeaway and next action.</a:t>
            </a:r>
          </a:p>
          <a:p>
            <a:r>
              <a:t>Materials/check: Notebook / error log</a:t>
            </a:r>
          </a:p>
          <a:p>
            <a:r>
              <a:t>Source: 'Math Week 3'!A31:F31</a:t>
            </a:r>
          </a:p>
          <a:p/>
          <a:p>
            <a:r>
              <a:t>INSTRUCTOR ONLY: REVEAL ASSESSMENT ANSWERS AFTER THE ATTEMPT</a:t>
            </a:r>
          </a:p>
          <a:p>
            <a:r>
              <a:t>4A question 14(b) = 10 5/16. 4B question 3 = 1 1/2 in. Answer Key page 13.</a:t>
            </a:r>
          </a:p>
          <a:p/>
          <a:p>
            <a:r>
              <a:t>Next: subtract lengths and regroup across a whole inch.</a:t>
            </a:r>
          </a:p>
          <a:p/>
          <a:p>
            <a:r>
              <a:t>Sources: 'Math Week 3'!A10:E10; 'Carpentry Schedule'!B27; 'Math Week 3'!A19</a:t>
            </a:r>
          </a:p>
          <a:p>
            <a:r>
              <a:t>Navigation/resource slides support these scheduled steps and do not add instructional time.</a:t>
            </a:r>
          </a:p>
          <a:p>
            <a:r>
              <a:t>SLIDE PLACEMENT: Together, 1:10 PM–1:25 PM. All slides with this phase share these 15 minutes; do not restart the time allocation for each slide.</a:t>
            </a:r>
          </a:p>
          <a:p/>
          <a:p>
            <a:r>
              <a:t>ACCESS EXERCISE BOOK: 4A-Q14a</a:t>
            </a:r>
          </a:p>
          <a:p>
            <a:r>
              <a:t>Exact question: Add. (a)   5/16 +  3/4</a:t>
            </a:r>
          </a:p>
          <a:p>
            <a:r>
              <a:t>Instructor answer: (a)  1 1/16</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W03-L01 | 2026-11-09 | 12:45 PM–2:00 PM | 75 minutes</a:t>
            </a:r>
          </a:p>
          <a:p>
            <a:r>
              <a:t>Adding fractional lengths</a:t>
            </a:r>
          </a:p>
          <a:p>
            <a:r>
              <a:t>Mode: Math</a:t>
            </a:r>
          </a:p>
          <a:p>
            <a:r>
              <a:t>Goal: Add fractional and mixed-inch lengths using a common denominator.</a:t>
            </a:r>
          </a:p>
          <a:p>
            <a:r>
              <a:t>Read: Textbook Chapter 4 pp.59–66</a:t>
            </a:r>
          </a:p>
          <a:p>
            <a:r>
              <a:t>Practise: Exercise Book 4A Q14 (p.26); 4B Q2–3 (p.27)</a:t>
            </a:r>
          </a:p>
          <a:p>
            <a:r>
              <a:t>Tool: Shape Canvas: label adjoining rectangles in inches. Use the Numeracy Hub Calculator after writing the sum.</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3'!A25:F25</a:t>
            </a:r>
          </a:p>
          <a:p/>
          <a:p>
            <a:r>
              <a:t>12:50 PM–12:55 PM | 2 Recall | 5 min</a:t>
            </a:r>
          </a:p>
          <a:p>
            <a:r>
              <a:t>Instructor: Retrieve equivalent fractions and ask how many sixteenths make one whole.</a:t>
            </a:r>
          </a:p>
          <a:p>
            <a:r>
              <a:t>Learners: Try first without displayed answers.</a:t>
            </a:r>
          </a:p>
          <a:p>
            <a:r>
              <a:t>Materials/check: Identify support needs</a:t>
            </a:r>
          </a:p>
          <a:p>
            <a:r>
              <a:t>Source: 'Math Week 3'!A26:F26</a:t>
            </a:r>
          </a:p>
          <a:p/>
          <a:p>
            <a:r>
              <a:t>12:55 PM–1:10 PM | 3 Teach | 15 min</a:t>
            </a:r>
          </a:p>
          <a:p>
            <a:r>
              <a:t>Instructor: Model a common denominator and carry a full group into the whole-number part. Connect the sum to adjoining pieces.</a:t>
            </a:r>
          </a:p>
          <a:p>
            <a:r>
              <a:t>Learners: Follow the example; explain the next step.</a:t>
            </a:r>
          </a:p>
          <a:p>
            <a:r>
              <a:t>Materials/check: Textbook; worked example</a:t>
            </a:r>
          </a:p>
          <a:p>
            <a:r>
              <a:t>Source: 'Math Week 3'!A27:F27</a:t>
            </a:r>
          </a:p>
          <a:p/>
          <a:p>
            <a:r>
              <a:t>1:10 PM–1:25 PM | 4 Together | 15 min</a:t>
            </a:r>
          </a:p>
          <a:p>
            <a:r>
              <a:t>Instructor: Solve 4A question 14(a), then 4B question 2 with a labelled strip diagram.</a:t>
            </a:r>
          </a:p>
          <a:p>
            <a:r>
              <a:t>Learners: Work in pairs; alternate solver and checker.</a:t>
            </a:r>
          </a:p>
          <a:p>
            <a:r>
              <a:t>Materials/check: Exercise Book; tool above</a:t>
            </a:r>
          </a:p>
          <a:p>
            <a:r>
              <a:t>Source: 'Math Week 3'!A28:F28</a:t>
            </a:r>
          </a:p>
          <a:p/>
          <a:p>
            <a:r>
              <a:t>1:25 PM–1:45 PM | 5 Practise | 20 min</a:t>
            </a:r>
          </a:p>
          <a:p>
            <a:r>
              <a:t>Instructor: Complete 4A question 14(b) and 4B question 3. Draw the lengths or layers and show the written addition before calculator checking.</a:t>
            </a:r>
          </a:p>
          <a:p>
            <a:r>
              <a:t>Learners: Show working and units; estimate, then check.</a:t>
            </a:r>
          </a:p>
          <a:p>
            <a:r>
              <a:t>Materials/check: Paper first; tool second</a:t>
            </a:r>
          </a:p>
          <a:p>
            <a:r>
              <a:t>Source: 'Math Week 3'!A29:F29</a:t>
            </a:r>
          </a:p>
          <a:p/>
          <a:p>
            <a:r>
              <a:t>1:45 PM–1:55 PM | 6 Check | 10 min</a:t>
            </a:r>
          </a:p>
          <a:p>
            <a:r>
              <a:t>Instructor: Redo 4A question 14(b) and explain the carry into the whole number.</a:t>
            </a:r>
          </a:p>
          <a:p>
            <a:r>
              <a:t>Learners: Answer independently and show the method.</a:t>
            </a:r>
          </a:p>
          <a:p>
            <a:r>
              <a:t>Materials/check: Teacher answers below</a:t>
            </a:r>
          </a:p>
          <a:p>
            <a:r>
              <a:t>Source: 'Math Week 3'!A30:F30</a:t>
            </a:r>
          </a:p>
          <a:p/>
          <a:p>
            <a:r>
              <a:t>1:55 PM–2:00 PM | 7 Wrap up | 5 min</a:t>
            </a:r>
          </a:p>
          <a:p>
            <a:r>
              <a:t>Instructor: Ask for one learning point and one skill to practise next.</a:t>
            </a:r>
          </a:p>
          <a:p>
            <a:r>
              <a:t>Learners: Record a takeaway and next action.</a:t>
            </a:r>
          </a:p>
          <a:p>
            <a:r>
              <a:t>Materials/check: Notebook / error log</a:t>
            </a:r>
          </a:p>
          <a:p>
            <a:r>
              <a:t>Source: 'Math Week 3'!A31:F31</a:t>
            </a:r>
          </a:p>
          <a:p/>
          <a:p>
            <a:r>
              <a:t>INSTRUCTOR ONLY: REVEAL ASSESSMENT ANSWERS AFTER THE ATTEMPT</a:t>
            </a:r>
          </a:p>
          <a:p>
            <a:r>
              <a:t>4A question 14(b) = 10 5/16. 4B question 3 = 1 1/2 in. Answer Key page 13.</a:t>
            </a:r>
          </a:p>
          <a:p/>
          <a:p>
            <a:r>
              <a:t>Next: subtract lengths and regroup across a whole inch.</a:t>
            </a:r>
          </a:p>
          <a:p/>
          <a:p>
            <a:r>
              <a:t>Sources: 'Math Week 3'!A10:E10; 'Carpentry Schedule'!B27; 'Math Week 3'!A19</a:t>
            </a:r>
          </a:p>
          <a:p>
            <a:r>
              <a:t>Navigation/resource slides support these scheduled steps and do not add instructional time.</a:t>
            </a:r>
          </a:p>
          <a:p>
            <a:r>
              <a:t>SLIDE PLACEMENT: Together, 1:10 PM–1:25 PM. All slides with this phase share these 15 minutes; do not restart the time allocation for each slide.</a:t>
            </a:r>
          </a:p>
          <a:p/>
          <a:p>
            <a:r>
              <a:t>ACCESS EXERCISE BOOK: 4A-Q14a</a:t>
            </a:r>
          </a:p>
          <a:p>
            <a:r>
              <a:t>Exact question: Add. (a)   5/16 +  3/4</a:t>
            </a:r>
          </a:p>
          <a:p>
            <a:r>
              <a:t>Instructor answer: (a)  1 1/16</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W03-L01 | 2026-11-09 | 12:45 PM–2:00 PM | 75 minutes</a:t>
            </a:r>
          </a:p>
          <a:p>
            <a:r>
              <a:t>Adding fractional lengths</a:t>
            </a:r>
          </a:p>
          <a:p>
            <a:r>
              <a:t>Mode: Math</a:t>
            </a:r>
          </a:p>
          <a:p>
            <a:r>
              <a:t>Goal: Add fractional and mixed-inch lengths using a common denominator.</a:t>
            </a:r>
          </a:p>
          <a:p>
            <a:r>
              <a:t>Read: Textbook Chapter 4 pp.59–66</a:t>
            </a:r>
          </a:p>
          <a:p>
            <a:r>
              <a:t>Practise: Exercise Book 4A Q14 (p.26); 4B Q2–3 (p.27)</a:t>
            </a:r>
          </a:p>
          <a:p>
            <a:r>
              <a:t>Tool: Shape Canvas: label adjoining rectangles in inches. Use the Numeracy Hub Calculator after writing the sum.</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3'!A25:F25</a:t>
            </a:r>
          </a:p>
          <a:p/>
          <a:p>
            <a:r>
              <a:t>12:50 PM–12:55 PM | 2 Recall | 5 min</a:t>
            </a:r>
          </a:p>
          <a:p>
            <a:r>
              <a:t>Instructor: Retrieve equivalent fractions and ask how many sixteenths make one whole.</a:t>
            </a:r>
          </a:p>
          <a:p>
            <a:r>
              <a:t>Learners: Try first without displayed answers.</a:t>
            </a:r>
          </a:p>
          <a:p>
            <a:r>
              <a:t>Materials/check: Identify support needs</a:t>
            </a:r>
          </a:p>
          <a:p>
            <a:r>
              <a:t>Source: 'Math Week 3'!A26:F26</a:t>
            </a:r>
          </a:p>
          <a:p/>
          <a:p>
            <a:r>
              <a:t>12:55 PM–1:10 PM | 3 Teach | 15 min</a:t>
            </a:r>
          </a:p>
          <a:p>
            <a:r>
              <a:t>Instructor: Model a common denominator and carry a full group into the whole-number part. Connect the sum to adjoining pieces.</a:t>
            </a:r>
          </a:p>
          <a:p>
            <a:r>
              <a:t>Learners: Follow the example; explain the next step.</a:t>
            </a:r>
          </a:p>
          <a:p>
            <a:r>
              <a:t>Materials/check: Textbook; worked example</a:t>
            </a:r>
          </a:p>
          <a:p>
            <a:r>
              <a:t>Source: 'Math Week 3'!A27:F27</a:t>
            </a:r>
          </a:p>
          <a:p/>
          <a:p>
            <a:r>
              <a:t>1:10 PM–1:25 PM | 4 Together | 15 min</a:t>
            </a:r>
          </a:p>
          <a:p>
            <a:r>
              <a:t>Instructor: Solve 4A question 14(a), then 4B question 2 with a labelled strip diagram.</a:t>
            </a:r>
          </a:p>
          <a:p>
            <a:r>
              <a:t>Learners: Work in pairs; alternate solver and checker.</a:t>
            </a:r>
          </a:p>
          <a:p>
            <a:r>
              <a:t>Materials/check: Exercise Book; tool above</a:t>
            </a:r>
          </a:p>
          <a:p>
            <a:r>
              <a:t>Source: 'Math Week 3'!A28:F28</a:t>
            </a:r>
          </a:p>
          <a:p/>
          <a:p>
            <a:r>
              <a:t>1:25 PM–1:45 PM | 5 Practise | 20 min</a:t>
            </a:r>
          </a:p>
          <a:p>
            <a:r>
              <a:t>Instructor: Complete 4A question 14(b) and 4B question 3. Draw the lengths or layers and show the written addition before calculator checking.</a:t>
            </a:r>
          </a:p>
          <a:p>
            <a:r>
              <a:t>Learners: Show working and units; estimate, then check.</a:t>
            </a:r>
          </a:p>
          <a:p>
            <a:r>
              <a:t>Materials/check: Paper first; tool second</a:t>
            </a:r>
          </a:p>
          <a:p>
            <a:r>
              <a:t>Source: 'Math Week 3'!A29:F29</a:t>
            </a:r>
          </a:p>
          <a:p/>
          <a:p>
            <a:r>
              <a:t>1:45 PM–1:55 PM | 6 Check | 10 min</a:t>
            </a:r>
          </a:p>
          <a:p>
            <a:r>
              <a:t>Instructor: Redo 4A question 14(b) and explain the carry into the whole number.</a:t>
            </a:r>
          </a:p>
          <a:p>
            <a:r>
              <a:t>Learners: Answer independently and show the method.</a:t>
            </a:r>
          </a:p>
          <a:p>
            <a:r>
              <a:t>Materials/check: Teacher answers below</a:t>
            </a:r>
          </a:p>
          <a:p>
            <a:r>
              <a:t>Source: 'Math Week 3'!A30:F30</a:t>
            </a:r>
          </a:p>
          <a:p/>
          <a:p>
            <a:r>
              <a:t>1:55 PM–2:00 PM | 7 Wrap up | 5 min</a:t>
            </a:r>
          </a:p>
          <a:p>
            <a:r>
              <a:t>Instructor: Ask for one learning point and one skill to practise next.</a:t>
            </a:r>
          </a:p>
          <a:p>
            <a:r>
              <a:t>Learners: Record a takeaway and next action.</a:t>
            </a:r>
          </a:p>
          <a:p>
            <a:r>
              <a:t>Materials/check: Notebook / error log</a:t>
            </a:r>
          </a:p>
          <a:p>
            <a:r>
              <a:t>Source: 'Math Week 3'!A31:F31</a:t>
            </a:r>
          </a:p>
          <a:p/>
          <a:p>
            <a:r>
              <a:t>INSTRUCTOR ONLY: REVEAL ASSESSMENT ANSWERS AFTER THE ATTEMPT</a:t>
            </a:r>
          </a:p>
          <a:p>
            <a:r>
              <a:t>4A question 14(b) = 10 5/16. 4B question 3 = 1 1/2 in. Answer Key page 13.</a:t>
            </a:r>
          </a:p>
          <a:p/>
          <a:p>
            <a:r>
              <a:t>Next: subtract lengths and regroup across a whole inch.</a:t>
            </a:r>
          </a:p>
          <a:p/>
          <a:p>
            <a:r>
              <a:t>Sources: 'Math Week 3'!A10:E10; 'Carpentry Schedule'!B27; 'Math Week 3'!A19</a:t>
            </a:r>
          </a:p>
          <a:p>
            <a:r>
              <a:t>Navigation/resource slides support these scheduled steps and do not add instructional time.</a:t>
            </a:r>
          </a:p>
          <a:p>
            <a:r>
              <a:t>SLIDE PLACEMENT: Practise, 1:25 PM–1:45 PM. All slides with this phase share these 20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W03-L01 | 2026-11-09 | 12:45 PM–2:00 PM | 75 minutes</a:t>
            </a:r>
          </a:p>
          <a:p>
            <a:r>
              <a:t>Adding fractional lengths</a:t>
            </a:r>
          </a:p>
          <a:p>
            <a:r>
              <a:t>Mode: Math</a:t>
            </a:r>
          </a:p>
          <a:p>
            <a:r>
              <a:t>Goal: Add fractional and mixed-inch lengths using a common denominator.</a:t>
            </a:r>
          </a:p>
          <a:p>
            <a:r>
              <a:t>Read: Textbook Chapter 4 pp.59–66</a:t>
            </a:r>
          </a:p>
          <a:p>
            <a:r>
              <a:t>Practise: Exercise Book 4A Q14 (p.26); 4B Q2–3 (p.27)</a:t>
            </a:r>
          </a:p>
          <a:p>
            <a:r>
              <a:t>Tool: Shape Canvas: label adjoining rectangles in inches. Use the Numeracy Hub Calculator after writing the sum.</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3'!A25:F25</a:t>
            </a:r>
          </a:p>
          <a:p/>
          <a:p>
            <a:r>
              <a:t>12:50 PM–12:55 PM | 2 Recall | 5 min</a:t>
            </a:r>
          </a:p>
          <a:p>
            <a:r>
              <a:t>Instructor: Retrieve equivalent fractions and ask how many sixteenths make one whole.</a:t>
            </a:r>
          </a:p>
          <a:p>
            <a:r>
              <a:t>Learners: Try first without displayed answers.</a:t>
            </a:r>
          </a:p>
          <a:p>
            <a:r>
              <a:t>Materials/check: Identify support needs</a:t>
            </a:r>
          </a:p>
          <a:p>
            <a:r>
              <a:t>Source: 'Math Week 3'!A26:F26</a:t>
            </a:r>
          </a:p>
          <a:p/>
          <a:p>
            <a:r>
              <a:t>12:55 PM–1:10 PM | 3 Teach | 15 min</a:t>
            </a:r>
          </a:p>
          <a:p>
            <a:r>
              <a:t>Instructor: Model a common denominator and carry a full group into the whole-number part. Connect the sum to adjoining pieces.</a:t>
            </a:r>
          </a:p>
          <a:p>
            <a:r>
              <a:t>Learners: Follow the example; explain the next step.</a:t>
            </a:r>
          </a:p>
          <a:p>
            <a:r>
              <a:t>Materials/check: Textbook; worked example</a:t>
            </a:r>
          </a:p>
          <a:p>
            <a:r>
              <a:t>Source: 'Math Week 3'!A27:F27</a:t>
            </a:r>
          </a:p>
          <a:p/>
          <a:p>
            <a:r>
              <a:t>1:10 PM–1:25 PM | 4 Together | 15 min</a:t>
            </a:r>
          </a:p>
          <a:p>
            <a:r>
              <a:t>Instructor: Solve 4A question 14(a), then 4B question 2 with a labelled strip diagram.</a:t>
            </a:r>
          </a:p>
          <a:p>
            <a:r>
              <a:t>Learners: Work in pairs; alternate solver and checker.</a:t>
            </a:r>
          </a:p>
          <a:p>
            <a:r>
              <a:t>Materials/check: Exercise Book; tool above</a:t>
            </a:r>
          </a:p>
          <a:p>
            <a:r>
              <a:t>Source: 'Math Week 3'!A28:F28</a:t>
            </a:r>
          </a:p>
          <a:p/>
          <a:p>
            <a:r>
              <a:t>1:25 PM–1:45 PM | 5 Practise | 20 min</a:t>
            </a:r>
          </a:p>
          <a:p>
            <a:r>
              <a:t>Instructor: Complete 4A question 14(b) and 4B question 3. Draw the lengths or layers and show the written addition before calculator checking.</a:t>
            </a:r>
          </a:p>
          <a:p>
            <a:r>
              <a:t>Learners: Show working and units; estimate, then check.</a:t>
            </a:r>
          </a:p>
          <a:p>
            <a:r>
              <a:t>Materials/check: Paper first; tool second</a:t>
            </a:r>
          </a:p>
          <a:p>
            <a:r>
              <a:t>Source: 'Math Week 3'!A29:F29</a:t>
            </a:r>
          </a:p>
          <a:p/>
          <a:p>
            <a:r>
              <a:t>1:45 PM–1:55 PM | 6 Check | 10 min</a:t>
            </a:r>
          </a:p>
          <a:p>
            <a:r>
              <a:t>Instructor: Redo 4A question 14(b) and explain the carry into the whole number.</a:t>
            </a:r>
          </a:p>
          <a:p>
            <a:r>
              <a:t>Learners: Answer independently and show the method.</a:t>
            </a:r>
          </a:p>
          <a:p>
            <a:r>
              <a:t>Materials/check: Teacher answers below</a:t>
            </a:r>
          </a:p>
          <a:p>
            <a:r>
              <a:t>Source: 'Math Week 3'!A30:F30</a:t>
            </a:r>
          </a:p>
          <a:p/>
          <a:p>
            <a:r>
              <a:t>1:55 PM–2:00 PM | 7 Wrap up | 5 min</a:t>
            </a:r>
          </a:p>
          <a:p>
            <a:r>
              <a:t>Instructor: Ask for one learning point and one skill to practise next.</a:t>
            </a:r>
          </a:p>
          <a:p>
            <a:r>
              <a:t>Learners: Record a takeaway and next action.</a:t>
            </a:r>
          </a:p>
          <a:p>
            <a:r>
              <a:t>Materials/check: Notebook / error log</a:t>
            </a:r>
          </a:p>
          <a:p>
            <a:r>
              <a:t>Source: 'Math Week 3'!A31:F31</a:t>
            </a:r>
          </a:p>
          <a:p/>
          <a:p>
            <a:r>
              <a:t>INSTRUCTOR ONLY: REVEAL ASSESSMENT ANSWERS AFTER THE ATTEMPT</a:t>
            </a:r>
          </a:p>
          <a:p>
            <a:r>
              <a:t>4A question 14(b) = 10 5/16. 4B question 3 = 1 1/2 in. Answer Key page 13.</a:t>
            </a:r>
          </a:p>
          <a:p/>
          <a:p>
            <a:r>
              <a:t>Next: subtract lengths and regroup across a whole inch.</a:t>
            </a:r>
          </a:p>
          <a:p/>
          <a:p>
            <a:r>
              <a:t>Sources: 'Math Week 3'!A10:E10; 'Carpentry Schedule'!B27; 'Math Week 3'!A19</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Live-tool screenshot, not an answer to the scheduled task. Open the resource link and follow the exact values in the assignment. Keep worked answers hidden until learners attempt the task. Screenshot illustrates navigation and occupies time within the same scheduled practice phase.</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W03-L01 | 2026-11-09 | 12:45 PM–2:00 PM | 75 minutes</a:t>
            </a:r>
          </a:p>
          <a:p>
            <a:r>
              <a:t>Adding fractional lengths</a:t>
            </a:r>
          </a:p>
          <a:p>
            <a:r>
              <a:t>Mode: Math</a:t>
            </a:r>
          </a:p>
          <a:p>
            <a:r>
              <a:t>Goal: Add fractional and mixed-inch lengths using a common denominator.</a:t>
            </a:r>
          </a:p>
          <a:p>
            <a:r>
              <a:t>Read: Textbook Chapter 4 pp.59–66</a:t>
            </a:r>
          </a:p>
          <a:p>
            <a:r>
              <a:t>Practise: Exercise Book 4A Q14 (p.26); 4B Q2–3 (p.27)</a:t>
            </a:r>
          </a:p>
          <a:p>
            <a:r>
              <a:t>Tool: Shape Canvas: label adjoining rectangles in inches. Use the Numeracy Hub Calculator after writing the sum.</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3'!A25:F25</a:t>
            </a:r>
          </a:p>
          <a:p/>
          <a:p>
            <a:r>
              <a:t>12:50 PM–12:55 PM | 2 Recall | 5 min</a:t>
            </a:r>
          </a:p>
          <a:p>
            <a:r>
              <a:t>Instructor: Retrieve equivalent fractions and ask how many sixteenths make one whole.</a:t>
            </a:r>
          </a:p>
          <a:p>
            <a:r>
              <a:t>Learners: Try first without displayed answers.</a:t>
            </a:r>
          </a:p>
          <a:p>
            <a:r>
              <a:t>Materials/check: Identify support needs</a:t>
            </a:r>
          </a:p>
          <a:p>
            <a:r>
              <a:t>Source: 'Math Week 3'!A26:F26</a:t>
            </a:r>
          </a:p>
          <a:p/>
          <a:p>
            <a:r>
              <a:t>12:55 PM–1:10 PM | 3 Teach | 15 min</a:t>
            </a:r>
          </a:p>
          <a:p>
            <a:r>
              <a:t>Instructor: Model a common denominator and carry a full group into the whole-number part. Connect the sum to adjoining pieces.</a:t>
            </a:r>
          </a:p>
          <a:p>
            <a:r>
              <a:t>Learners: Follow the example; explain the next step.</a:t>
            </a:r>
          </a:p>
          <a:p>
            <a:r>
              <a:t>Materials/check: Textbook; worked example</a:t>
            </a:r>
          </a:p>
          <a:p>
            <a:r>
              <a:t>Source: 'Math Week 3'!A27:F27</a:t>
            </a:r>
          </a:p>
          <a:p/>
          <a:p>
            <a:r>
              <a:t>1:10 PM–1:25 PM | 4 Together | 15 min</a:t>
            </a:r>
          </a:p>
          <a:p>
            <a:r>
              <a:t>Instructor: Solve 4A question 14(a), then 4B question 2 with a labelled strip diagram.</a:t>
            </a:r>
          </a:p>
          <a:p>
            <a:r>
              <a:t>Learners: Work in pairs; alternate solver and checker.</a:t>
            </a:r>
          </a:p>
          <a:p>
            <a:r>
              <a:t>Materials/check: Exercise Book; tool above</a:t>
            </a:r>
          </a:p>
          <a:p>
            <a:r>
              <a:t>Source: 'Math Week 3'!A28:F28</a:t>
            </a:r>
          </a:p>
          <a:p/>
          <a:p>
            <a:r>
              <a:t>1:25 PM–1:45 PM | 5 Practise | 20 min</a:t>
            </a:r>
          </a:p>
          <a:p>
            <a:r>
              <a:t>Instructor: Complete 4A question 14(b) and 4B question 3. Draw the lengths or layers and show the written addition before calculator checking.</a:t>
            </a:r>
          </a:p>
          <a:p>
            <a:r>
              <a:t>Learners: Show working and units; estimate, then check.</a:t>
            </a:r>
          </a:p>
          <a:p>
            <a:r>
              <a:t>Materials/check: Paper first; tool second</a:t>
            </a:r>
          </a:p>
          <a:p>
            <a:r>
              <a:t>Source: 'Math Week 3'!A29:F29</a:t>
            </a:r>
          </a:p>
          <a:p/>
          <a:p>
            <a:r>
              <a:t>1:45 PM–1:55 PM | 6 Check | 10 min</a:t>
            </a:r>
          </a:p>
          <a:p>
            <a:r>
              <a:t>Instructor: Redo 4A question 14(b) and explain the carry into the whole number.</a:t>
            </a:r>
          </a:p>
          <a:p>
            <a:r>
              <a:t>Learners: Answer independently and show the method.</a:t>
            </a:r>
          </a:p>
          <a:p>
            <a:r>
              <a:t>Materials/check: Teacher answers below</a:t>
            </a:r>
          </a:p>
          <a:p>
            <a:r>
              <a:t>Source: 'Math Week 3'!A30:F30</a:t>
            </a:r>
          </a:p>
          <a:p/>
          <a:p>
            <a:r>
              <a:t>1:55 PM–2:00 PM | 7 Wrap up | 5 min</a:t>
            </a:r>
          </a:p>
          <a:p>
            <a:r>
              <a:t>Instructor: Ask for one learning point and one skill to practise next.</a:t>
            </a:r>
          </a:p>
          <a:p>
            <a:r>
              <a:t>Learners: Record a takeaway and next action.</a:t>
            </a:r>
          </a:p>
          <a:p>
            <a:r>
              <a:t>Materials/check: Notebook / error log</a:t>
            </a:r>
          </a:p>
          <a:p>
            <a:r>
              <a:t>Source: 'Math Week 3'!A31:F31</a:t>
            </a:r>
          </a:p>
          <a:p/>
          <a:p>
            <a:r>
              <a:t>INSTRUCTOR ONLY: REVEAL ASSESSMENT ANSWERS AFTER THE ATTEMPT</a:t>
            </a:r>
          </a:p>
          <a:p>
            <a:r>
              <a:t>4A question 14(b) = 10 5/16. 4B question 3 = 1 1/2 in. Answer Key page 13.</a:t>
            </a:r>
          </a:p>
          <a:p/>
          <a:p>
            <a:r>
              <a:t>Next: subtract lengths and regroup across a whole inch.</a:t>
            </a:r>
          </a:p>
          <a:p/>
          <a:p>
            <a:r>
              <a:t>Sources: 'Math Week 3'!A10:E10; 'Carpentry Schedule'!B27; 'Math Week 3'!A19</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Exact scheduled tool activity: Shape Canvas: label adjoining rectangles in inches. Use the Numeracy Hub Calculator after writing the sum.</a:t>
            </a:r>
          </a:p>
          <a:p>
            <a:r>
              <a:t>Supported: In Shape Canvas, label adjoining rectangles in inches for 4A Q14(a) or 4B Q2.</a:t>
            </a:r>
          </a:p>
          <a:p>
            <a:r>
              <a:t>Independent practice: Draw the lengths or layers for 4A Q14(b) and 4B Q3; write the full sum.</a:t>
            </a:r>
          </a:p>
          <a:p>
            <a:r>
              <a:t>Independent checking: Use Numeracy Hub Calculator after the sum; explain any carry into whole inches.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W03-L01 | 2026-11-09 | 12:45 PM–2:00 PM | 75 minutes</a:t>
            </a:r>
          </a:p>
          <a:p>
            <a:r>
              <a:t>Adding fractional lengths</a:t>
            </a:r>
          </a:p>
          <a:p>
            <a:r>
              <a:t>Mode: Math</a:t>
            </a:r>
          </a:p>
          <a:p>
            <a:r>
              <a:t>Goal: Add fractional and mixed-inch lengths using a common denominator.</a:t>
            </a:r>
          </a:p>
          <a:p>
            <a:r>
              <a:t>Read: Textbook Chapter 4 pp.59–66</a:t>
            </a:r>
          </a:p>
          <a:p>
            <a:r>
              <a:t>Practise: Exercise Book 4A Q14 (p.26); 4B Q2–3 (p.27)</a:t>
            </a:r>
          </a:p>
          <a:p>
            <a:r>
              <a:t>Tool: Shape Canvas: label adjoining rectangles in inches. Use the Numeracy Hub Calculator after writing the sum.</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3'!A25:F25</a:t>
            </a:r>
          </a:p>
          <a:p/>
          <a:p>
            <a:r>
              <a:t>12:50 PM–12:55 PM | 2 Recall | 5 min</a:t>
            </a:r>
          </a:p>
          <a:p>
            <a:r>
              <a:t>Instructor: Retrieve equivalent fractions and ask how many sixteenths make one whole.</a:t>
            </a:r>
          </a:p>
          <a:p>
            <a:r>
              <a:t>Learners: Try first without displayed answers.</a:t>
            </a:r>
          </a:p>
          <a:p>
            <a:r>
              <a:t>Materials/check: Identify support needs</a:t>
            </a:r>
          </a:p>
          <a:p>
            <a:r>
              <a:t>Source: 'Math Week 3'!A26:F26</a:t>
            </a:r>
          </a:p>
          <a:p/>
          <a:p>
            <a:r>
              <a:t>12:55 PM–1:10 PM | 3 Teach | 15 min</a:t>
            </a:r>
          </a:p>
          <a:p>
            <a:r>
              <a:t>Instructor: Model a common denominator and carry a full group into the whole-number part. Connect the sum to adjoining pieces.</a:t>
            </a:r>
          </a:p>
          <a:p>
            <a:r>
              <a:t>Learners: Follow the example; explain the next step.</a:t>
            </a:r>
          </a:p>
          <a:p>
            <a:r>
              <a:t>Materials/check: Textbook; worked example</a:t>
            </a:r>
          </a:p>
          <a:p>
            <a:r>
              <a:t>Source: 'Math Week 3'!A27:F27</a:t>
            </a:r>
          </a:p>
          <a:p/>
          <a:p>
            <a:r>
              <a:t>1:10 PM–1:25 PM | 4 Together | 15 min</a:t>
            </a:r>
          </a:p>
          <a:p>
            <a:r>
              <a:t>Instructor: Solve 4A question 14(a), then 4B question 2 with a labelled strip diagram.</a:t>
            </a:r>
          </a:p>
          <a:p>
            <a:r>
              <a:t>Learners: Work in pairs; alternate solver and checker.</a:t>
            </a:r>
          </a:p>
          <a:p>
            <a:r>
              <a:t>Materials/check: Exercise Book; tool above</a:t>
            </a:r>
          </a:p>
          <a:p>
            <a:r>
              <a:t>Source: 'Math Week 3'!A28:F28</a:t>
            </a:r>
          </a:p>
          <a:p/>
          <a:p>
            <a:r>
              <a:t>1:25 PM–1:45 PM | 5 Practise | 20 min</a:t>
            </a:r>
          </a:p>
          <a:p>
            <a:r>
              <a:t>Instructor: Complete 4A question 14(b) and 4B question 3. Draw the lengths or layers and show the written addition before calculator checking.</a:t>
            </a:r>
          </a:p>
          <a:p>
            <a:r>
              <a:t>Learners: Show working and units; estimate, then check.</a:t>
            </a:r>
          </a:p>
          <a:p>
            <a:r>
              <a:t>Materials/check: Paper first; tool second</a:t>
            </a:r>
          </a:p>
          <a:p>
            <a:r>
              <a:t>Source: 'Math Week 3'!A29:F29</a:t>
            </a:r>
          </a:p>
          <a:p/>
          <a:p>
            <a:r>
              <a:t>1:45 PM–1:55 PM | 6 Check | 10 min</a:t>
            </a:r>
          </a:p>
          <a:p>
            <a:r>
              <a:t>Instructor: Redo 4A question 14(b) and explain the carry into the whole number.</a:t>
            </a:r>
          </a:p>
          <a:p>
            <a:r>
              <a:t>Learners: Answer independently and show the method.</a:t>
            </a:r>
          </a:p>
          <a:p>
            <a:r>
              <a:t>Materials/check: Teacher answers below</a:t>
            </a:r>
          </a:p>
          <a:p>
            <a:r>
              <a:t>Source: 'Math Week 3'!A30:F30</a:t>
            </a:r>
          </a:p>
          <a:p/>
          <a:p>
            <a:r>
              <a:t>1:55 PM–2:00 PM | 7 Wrap up | 5 min</a:t>
            </a:r>
          </a:p>
          <a:p>
            <a:r>
              <a:t>Instructor: Ask for one learning point and one skill to practise next.</a:t>
            </a:r>
          </a:p>
          <a:p>
            <a:r>
              <a:t>Learners: Record a takeaway and next action.</a:t>
            </a:r>
          </a:p>
          <a:p>
            <a:r>
              <a:t>Materials/check: Notebook / error log</a:t>
            </a:r>
          </a:p>
          <a:p>
            <a:r>
              <a:t>Source: 'Math Week 3'!A31:F31</a:t>
            </a:r>
          </a:p>
          <a:p/>
          <a:p>
            <a:r>
              <a:t>INSTRUCTOR ONLY: REVEAL ASSESSMENT ANSWERS AFTER THE ATTEMPT</a:t>
            </a:r>
          </a:p>
          <a:p>
            <a:r>
              <a:t>4A question 14(b) = 10 5/16. 4B question 3 = 1 1/2 in. Answer Key page 13.</a:t>
            </a:r>
          </a:p>
          <a:p/>
          <a:p>
            <a:r>
              <a:t>Next: subtract lengths and regroup across a whole inch.</a:t>
            </a:r>
          </a:p>
          <a:p/>
          <a:p>
            <a:r>
              <a:t>Sources: 'Math Week 3'!A10:E10; 'Carpentry Schedule'!B27; 'Math Week 3'!A19</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ACCESS EXERCISE BOOK: 4A-Q14b</a:t>
            </a:r>
          </a:p>
          <a:p>
            <a:r>
              <a:t>Exact question: Add. (b)  7 3/8 + 2 15/16</a:t>
            </a:r>
          </a:p>
          <a:p>
            <a:r>
              <a:t>Instructor answer: (b)  10 5/16</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W03-L01 | 2026-11-09 | 12:45 PM–2:00 PM | 75 minutes</a:t>
            </a:r>
          </a:p>
          <a:p>
            <a:r>
              <a:t>Adding fractional lengths</a:t>
            </a:r>
          </a:p>
          <a:p>
            <a:r>
              <a:t>Mode: Math</a:t>
            </a:r>
          </a:p>
          <a:p>
            <a:r>
              <a:t>Goal: Add fractional and mixed-inch lengths using a common denominator.</a:t>
            </a:r>
          </a:p>
          <a:p>
            <a:r>
              <a:t>Read: Textbook Chapter 4 pp.59–66</a:t>
            </a:r>
          </a:p>
          <a:p>
            <a:r>
              <a:t>Practise: Exercise Book 4A Q14 (p.26); 4B Q2–3 (p.27)</a:t>
            </a:r>
          </a:p>
          <a:p>
            <a:r>
              <a:t>Tool: Shape Canvas: label adjoining rectangles in inches. Use the Numeracy Hub Calculator after writing the sum.</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3'!A25:F25</a:t>
            </a:r>
          </a:p>
          <a:p/>
          <a:p>
            <a:r>
              <a:t>12:50 PM–12:55 PM | 2 Recall | 5 min</a:t>
            </a:r>
          </a:p>
          <a:p>
            <a:r>
              <a:t>Instructor: Retrieve equivalent fractions and ask how many sixteenths make one whole.</a:t>
            </a:r>
          </a:p>
          <a:p>
            <a:r>
              <a:t>Learners: Try first without displayed answers.</a:t>
            </a:r>
          </a:p>
          <a:p>
            <a:r>
              <a:t>Materials/check: Identify support needs</a:t>
            </a:r>
          </a:p>
          <a:p>
            <a:r>
              <a:t>Source: 'Math Week 3'!A26:F26</a:t>
            </a:r>
          </a:p>
          <a:p/>
          <a:p>
            <a:r>
              <a:t>12:55 PM–1:10 PM | 3 Teach | 15 min</a:t>
            </a:r>
          </a:p>
          <a:p>
            <a:r>
              <a:t>Instructor: Model a common denominator and carry a full group into the whole-number part. Connect the sum to adjoining pieces.</a:t>
            </a:r>
          </a:p>
          <a:p>
            <a:r>
              <a:t>Learners: Follow the example; explain the next step.</a:t>
            </a:r>
          </a:p>
          <a:p>
            <a:r>
              <a:t>Materials/check: Textbook; worked example</a:t>
            </a:r>
          </a:p>
          <a:p>
            <a:r>
              <a:t>Source: 'Math Week 3'!A27:F27</a:t>
            </a:r>
          </a:p>
          <a:p/>
          <a:p>
            <a:r>
              <a:t>1:10 PM–1:25 PM | 4 Together | 15 min</a:t>
            </a:r>
          </a:p>
          <a:p>
            <a:r>
              <a:t>Instructor: Solve 4A question 14(a), then 4B question 2 with a labelled strip diagram.</a:t>
            </a:r>
          </a:p>
          <a:p>
            <a:r>
              <a:t>Learners: Work in pairs; alternate solver and checker.</a:t>
            </a:r>
          </a:p>
          <a:p>
            <a:r>
              <a:t>Materials/check: Exercise Book; tool above</a:t>
            </a:r>
          </a:p>
          <a:p>
            <a:r>
              <a:t>Source: 'Math Week 3'!A28:F28</a:t>
            </a:r>
          </a:p>
          <a:p/>
          <a:p>
            <a:r>
              <a:t>1:25 PM–1:45 PM | 5 Practise | 20 min</a:t>
            </a:r>
          </a:p>
          <a:p>
            <a:r>
              <a:t>Instructor: Complete 4A question 14(b) and 4B question 3. Draw the lengths or layers and show the written addition before calculator checking.</a:t>
            </a:r>
          </a:p>
          <a:p>
            <a:r>
              <a:t>Learners: Show working and units; estimate, then check.</a:t>
            </a:r>
          </a:p>
          <a:p>
            <a:r>
              <a:t>Materials/check: Paper first; tool second</a:t>
            </a:r>
          </a:p>
          <a:p>
            <a:r>
              <a:t>Source: 'Math Week 3'!A29:F29</a:t>
            </a:r>
          </a:p>
          <a:p/>
          <a:p>
            <a:r>
              <a:t>1:45 PM–1:55 PM | 6 Check | 10 min</a:t>
            </a:r>
          </a:p>
          <a:p>
            <a:r>
              <a:t>Instructor: Redo 4A question 14(b) and explain the carry into the whole number.</a:t>
            </a:r>
          </a:p>
          <a:p>
            <a:r>
              <a:t>Learners: Answer independently and show the method.</a:t>
            </a:r>
          </a:p>
          <a:p>
            <a:r>
              <a:t>Materials/check: Teacher answers below</a:t>
            </a:r>
          </a:p>
          <a:p>
            <a:r>
              <a:t>Source: 'Math Week 3'!A30:F30</a:t>
            </a:r>
          </a:p>
          <a:p/>
          <a:p>
            <a:r>
              <a:t>1:55 PM–2:00 PM | 7 Wrap up | 5 min</a:t>
            </a:r>
          </a:p>
          <a:p>
            <a:r>
              <a:t>Instructor: Ask for one learning point and one skill to practise next.</a:t>
            </a:r>
          </a:p>
          <a:p>
            <a:r>
              <a:t>Learners: Record a takeaway and next action.</a:t>
            </a:r>
          </a:p>
          <a:p>
            <a:r>
              <a:t>Materials/check: Notebook / error log</a:t>
            </a:r>
          </a:p>
          <a:p>
            <a:r>
              <a:t>Source: 'Math Week 3'!A31:F31</a:t>
            </a:r>
          </a:p>
          <a:p/>
          <a:p>
            <a:r>
              <a:t>INSTRUCTOR ONLY: REVEAL ASSESSMENT ANSWERS AFTER THE ATTEMPT</a:t>
            </a:r>
          </a:p>
          <a:p>
            <a:r>
              <a:t>4A question 14(b) = 10 5/16. 4B question 3 = 1 1/2 in. Answer Key page 13.</a:t>
            </a:r>
          </a:p>
          <a:p/>
          <a:p>
            <a:r>
              <a:t>Next: subtract lengths and regroup across a whole inch.</a:t>
            </a:r>
          </a:p>
          <a:p/>
          <a:p>
            <a:r>
              <a:t>Sources: 'Math Week 3'!A10:E10; 'Carpentry Schedule'!B27; 'Math Week 3'!A19</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ACCESS EXERCISE BOOK: 4B-Q3</a:t>
            </a:r>
          </a:p>
          <a:p>
            <a:r>
              <a:t>Exact question: A bolt passes through a  5/8 in plate, a  3/4 in plate and a  1/8 in washer. What is the total thickness it clamps?</a:t>
            </a:r>
          </a:p>
          <a:p>
            <a:r>
              <a:t>Instructor answer: 1 1/2 in</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W03-L01 | 2026-11-09 | 12:45 PM–2:00 PM | 75 minutes</a:t>
            </a:r>
          </a:p>
          <a:p>
            <a:r>
              <a:t>Adding fractional lengths</a:t>
            </a:r>
          </a:p>
          <a:p>
            <a:r>
              <a:t>Mode: Math</a:t>
            </a:r>
          </a:p>
          <a:p>
            <a:r>
              <a:t>Goal: Add fractional and mixed-inch lengths using a common denominator.</a:t>
            </a:r>
          </a:p>
          <a:p>
            <a:r>
              <a:t>Read: Textbook Chapter 4 pp.59–66</a:t>
            </a:r>
          </a:p>
          <a:p>
            <a:r>
              <a:t>Practise: Exercise Book 4A Q14 (p.26); 4B Q2–3 (p.27)</a:t>
            </a:r>
          </a:p>
          <a:p>
            <a:r>
              <a:t>Tool: Shape Canvas: label adjoining rectangles in inches. Use the Numeracy Hub Calculator after writing the sum.</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3'!A25:F25</a:t>
            </a:r>
          </a:p>
          <a:p/>
          <a:p>
            <a:r>
              <a:t>12:50 PM–12:55 PM | 2 Recall | 5 min</a:t>
            </a:r>
          </a:p>
          <a:p>
            <a:r>
              <a:t>Instructor: Retrieve equivalent fractions and ask how many sixteenths make one whole.</a:t>
            </a:r>
          </a:p>
          <a:p>
            <a:r>
              <a:t>Learners: Try first without displayed answers.</a:t>
            </a:r>
          </a:p>
          <a:p>
            <a:r>
              <a:t>Materials/check: Identify support needs</a:t>
            </a:r>
          </a:p>
          <a:p>
            <a:r>
              <a:t>Source: 'Math Week 3'!A26:F26</a:t>
            </a:r>
          </a:p>
          <a:p/>
          <a:p>
            <a:r>
              <a:t>12:55 PM–1:10 PM | 3 Teach | 15 min</a:t>
            </a:r>
          </a:p>
          <a:p>
            <a:r>
              <a:t>Instructor: Model a common denominator and carry a full group into the whole-number part. Connect the sum to adjoining pieces.</a:t>
            </a:r>
          </a:p>
          <a:p>
            <a:r>
              <a:t>Learners: Follow the example; explain the next step.</a:t>
            </a:r>
          </a:p>
          <a:p>
            <a:r>
              <a:t>Materials/check: Textbook; worked example</a:t>
            </a:r>
          </a:p>
          <a:p>
            <a:r>
              <a:t>Source: 'Math Week 3'!A27:F27</a:t>
            </a:r>
          </a:p>
          <a:p/>
          <a:p>
            <a:r>
              <a:t>1:10 PM–1:25 PM | 4 Together | 15 min</a:t>
            </a:r>
          </a:p>
          <a:p>
            <a:r>
              <a:t>Instructor: Solve 4A question 14(a), then 4B question 2 with a labelled strip diagram.</a:t>
            </a:r>
          </a:p>
          <a:p>
            <a:r>
              <a:t>Learners: Work in pairs; alternate solver and checker.</a:t>
            </a:r>
          </a:p>
          <a:p>
            <a:r>
              <a:t>Materials/check: Exercise Book; tool above</a:t>
            </a:r>
          </a:p>
          <a:p>
            <a:r>
              <a:t>Source: 'Math Week 3'!A28:F28</a:t>
            </a:r>
          </a:p>
          <a:p/>
          <a:p>
            <a:r>
              <a:t>1:25 PM–1:45 PM | 5 Practise | 20 min</a:t>
            </a:r>
          </a:p>
          <a:p>
            <a:r>
              <a:t>Instructor: Complete 4A question 14(b) and 4B question 3. Draw the lengths or layers and show the written addition before calculator checking.</a:t>
            </a:r>
          </a:p>
          <a:p>
            <a:r>
              <a:t>Learners: Show working and units; estimate, then check.</a:t>
            </a:r>
          </a:p>
          <a:p>
            <a:r>
              <a:t>Materials/check: Paper first; tool second</a:t>
            </a:r>
          </a:p>
          <a:p>
            <a:r>
              <a:t>Source: 'Math Week 3'!A29:F29</a:t>
            </a:r>
          </a:p>
          <a:p/>
          <a:p>
            <a:r>
              <a:t>1:45 PM–1:55 PM | 6 Check | 10 min</a:t>
            </a:r>
          </a:p>
          <a:p>
            <a:r>
              <a:t>Instructor: Redo 4A question 14(b) and explain the carry into the whole number.</a:t>
            </a:r>
          </a:p>
          <a:p>
            <a:r>
              <a:t>Learners: Answer independently and show the method.</a:t>
            </a:r>
          </a:p>
          <a:p>
            <a:r>
              <a:t>Materials/check: Teacher answers below</a:t>
            </a:r>
          </a:p>
          <a:p>
            <a:r>
              <a:t>Source: 'Math Week 3'!A30:F30</a:t>
            </a:r>
          </a:p>
          <a:p/>
          <a:p>
            <a:r>
              <a:t>1:55 PM–2:00 PM | 7 Wrap up | 5 min</a:t>
            </a:r>
          </a:p>
          <a:p>
            <a:r>
              <a:t>Instructor: Ask for one learning point and one skill to practise next.</a:t>
            </a:r>
          </a:p>
          <a:p>
            <a:r>
              <a:t>Learners: Record a takeaway and next action.</a:t>
            </a:r>
          </a:p>
          <a:p>
            <a:r>
              <a:t>Materials/check: Notebook / error log</a:t>
            </a:r>
          </a:p>
          <a:p>
            <a:r>
              <a:t>Source: 'Math Week 3'!A31:F31</a:t>
            </a:r>
          </a:p>
          <a:p/>
          <a:p>
            <a:r>
              <a:t>INSTRUCTOR ONLY: REVEAL ASSESSMENT ANSWERS AFTER THE ATTEMPT</a:t>
            </a:r>
          </a:p>
          <a:p>
            <a:r>
              <a:t>4A question 14(b) = 10 5/16. 4B question 3 = 1 1/2 in. Answer Key page 13.</a:t>
            </a:r>
          </a:p>
          <a:p/>
          <a:p>
            <a:r>
              <a:t>Next: subtract lengths and regroup across a whole inch.</a:t>
            </a:r>
          </a:p>
          <a:p/>
          <a:p>
            <a:r>
              <a:t>Sources: 'Math Week 3'!A10:E10; 'Carpentry Schedule'!B27; 'Math Week 3'!A19</a:t>
            </a:r>
          </a:p>
          <a:p>
            <a:r>
              <a:t>Navigation/resource slides support these scheduled steps and do not add instructional time.</a:t>
            </a:r>
          </a:p>
          <a:p>
            <a:r>
              <a:t>SLIDE PLACEMENT: Check, 1:45 PM–1:55 PM.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W03-L01 | 2026-11-09 | 12:45 PM–2:00 PM | 75 minutes</a:t>
            </a:r>
          </a:p>
          <a:p>
            <a:r>
              <a:t>Adding fractional lengths</a:t>
            </a:r>
          </a:p>
          <a:p>
            <a:r>
              <a:t>Mode: Math</a:t>
            </a:r>
          </a:p>
          <a:p>
            <a:r>
              <a:t>Goal: Add fractional and mixed-inch lengths using a common denominator.</a:t>
            </a:r>
          </a:p>
          <a:p>
            <a:r>
              <a:t>Read: Textbook Chapter 4 pp.59–66</a:t>
            </a:r>
          </a:p>
          <a:p>
            <a:r>
              <a:t>Practise: Exercise Book 4A Q14 (p.26); 4B Q2–3 (p.27)</a:t>
            </a:r>
          </a:p>
          <a:p>
            <a:r>
              <a:t>Tool: Shape Canvas: label adjoining rectangles in inches. Use the Numeracy Hub Calculator after writing the sum.</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3'!A25:F25</a:t>
            </a:r>
          </a:p>
          <a:p/>
          <a:p>
            <a:r>
              <a:t>12:50 PM–12:55 PM | 2 Recall | 5 min</a:t>
            </a:r>
          </a:p>
          <a:p>
            <a:r>
              <a:t>Instructor: Retrieve equivalent fractions and ask how many sixteenths make one whole.</a:t>
            </a:r>
          </a:p>
          <a:p>
            <a:r>
              <a:t>Learners: Try first without displayed answers.</a:t>
            </a:r>
          </a:p>
          <a:p>
            <a:r>
              <a:t>Materials/check: Identify support needs</a:t>
            </a:r>
          </a:p>
          <a:p>
            <a:r>
              <a:t>Source: 'Math Week 3'!A26:F26</a:t>
            </a:r>
          </a:p>
          <a:p/>
          <a:p>
            <a:r>
              <a:t>12:55 PM–1:10 PM | 3 Teach | 15 min</a:t>
            </a:r>
          </a:p>
          <a:p>
            <a:r>
              <a:t>Instructor: Model a common denominator and carry a full group into the whole-number part. Connect the sum to adjoining pieces.</a:t>
            </a:r>
          </a:p>
          <a:p>
            <a:r>
              <a:t>Learners: Follow the example; explain the next step.</a:t>
            </a:r>
          </a:p>
          <a:p>
            <a:r>
              <a:t>Materials/check: Textbook; worked example</a:t>
            </a:r>
          </a:p>
          <a:p>
            <a:r>
              <a:t>Source: 'Math Week 3'!A27:F27</a:t>
            </a:r>
          </a:p>
          <a:p/>
          <a:p>
            <a:r>
              <a:t>1:10 PM–1:25 PM | 4 Together | 15 min</a:t>
            </a:r>
          </a:p>
          <a:p>
            <a:r>
              <a:t>Instructor: Solve 4A question 14(a), then 4B question 2 with a labelled strip diagram.</a:t>
            </a:r>
          </a:p>
          <a:p>
            <a:r>
              <a:t>Learners: Work in pairs; alternate solver and checker.</a:t>
            </a:r>
          </a:p>
          <a:p>
            <a:r>
              <a:t>Materials/check: Exercise Book; tool above</a:t>
            </a:r>
          </a:p>
          <a:p>
            <a:r>
              <a:t>Source: 'Math Week 3'!A28:F28</a:t>
            </a:r>
          </a:p>
          <a:p/>
          <a:p>
            <a:r>
              <a:t>1:25 PM–1:45 PM | 5 Practise | 20 min</a:t>
            </a:r>
          </a:p>
          <a:p>
            <a:r>
              <a:t>Instructor: Complete 4A question 14(b) and 4B question 3. Draw the lengths or layers and show the written addition before calculator checking.</a:t>
            </a:r>
          </a:p>
          <a:p>
            <a:r>
              <a:t>Learners: Show working and units; estimate, then check.</a:t>
            </a:r>
          </a:p>
          <a:p>
            <a:r>
              <a:t>Materials/check: Paper first; tool second</a:t>
            </a:r>
          </a:p>
          <a:p>
            <a:r>
              <a:t>Source: 'Math Week 3'!A29:F29</a:t>
            </a:r>
          </a:p>
          <a:p/>
          <a:p>
            <a:r>
              <a:t>1:45 PM–1:55 PM | 6 Check | 10 min</a:t>
            </a:r>
          </a:p>
          <a:p>
            <a:r>
              <a:t>Instructor: Redo 4A question 14(b) and explain the carry into the whole number.</a:t>
            </a:r>
          </a:p>
          <a:p>
            <a:r>
              <a:t>Learners: Answer independently and show the method.</a:t>
            </a:r>
          </a:p>
          <a:p>
            <a:r>
              <a:t>Materials/check: Teacher answers below</a:t>
            </a:r>
          </a:p>
          <a:p>
            <a:r>
              <a:t>Source: 'Math Week 3'!A30:F30</a:t>
            </a:r>
          </a:p>
          <a:p/>
          <a:p>
            <a:r>
              <a:t>1:55 PM–2:00 PM | 7 Wrap up | 5 min</a:t>
            </a:r>
          </a:p>
          <a:p>
            <a:r>
              <a:t>Instructor: Ask for one learning point and one skill to practise next.</a:t>
            </a:r>
          </a:p>
          <a:p>
            <a:r>
              <a:t>Learners: Record a takeaway and next action.</a:t>
            </a:r>
          </a:p>
          <a:p>
            <a:r>
              <a:t>Materials/check: Notebook / error log</a:t>
            </a:r>
          </a:p>
          <a:p>
            <a:r>
              <a:t>Source: 'Math Week 3'!A31:F31</a:t>
            </a:r>
          </a:p>
          <a:p/>
          <a:p>
            <a:r>
              <a:t>INSTRUCTOR ONLY: REVEAL ASSESSMENT ANSWERS AFTER THE ATTEMPT</a:t>
            </a:r>
          </a:p>
          <a:p>
            <a:r>
              <a:t>4A question 14(b) = 10 5/16. 4B question 3 = 1 1/2 in. Answer Key page 13.</a:t>
            </a:r>
          </a:p>
          <a:p/>
          <a:p>
            <a:r>
              <a:t>Next: subtract lengths and regroup across a whole inch.</a:t>
            </a:r>
          </a:p>
          <a:p/>
          <a:p>
            <a:r>
              <a:t>Sources: 'Math Week 3'!A10:E10; 'Carpentry Schedule'!B27; 'Math Week 3'!A19</a:t>
            </a:r>
          </a:p>
          <a:p>
            <a:r>
              <a:t>Navigation/resource slides support these scheduled steps and do not add instructional time.</a:t>
            </a:r>
          </a:p>
          <a:p>
            <a:r>
              <a:t>SLIDE PLACEMENT: Check, 1:45 PM–1:55 PM. All slides with this phase share these 10 minutes; do not restart the time allocation for each slide.</a:t>
            </a:r>
          </a:p>
          <a:p/>
          <a:p>
            <a:r>
              <a:t>ACCESS EXERCISE BOOK: 4A-Q14b</a:t>
            </a:r>
          </a:p>
          <a:p>
            <a:r>
              <a:t>Exact question: Add. (b)  7 3/8 + 2 15/16</a:t>
            </a:r>
          </a:p>
          <a:p>
            <a:r>
              <a:t>Instructor answer: (b)  10 5/16</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W03-L01 | 2026-11-09 | 12:45 PM–2:00 PM | 75 minutes</a:t>
            </a:r>
          </a:p>
          <a:p>
            <a:r>
              <a:t>Adding fractional lengths</a:t>
            </a:r>
          </a:p>
          <a:p>
            <a:r>
              <a:t>Mode: Math</a:t>
            </a:r>
          </a:p>
          <a:p>
            <a:r>
              <a:t>Goal: Add fractional and mixed-inch lengths using a common denominator.</a:t>
            </a:r>
          </a:p>
          <a:p>
            <a:r>
              <a:t>Read: Textbook Chapter 4 pp.59–66</a:t>
            </a:r>
          </a:p>
          <a:p>
            <a:r>
              <a:t>Practise: Exercise Book 4A Q14 (p.26); 4B Q2–3 (p.27)</a:t>
            </a:r>
          </a:p>
          <a:p>
            <a:r>
              <a:t>Tool: Shape Canvas: label adjoining rectangles in inches. Use the Numeracy Hub Calculator after writing the sum.</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3'!A25:F25</a:t>
            </a:r>
          </a:p>
          <a:p/>
          <a:p>
            <a:r>
              <a:t>12:50 PM–12:55 PM | 2 Recall | 5 min</a:t>
            </a:r>
          </a:p>
          <a:p>
            <a:r>
              <a:t>Instructor: Retrieve equivalent fractions and ask how many sixteenths make one whole.</a:t>
            </a:r>
          </a:p>
          <a:p>
            <a:r>
              <a:t>Learners: Try first without displayed answers.</a:t>
            </a:r>
          </a:p>
          <a:p>
            <a:r>
              <a:t>Materials/check: Identify support needs</a:t>
            </a:r>
          </a:p>
          <a:p>
            <a:r>
              <a:t>Source: 'Math Week 3'!A26:F26</a:t>
            </a:r>
          </a:p>
          <a:p/>
          <a:p>
            <a:r>
              <a:t>12:55 PM–1:10 PM | 3 Teach | 15 min</a:t>
            </a:r>
          </a:p>
          <a:p>
            <a:r>
              <a:t>Instructor: Model a common denominator and carry a full group into the whole-number part. Connect the sum to adjoining pieces.</a:t>
            </a:r>
          </a:p>
          <a:p>
            <a:r>
              <a:t>Learners: Follow the example; explain the next step.</a:t>
            </a:r>
          </a:p>
          <a:p>
            <a:r>
              <a:t>Materials/check: Textbook; worked example</a:t>
            </a:r>
          </a:p>
          <a:p>
            <a:r>
              <a:t>Source: 'Math Week 3'!A27:F27</a:t>
            </a:r>
          </a:p>
          <a:p/>
          <a:p>
            <a:r>
              <a:t>1:10 PM–1:25 PM | 4 Together | 15 min</a:t>
            </a:r>
          </a:p>
          <a:p>
            <a:r>
              <a:t>Instructor: Solve 4A question 14(a), then 4B question 2 with a labelled strip diagram.</a:t>
            </a:r>
          </a:p>
          <a:p>
            <a:r>
              <a:t>Learners: Work in pairs; alternate solver and checker.</a:t>
            </a:r>
          </a:p>
          <a:p>
            <a:r>
              <a:t>Materials/check: Exercise Book; tool above</a:t>
            </a:r>
          </a:p>
          <a:p>
            <a:r>
              <a:t>Source: 'Math Week 3'!A28:F28</a:t>
            </a:r>
          </a:p>
          <a:p/>
          <a:p>
            <a:r>
              <a:t>1:25 PM–1:45 PM | 5 Practise | 20 min</a:t>
            </a:r>
          </a:p>
          <a:p>
            <a:r>
              <a:t>Instructor: Complete 4A question 14(b) and 4B question 3. Draw the lengths or layers and show the written addition before calculator checking.</a:t>
            </a:r>
          </a:p>
          <a:p>
            <a:r>
              <a:t>Learners: Show working and units; estimate, then check.</a:t>
            </a:r>
          </a:p>
          <a:p>
            <a:r>
              <a:t>Materials/check: Paper first; tool second</a:t>
            </a:r>
          </a:p>
          <a:p>
            <a:r>
              <a:t>Source: 'Math Week 3'!A29:F29</a:t>
            </a:r>
          </a:p>
          <a:p/>
          <a:p>
            <a:r>
              <a:t>1:45 PM–1:55 PM | 6 Check | 10 min</a:t>
            </a:r>
          </a:p>
          <a:p>
            <a:r>
              <a:t>Instructor: Redo 4A question 14(b) and explain the carry into the whole number.</a:t>
            </a:r>
          </a:p>
          <a:p>
            <a:r>
              <a:t>Learners: Answer independently and show the method.</a:t>
            </a:r>
          </a:p>
          <a:p>
            <a:r>
              <a:t>Materials/check: Teacher answers below</a:t>
            </a:r>
          </a:p>
          <a:p>
            <a:r>
              <a:t>Source: 'Math Week 3'!A30:F30</a:t>
            </a:r>
          </a:p>
          <a:p/>
          <a:p>
            <a:r>
              <a:t>1:55 PM–2:00 PM | 7 Wrap up | 5 min</a:t>
            </a:r>
          </a:p>
          <a:p>
            <a:r>
              <a:t>Instructor: Ask for one learning point and one skill to practise next.</a:t>
            </a:r>
          </a:p>
          <a:p>
            <a:r>
              <a:t>Learners: Record a takeaway and next action.</a:t>
            </a:r>
          </a:p>
          <a:p>
            <a:r>
              <a:t>Materials/check: Notebook / error log</a:t>
            </a:r>
          </a:p>
          <a:p>
            <a:r>
              <a:t>Source: 'Math Week 3'!A31:F31</a:t>
            </a:r>
          </a:p>
          <a:p/>
          <a:p>
            <a:r>
              <a:t>INSTRUCTOR ONLY: REVEAL ASSESSMENT ANSWERS AFTER THE ATTEMPT</a:t>
            </a:r>
          </a:p>
          <a:p>
            <a:r>
              <a:t>4A question 14(b) = 10 5/16. 4B question 3 = 1 1/2 in. Answer Key page 13.</a:t>
            </a:r>
          </a:p>
          <a:p/>
          <a:p>
            <a:r>
              <a:t>Next: subtract lengths and regroup across a whole inch.</a:t>
            </a:r>
          </a:p>
          <a:p/>
          <a:p>
            <a:r>
              <a:t>Sources: 'Math Week 3'!A10:E10; 'Carpentry Schedule'!B27; 'Math Week 3'!A19</a:t>
            </a:r>
          </a:p>
          <a:p>
            <a:r>
              <a:t>Navigation/resource slides support these scheduled steps and do not add instructional time.</a:t>
            </a:r>
          </a:p>
          <a:p>
            <a:r>
              <a:t>SLIDE PLACEMENT: Wrap up, 1:55 PM–2:00 PM. All slides with this phase share these 5 minutes; do not restart the time allocation for each slide.</a:t>
            </a:r>
          </a:p>
          <a:p/>
          <a:p>
            <a:r>
              <a:t>Next scheduled learning: Next: subtract lengths and regroup across a whole inch.</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15 minutes. Resume at 2:15 PM. Do not move the following math block into the break.</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W03-L02 | 2026-11-09 | 2:15 PM–3:30 PM | 75 minutes</a:t>
            </a:r>
          </a:p>
          <a:p>
            <a:r>
              <a:t>Subtracting and regrouping fractions</a:t>
            </a:r>
          </a:p>
          <a:p>
            <a:r>
              <a:t>Mode: Math</a:t>
            </a:r>
          </a:p>
          <a:p>
            <a:r>
              <a:t>Goal: Find a remaining or missing length by subtracting mixed numbers accurately.</a:t>
            </a:r>
          </a:p>
          <a:p>
            <a:r>
              <a:t>Read: Textbook Chapter 4 pp.64–66</a:t>
            </a:r>
          </a:p>
          <a:p>
            <a:r>
              <a:t>Practise: Exercise Book 4A Q15 (p.26); 4C Q1–3 (p.29)</a:t>
            </a:r>
          </a:p>
          <a:p>
            <a:r>
              <a:t>Tool: Shape Canvas: show an overall length and labelled parts. Hide one dimension; attempt it on paper before checking.</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3'!A42:F42</a:t>
            </a:r>
          </a:p>
          <a:p/>
          <a:p>
            <a:r>
              <a:t>2:20 PM–2:25 PM | 2 Recall | 5 min</a:t>
            </a:r>
          </a:p>
          <a:p>
            <a:r>
              <a:t>Instructor: Ask how 5 can be written as 4 plus sixteenths. Retrieve one common-denominator example.</a:t>
            </a:r>
          </a:p>
          <a:p>
            <a:r>
              <a:t>Learners: Try first without displayed answers.</a:t>
            </a:r>
          </a:p>
          <a:p>
            <a:r>
              <a:t>Materials/check: Identify support needs</a:t>
            </a:r>
          </a:p>
          <a:p>
            <a:r>
              <a:t>Source: 'Math Week 3'!A43:F43</a:t>
            </a:r>
          </a:p>
          <a:p/>
          <a:p>
            <a:r>
              <a:t>2:25 PM–2:40 PM | 3 Teach | 15 min</a:t>
            </a:r>
          </a:p>
          <a:p>
            <a:r>
              <a:t>Instructor: Model regrouping one whole inch into fractional units and verify by adding the remainder back.</a:t>
            </a:r>
          </a:p>
          <a:p>
            <a:r>
              <a:t>Learners: Follow the example; explain the next step.</a:t>
            </a:r>
          </a:p>
          <a:p>
            <a:r>
              <a:t>Materials/check: Textbook; worked example</a:t>
            </a:r>
          </a:p>
          <a:p>
            <a:r>
              <a:t>Source: 'Math Week 3'!A44:F44</a:t>
            </a:r>
          </a:p>
          <a:p/>
          <a:p>
            <a:r>
              <a:t>2:40 PM–2:55 PM | 4 Together | 15 min</a:t>
            </a:r>
          </a:p>
          <a:p>
            <a:r>
              <a:t>Instructor: Solve 4A question 15(a) and 4C question 1 with a drawing.</a:t>
            </a:r>
          </a:p>
          <a:p>
            <a:r>
              <a:t>Learners: Work in pairs; alternate solver and checker.</a:t>
            </a:r>
          </a:p>
          <a:p>
            <a:r>
              <a:t>Materials/check: Exercise Book; tool above</a:t>
            </a:r>
          </a:p>
          <a:p>
            <a:r>
              <a:t>Source: 'Math Week 3'!A45:F45</a:t>
            </a:r>
          </a:p>
          <a:p/>
          <a:p>
            <a:r>
              <a:t>2:55 PM–3:15 PM | 5 Practise | 20 min</a:t>
            </a:r>
          </a:p>
          <a:p>
            <a:r>
              <a:t>Instructor: Complete 4A question 15(b) and 4C questions 2–3. Add the found piece back to the known parts to verify the overall length.</a:t>
            </a:r>
          </a:p>
          <a:p>
            <a:r>
              <a:t>Learners: Show working and units; estimate, then check.</a:t>
            </a:r>
          </a:p>
          <a:p>
            <a:r>
              <a:t>Materials/check: Paper first; tool second</a:t>
            </a:r>
          </a:p>
          <a:p>
            <a:r>
              <a:t>Source: 'Math Week 3'!A46:F46</a:t>
            </a:r>
          </a:p>
          <a:p/>
          <a:p>
            <a:r>
              <a:t>3:15 PM–3:25 PM | 6 Check | 10 min</a:t>
            </a:r>
          </a:p>
          <a:p>
            <a:r>
              <a:t>Instructor: Complete 4A question 15(b) and 4C question 3 independently.</a:t>
            </a:r>
          </a:p>
          <a:p>
            <a:r>
              <a:t>Learners: Answer independently and show the method.</a:t>
            </a:r>
          </a:p>
          <a:p>
            <a:r>
              <a:t>Materials/check: Teacher answers below</a:t>
            </a:r>
          </a:p>
          <a:p>
            <a:r>
              <a:t>Source: 'Math Week 3'!A47:F47</a:t>
            </a:r>
          </a:p>
          <a:p/>
          <a:p>
            <a:r>
              <a:t>3:25 PM–3:30 PM | 7 Wrap up | 5 min</a:t>
            </a:r>
          </a:p>
          <a:p>
            <a:r>
              <a:t>Instructor: Ask for one learning point and one skill to practise next.</a:t>
            </a:r>
          </a:p>
          <a:p>
            <a:r>
              <a:t>Learners: Record a takeaway and next action.</a:t>
            </a:r>
          </a:p>
          <a:p>
            <a:r>
              <a:t>Materials/check: Notebook / error log</a:t>
            </a:r>
          </a:p>
          <a:p>
            <a:r>
              <a:t>Source: 'Math Week 3'!A48:F48</a:t>
            </a:r>
          </a:p>
          <a:p/>
          <a:p>
            <a:r>
              <a:t>INSTRUCTOR ONLY: REVEAL ASSESSMENT ANSWERS AFTER THE ATTEMPT</a:t>
            </a:r>
          </a:p>
          <a:p>
            <a:r>
              <a:t>4A question 15(b) = 4 3/8. 4C question 3 = 4 1/4 in. Answer Key pages 13–14. Answer Key pp.13–14</a:t>
            </a:r>
          </a:p>
          <a:p/>
          <a:p>
            <a:r>
              <a:t>Next: repeated pieces, halves and equal groups.</a:t>
            </a:r>
          </a:p>
          <a:p/>
          <a:p>
            <a:r>
              <a:t>Sources: 'Math Week 3'!A11:E11; 'Carpentry Schedule'!B29; 'Math Week 3'!A36</a:t>
            </a:r>
          </a:p>
          <a:p>
            <a:r>
              <a:t>Navigation/resource slides support these scheduled steps and do not add instructional time.</a:t>
            </a:r>
          </a:p>
          <a:p>
            <a:r>
              <a:t>SLIDE PLACEMENT: Start, 2:15 PM–2:20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W03-L02 | 2026-11-09 | 2:15 PM–3:30 PM | 75 minutes</a:t>
            </a:r>
          </a:p>
          <a:p>
            <a:r>
              <a:t>Subtracting and regrouping fractions</a:t>
            </a:r>
          </a:p>
          <a:p>
            <a:r>
              <a:t>Mode: Math</a:t>
            </a:r>
          </a:p>
          <a:p>
            <a:r>
              <a:t>Goal: Find a remaining or missing length by subtracting mixed numbers accurately.</a:t>
            </a:r>
          </a:p>
          <a:p>
            <a:r>
              <a:t>Read: Textbook Chapter 4 pp.64–66</a:t>
            </a:r>
          </a:p>
          <a:p>
            <a:r>
              <a:t>Practise: Exercise Book 4A Q15 (p.26); 4C Q1–3 (p.29)</a:t>
            </a:r>
          </a:p>
          <a:p>
            <a:r>
              <a:t>Tool: Shape Canvas: show an overall length and labelled parts. Hide one dimension; attempt it on paper before checking.</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3'!A42:F42</a:t>
            </a:r>
          </a:p>
          <a:p/>
          <a:p>
            <a:r>
              <a:t>2:20 PM–2:25 PM | 2 Recall | 5 min</a:t>
            </a:r>
          </a:p>
          <a:p>
            <a:r>
              <a:t>Instructor: Ask how 5 can be written as 4 plus sixteenths. Retrieve one common-denominator example.</a:t>
            </a:r>
          </a:p>
          <a:p>
            <a:r>
              <a:t>Learners: Try first without displayed answers.</a:t>
            </a:r>
          </a:p>
          <a:p>
            <a:r>
              <a:t>Materials/check: Identify support needs</a:t>
            </a:r>
          </a:p>
          <a:p>
            <a:r>
              <a:t>Source: 'Math Week 3'!A43:F43</a:t>
            </a:r>
          </a:p>
          <a:p/>
          <a:p>
            <a:r>
              <a:t>2:25 PM–2:40 PM | 3 Teach | 15 min</a:t>
            </a:r>
          </a:p>
          <a:p>
            <a:r>
              <a:t>Instructor: Model regrouping one whole inch into fractional units and verify by adding the remainder back.</a:t>
            </a:r>
          </a:p>
          <a:p>
            <a:r>
              <a:t>Learners: Follow the example; explain the next step.</a:t>
            </a:r>
          </a:p>
          <a:p>
            <a:r>
              <a:t>Materials/check: Textbook; worked example</a:t>
            </a:r>
          </a:p>
          <a:p>
            <a:r>
              <a:t>Source: 'Math Week 3'!A44:F44</a:t>
            </a:r>
          </a:p>
          <a:p/>
          <a:p>
            <a:r>
              <a:t>2:40 PM–2:55 PM | 4 Together | 15 min</a:t>
            </a:r>
          </a:p>
          <a:p>
            <a:r>
              <a:t>Instructor: Solve 4A question 15(a) and 4C question 1 with a drawing.</a:t>
            </a:r>
          </a:p>
          <a:p>
            <a:r>
              <a:t>Learners: Work in pairs; alternate solver and checker.</a:t>
            </a:r>
          </a:p>
          <a:p>
            <a:r>
              <a:t>Materials/check: Exercise Book; tool above</a:t>
            </a:r>
          </a:p>
          <a:p>
            <a:r>
              <a:t>Source: 'Math Week 3'!A45:F45</a:t>
            </a:r>
          </a:p>
          <a:p/>
          <a:p>
            <a:r>
              <a:t>2:55 PM–3:15 PM | 5 Practise | 20 min</a:t>
            </a:r>
          </a:p>
          <a:p>
            <a:r>
              <a:t>Instructor: Complete 4A question 15(b) and 4C questions 2–3. Add the found piece back to the known parts to verify the overall length.</a:t>
            </a:r>
          </a:p>
          <a:p>
            <a:r>
              <a:t>Learners: Show working and units; estimate, then check.</a:t>
            </a:r>
          </a:p>
          <a:p>
            <a:r>
              <a:t>Materials/check: Paper first; tool second</a:t>
            </a:r>
          </a:p>
          <a:p>
            <a:r>
              <a:t>Source: 'Math Week 3'!A46:F46</a:t>
            </a:r>
          </a:p>
          <a:p/>
          <a:p>
            <a:r>
              <a:t>3:15 PM–3:25 PM | 6 Check | 10 min</a:t>
            </a:r>
          </a:p>
          <a:p>
            <a:r>
              <a:t>Instructor: Complete 4A question 15(b) and 4C question 3 independently.</a:t>
            </a:r>
          </a:p>
          <a:p>
            <a:r>
              <a:t>Learners: Answer independently and show the method.</a:t>
            </a:r>
          </a:p>
          <a:p>
            <a:r>
              <a:t>Materials/check: Teacher answers below</a:t>
            </a:r>
          </a:p>
          <a:p>
            <a:r>
              <a:t>Source: 'Math Week 3'!A47:F47</a:t>
            </a:r>
          </a:p>
          <a:p/>
          <a:p>
            <a:r>
              <a:t>3:25 PM–3:30 PM | 7 Wrap up | 5 min</a:t>
            </a:r>
          </a:p>
          <a:p>
            <a:r>
              <a:t>Instructor: Ask for one learning point and one skill to practise next.</a:t>
            </a:r>
          </a:p>
          <a:p>
            <a:r>
              <a:t>Learners: Record a takeaway and next action.</a:t>
            </a:r>
          </a:p>
          <a:p>
            <a:r>
              <a:t>Materials/check: Notebook / error log</a:t>
            </a:r>
          </a:p>
          <a:p>
            <a:r>
              <a:t>Source: 'Math Week 3'!A48:F48</a:t>
            </a:r>
          </a:p>
          <a:p/>
          <a:p>
            <a:r>
              <a:t>INSTRUCTOR ONLY: REVEAL ASSESSMENT ANSWERS AFTER THE ATTEMPT</a:t>
            </a:r>
          </a:p>
          <a:p>
            <a:r>
              <a:t>4A question 15(b) = 4 3/8. 4C question 3 = 4 1/4 in. Answer Key pages 13–14. Answer Key pp.13–14</a:t>
            </a:r>
          </a:p>
          <a:p/>
          <a:p>
            <a:r>
              <a:t>Next: repeated pieces, halves and equal groups.</a:t>
            </a:r>
          </a:p>
          <a:p/>
          <a:p>
            <a:r>
              <a:t>Sources: 'Math Week 3'!A11:E11; 'Carpentry Schedule'!B29; 'Math Week 3'!A36</a:t>
            </a:r>
          </a:p>
          <a:p>
            <a:r>
              <a:t>Navigation/resource slides support these scheduled steps and do not add instructional time.</a:t>
            </a:r>
          </a:p>
          <a:p>
            <a:r>
              <a:t>SLIDE PLACEMENT: Recall, 2:20 PM–2:25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W03-L02 | 2026-11-09 | 2:15 PM–3:30 PM | 75 minutes</a:t>
            </a:r>
          </a:p>
          <a:p>
            <a:r>
              <a:t>Subtracting and regrouping fractions</a:t>
            </a:r>
          </a:p>
          <a:p>
            <a:r>
              <a:t>Mode: Math</a:t>
            </a:r>
          </a:p>
          <a:p>
            <a:r>
              <a:t>Goal: Find a remaining or missing length by subtracting mixed numbers accurately.</a:t>
            </a:r>
          </a:p>
          <a:p>
            <a:r>
              <a:t>Read: Textbook Chapter 4 pp.64–66</a:t>
            </a:r>
          </a:p>
          <a:p>
            <a:r>
              <a:t>Practise: Exercise Book 4A Q15 (p.26); 4C Q1–3 (p.29)</a:t>
            </a:r>
          </a:p>
          <a:p>
            <a:r>
              <a:t>Tool: Shape Canvas: show an overall length and labelled parts. Hide one dimension; attempt it on paper before checking.</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3'!A42:F42</a:t>
            </a:r>
          </a:p>
          <a:p/>
          <a:p>
            <a:r>
              <a:t>2:20 PM–2:25 PM | 2 Recall | 5 min</a:t>
            </a:r>
          </a:p>
          <a:p>
            <a:r>
              <a:t>Instructor: Ask how 5 can be written as 4 plus sixteenths. Retrieve one common-denominator example.</a:t>
            </a:r>
          </a:p>
          <a:p>
            <a:r>
              <a:t>Learners: Try first without displayed answers.</a:t>
            </a:r>
          </a:p>
          <a:p>
            <a:r>
              <a:t>Materials/check: Identify support needs</a:t>
            </a:r>
          </a:p>
          <a:p>
            <a:r>
              <a:t>Source: 'Math Week 3'!A43:F43</a:t>
            </a:r>
          </a:p>
          <a:p/>
          <a:p>
            <a:r>
              <a:t>2:25 PM–2:40 PM | 3 Teach | 15 min</a:t>
            </a:r>
          </a:p>
          <a:p>
            <a:r>
              <a:t>Instructor: Model regrouping one whole inch into fractional units and verify by adding the remainder back.</a:t>
            </a:r>
          </a:p>
          <a:p>
            <a:r>
              <a:t>Learners: Follow the example; explain the next step.</a:t>
            </a:r>
          </a:p>
          <a:p>
            <a:r>
              <a:t>Materials/check: Textbook; worked example</a:t>
            </a:r>
          </a:p>
          <a:p>
            <a:r>
              <a:t>Source: 'Math Week 3'!A44:F44</a:t>
            </a:r>
          </a:p>
          <a:p/>
          <a:p>
            <a:r>
              <a:t>2:40 PM–2:55 PM | 4 Together | 15 min</a:t>
            </a:r>
          </a:p>
          <a:p>
            <a:r>
              <a:t>Instructor: Solve 4A question 15(a) and 4C question 1 with a drawing.</a:t>
            </a:r>
          </a:p>
          <a:p>
            <a:r>
              <a:t>Learners: Work in pairs; alternate solver and checker.</a:t>
            </a:r>
          </a:p>
          <a:p>
            <a:r>
              <a:t>Materials/check: Exercise Book; tool above</a:t>
            </a:r>
          </a:p>
          <a:p>
            <a:r>
              <a:t>Source: 'Math Week 3'!A45:F45</a:t>
            </a:r>
          </a:p>
          <a:p/>
          <a:p>
            <a:r>
              <a:t>2:55 PM–3:15 PM | 5 Practise | 20 min</a:t>
            </a:r>
          </a:p>
          <a:p>
            <a:r>
              <a:t>Instructor: Complete 4A question 15(b) and 4C questions 2–3. Add the found piece back to the known parts to verify the overall length.</a:t>
            </a:r>
          </a:p>
          <a:p>
            <a:r>
              <a:t>Learners: Show working and units; estimate, then check.</a:t>
            </a:r>
          </a:p>
          <a:p>
            <a:r>
              <a:t>Materials/check: Paper first; tool second</a:t>
            </a:r>
          </a:p>
          <a:p>
            <a:r>
              <a:t>Source: 'Math Week 3'!A46:F46</a:t>
            </a:r>
          </a:p>
          <a:p/>
          <a:p>
            <a:r>
              <a:t>3:15 PM–3:25 PM | 6 Check | 10 min</a:t>
            </a:r>
          </a:p>
          <a:p>
            <a:r>
              <a:t>Instructor: Complete 4A question 15(b) and 4C question 3 independently.</a:t>
            </a:r>
          </a:p>
          <a:p>
            <a:r>
              <a:t>Learners: Answer independently and show the method.</a:t>
            </a:r>
          </a:p>
          <a:p>
            <a:r>
              <a:t>Materials/check: Teacher answers below</a:t>
            </a:r>
          </a:p>
          <a:p>
            <a:r>
              <a:t>Source: 'Math Week 3'!A47:F47</a:t>
            </a:r>
          </a:p>
          <a:p/>
          <a:p>
            <a:r>
              <a:t>3:25 PM–3:30 PM | 7 Wrap up | 5 min</a:t>
            </a:r>
          </a:p>
          <a:p>
            <a:r>
              <a:t>Instructor: Ask for one learning point and one skill to practise next.</a:t>
            </a:r>
          </a:p>
          <a:p>
            <a:r>
              <a:t>Learners: Record a takeaway and next action.</a:t>
            </a:r>
          </a:p>
          <a:p>
            <a:r>
              <a:t>Materials/check: Notebook / error log</a:t>
            </a:r>
          </a:p>
          <a:p>
            <a:r>
              <a:t>Source: 'Math Week 3'!A48:F48</a:t>
            </a:r>
          </a:p>
          <a:p/>
          <a:p>
            <a:r>
              <a:t>INSTRUCTOR ONLY: REVEAL ASSESSMENT ANSWERS AFTER THE ATTEMPT</a:t>
            </a:r>
          </a:p>
          <a:p>
            <a:r>
              <a:t>4A question 15(b) = 4 3/8. 4C question 3 = 4 1/4 in. Answer Key pages 13–14. Answer Key pp.13–14</a:t>
            </a:r>
          </a:p>
          <a:p/>
          <a:p>
            <a:r>
              <a:t>Next: repeated pieces, halves and equal groups.</a:t>
            </a:r>
          </a:p>
          <a:p/>
          <a:p>
            <a:r>
              <a:t>Sources: 'Math Week 3'!A11:E11; 'Carpentry Schedule'!B29; 'Math Week 3'!A36</a:t>
            </a:r>
          </a:p>
          <a:p>
            <a:r>
              <a:t>Navigation/resource slides support these scheduled steps and do not add instructional time.</a:t>
            </a:r>
          </a:p>
          <a:p>
            <a:r>
              <a:t>SLIDE PLACEMENT: Teach, 2:25 PM–2:40 PM. All slides with this phase share these 15 minutes; do not restart the time allocation for each slide.</a:t>
            </a:r>
          </a:p>
          <a:p/>
          <a:p>
            <a:r>
              <a:t>Teaching content sources:</a:t>
            </a:r>
          </a:p>
          <a:p>
            <a:r>
              <a:t>'Math Week 3'!A36</a:t>
            </a:r>
          </a:p>
          <a:p>
            <a:r>
              <a:t>'Math Week 3'!B38</a:t>
            </a:r>
          </a:p>
          <a:p>
            <a:r>
              <a:t>'Math Week 3'!B40</a:t>
            </a:r>
          </a:p>
          <a:p>
            <a:r>
              <a:t>Textbook Chapter 4 pp.64–66</a:t>
            </a:r>
          </a:p>
          <a:p>
            <a:r>
              <a:t>ACCESS CARPENTRY SLIDES.pptx slides 51–53</a:t>
            </a:r>
          </a:p>
          <a:p>
            <a:r>
              <a:t>ACCESS Trades Numeracy Textbook, PDF/printed p.66</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W03-L02 | 2026-11-09 | 2:15 PM–3:30 PM | 75 minutes</a:t>
            </a:r>
          </a:p>
          <a:p>
            <a:r>
              <a:t>Subtracting and regrouping fractions</a:t>
            </a:r>
          </a:p>
          <a:p>
            <a:r>
              <a:t>Mode: Math</a:t>
            </a:r>
          </a:p>
          <a:p>
            <a:r>
              <a:t>Goal: Find a remaining or missing length by subtracting mixed numbers accurately.</a:t>
            </a:r>
          </a:p>
          <a:p>
            <a:r>
              <a:t>Read: Textbook Chapter 4 pp.64–66</a:t>
            </a:r>
          </a:p>
          <a:p>
            <a:r>
              <a:t>Practise: Exercise Book 4A Q15 (p.26); 4C Q1–3 (p.29)</a:t>
            </a:r>
          </a:p>
          <a:p>
            <a:r>
              <a:t>Tool: Shape Canvas: show an overall length and labelled parts. Hide one dimension; attempt it on paper before checking.</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3'!A42:F42</a:t>
            </a:r>
          </a:p>
          <a:p/>
          <a:p>
            <a:r>
              <a:t>2:20 PM–2:25 PM | 2 Recall | 5 min</a:t>
            </a:r>
          </a:p>
          <a:p>
            <a:r>
              <a:t>Instructor: Ask how 5 can be written as 4 plus sixteenths. Retrieve one common-denominator example.</a:t>
            </a:r>
          </a:p>
          <a:p>
            <a:r>
              <a:t>Learners: Try first without displayed answers.</a:t>
            </a:r>
          </a:p>
          <a:p>
            <a:r>
              <a:t>Materials/check: Identify support needs</a:t>
            </a:r>
          </a:p>
          <a:p>
            <a:r>
              <a:t>Source: 'Math Week 3'!A43:F43</a:t>
            </a:r>
          </a:p>
          <a:p/>
          <a:p>
            <a:r>
              <a:t>2:25 PM–2:40 PM | 3 Teach | 15 min</a:t>
            </a:r>
          </a:p>
          <a:p>
            <a:r>
              <a:t>Instructor: Model regrouping one whole inch into fractional units and verify by adding the remainder back.</a:t>
            </a:r>
          </a:p>
          <a:p>
            <a:r>
              <a:t>Learners: Follow the example; explain the next step.</a:t>
            </a:r>
          </a:p>
          <a:p>
            <a:r>
              <a:t>Materials/check: Textbook; worked example</a:t>
            </a:r>
          </a:p>
          <a:p>
            <a:r>
              <a:t>Source: 'Math Week 3'!A44:F44</a:t>
            </a:r>
          </a:p>
          <a:p/>
          <a:p>
            <a:r>
              <a:t>2:40 PM–2:55 PM | 4 Together | 15 min</a:t>
            </a:r>
          </a:p>
          <a:p>
            <a:r>
              <a:t>Instructor: Solve 4A question 15(a) and 4C question 1 with a drawing.</a:t>
            </a:r>
          </a:p>
          <a:p>
            <a:r>
              <a:t>Learners: Work in pairs; alternate solver and checker.</a:t>
            </a:r>
          </a:p>
          <a:p>
            <a:r>
              <a:t>Materials/check: Exercise Book; tool above</a:t>
            </a:r>
          </a:p>
          <a:p>
            <a:r>
              <a:t>Source: 'Math Week 3'!A45:F45</a:t>
            </a:r>
          </a:p>
          <a:p/>
          <a:p>
            <a:r>
              <a:t>2:55 PM–3:15 PM | 5 Practise | 20 min</a:t>
            </a:r>
          </a:p>
          <a:p>
            <a:r>
              <a:t>Instructor: Complete 4A question 15(b) and 4C questions 2–3. Add the found piece back to the known parts to verify the overall length.</a:t>
            </a:r>
          </a:p>
          <a:p>
            <a:r>
              <a:t>Learners: Show working and units; estimate, then check.</a:t>
            </a:r>
          </a:p>
          <a:p>
            <a:r>
              <a:t>Materials/check: Paper first; tool second</a:t>
            </a:r>
          </a:p>
          <a:p>
            <a:r>
              <a:t>Source: 'Math Week 3'!A46:F46</a:t>
            </a:r>
          </a:p>
          <a:p/>
          <a:p>
            <a:r>
              <a:t>3:15 PM–3:25 PM | 6 Check | 10 min</a:t>
            </a:r>
          </a:p>
          <a:p>
            <a:r>
              <a:t>Instructor: Complete 4A question 15(b) and 4C question 3 independently.</a:t>
            </a:r>
          </a:p>
          <a:p>
            <a:r>
              <a:t>Learners: Answer independently and show the method.</a:t>
            </a:r>
          </a:p>
          <a:p>
            <a:r>
              <a:t>Materials/check: Teacher answers below</a:t>
            </a:r>
          </a:p>
          <a:p>
            <a:r>
              <a:t>Source: 'Math Week 3'!A47:F47</a:t>
            </a:r>
          </a:p>
          <a:p/>
          <a:p>
            <a:r>
              <a:t>3:25 PM–3:30 PM | 7 Wrap up | 5 min</a:t>
            </a:r>
          </a:p>
          <a:p>
            <a:r>
              <a:t>Instructor: Ask for one learning point and one skill to practise next.</a:t>
            </a:r>
          </a:p>
          <a:p>
            <a:r>
              <a:t>Learners: Record a takeaway and next action.</a:t>
            </a:r>
          </a:p>
          <a:p>
            <a:r>
              <a:t>Materials/check: Notebook / error log</a:t>
            </a:r>
          </a:p>
          <a:p>
            <a:r>
              <a:t>Source: 'Math Week 3'!A48:F48</a:t>
            </a:r>
          </a:p>
          <a:p/>
          <a:p>
            <a:r>
              <a:t>INSTRUCTOR ONLY: REVEAL ASSESSMENT ANSWERS AFTER THE ATTEMPT</a:t>
            </a:r>
          </a:p>
          <a:p>
            <a:r>
              <a:t>4A question 15(b) = 4 3/8. 4C question 3 = 4 1/4 in. Answer Key pages 13–14. Answer Key pp.13–14</a:t>
            </a:r>
          </a:p>
          <a:p/>
          <a:p>
            <a:r>
              <a:t>Next: repeated pieces, halves and equal groups.</a:t>
            </a:r>
          </a:p>
          <a:p/>
          <a:p>
            <a:r>
              <a:t>Sources: 'Math Week 3'!A11:E11; 'Carpentry Schedule'!B29; 'Math Week 3'!A36</a:t>
            </a:r>
          </a:p>
          <a:p>
            <a:r>
              <a:t>Navigation/resource slides support these scheduled steps and do not add instructional time.</a:t>
            </a:r>
          </a:p>
          <a:p>
            <a:r>
              <a:t>SLIDE PLACEMENT: Teach, 2:25 PM–2:40 PM. All slides with this phase share these 15 minutes; do not restart the time allocation for each slide.</a:t>
            </a:r>
          </a:p>
          <a:p/>
          <a:p>
            <a:r>
              <a:t>Teaching content sources:</a:t>
            </a:r>
          </a:p>
          <a:p>
            <a:r>
              <a:t>'Math Week 3'!A36</a:t>
            </a:r>
          </a:p>
          <a:p>
            <a:r>
              <a:t>'Math Week 3'!B38</a:t>
            </a:r>
          </a:p>
          <a:p>
            <a:r>
              <a:t>'Math Week 3'!B40</a:t>
            </a:r>
          </a:p>
          <a:p>
            <a:r>
              <a:t>Textbook Chapter 4 pp.64–66</a:t>
            </a:r>
          </a:p>
          <a:p>
            <a:r>
              <a:t>ACCESS CARPENTRY SLIDES.pptx slides 51–53</a:t>
            </a:r>
          </a:p>
          <a:p>
            <a:r>
              <a:t>ACCESS Trades Numeracy Textbook, PDF/printed p.66</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W03-L02 | 2026-11-09 | 2:15 PM–3:30 PM | 75 minutes</a:t>
            </a:r>
          </a:p>
          <a:p>
            <a:r>
              <a:t>Subtracting and regrouping fractions</a:t>
            </a:r>
          </a:p>
          <a:p>
            <a:r>
              <a:t>Mode: Math</a:t>
            </a:r>
          </a:p>
          <a:p>
            <a:r>
              <a:t>Goal: Find a remaining or missing length by subtracting mixed numbers accurately.</a:t>
            </a:r>
          </a:p>
          <a:p>
            <a:r>
              <a:t>Read: Textbook Chapter 4 pp.64–66</a:t>
            </a:r>
          </a:p>
          <a:p>
            <a:r>
              <a:t>Practise: Exercise Book 4A Q15 (p.26); 4C Q1–3 (p.29)</a:t>
            </a:r>
          </a:p>
          <a:p>
            <a:r>
              <a:t>Tool: Shape Canvas: show an overall length and labelled parts. Hide one dimension; attempt it on paper before checking.</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3'!A42:F42</a:t>
            </a:r>
          </a:p>
          <a:p/>
          <a:p>
            <a:r>
              <a:t>2:20 PM–2:25 PM | 2 Recall | 5 min</a:t>
            </a:r>
          </a:p>
          <a:p>
            <a:r>
              <a:t>Instructor: Ask how 5 can be written as 4 plus sixteenths. Retrieve one common-denominator example.</a:t>
            </a:r>
          </a:p>
          <a:p>
            <a:r>
              <a:t>Learners: Try first without displayed answers.</a:t>
            </a:r>
          </a:p>
          <a:p>
            <a:r>
              <a:t>Materials/check: Identify support needs</a:t>
            </a:r>
          </a:p>
          <a:p>
            <a:r>
              <a:t>Source: 'Math Week 3'!A43:F43</a:t>
            </a:r>
          </a:p>
          <a:p/>
          <a:p>
            <a:r>
              <a:t>2:25 PM–2:40 PM | 3 Teach | 15 min</a:t>
            </a:r>
          </a:p>
          <a:p>
            <a:r>
              <a:t>Instructor: Model regrouping one whole inch into fractional units and verify by adding the remainder back.</a:t>
            </a:r>
          </a:p>
          <a:p>
            <a:r>
              <a:t>Learners: Follow the example; explain the next step.</a:t>
            </a:r>
          </a:p>
          <a:p>
            <a:r>
              <a:t>Materials/check: Textbook; worked example</a:t>
            </a:r>
          </a:p>
          <a:p>
            <a:r>
              <a:t>Source: 'Math Week 3'!A44:F44</a:t>
            </a:r>
          </a:p>
          <a:p/>
          <a:p>
            <a:r>
              <a:t>2:40 PM–2:55 PM | 4 Together | 15 min</a:t>
            </a:r>
          </a:p>
          <a:p>
            <a:r>
              <a:t>Instructor: Solve 4A question 15(a) and 4C question 1 with a drawing.</a:t>
            </a:r>
          </a:p>
          <a:p>
            <a:r>
              <a:t>Learners: Work in pairs; alternate solver and checker.</a:t>
            </a:r>
          </a:p>
          <a:p>
            <a:r>
              <a:t>Materials/check: Exercise Book; tool above</a:t>
            </a:r>
          </a:p>
          <a:p>
            <a:r>
              <a:t>Source: 'Math Week 3'!A45:F45</a:t>
            </a:r>
          </a:p>
          <a:p/>
          <a:p>
            <a:r>
              <a:t>2:55 PM–3:15 PM | 5 Practise | 20 min</a:t>
            </a:r>
          </a:p>
          <a:p>
            <a:r>
              <a:t>Instructor: Complete 4A question 15(b) and 4C questions 2–3. Add the found piece back to the known parts to verify the overall length.</a:t>
            </a:r>
          </a:p>
          <a:p>
            <a:r>
              <a:t>Learners: Show working and units; estimate, then check.</a:t>
            </a:r>
          </a:p>
          <a:p>
            <a:r>
              <a:t>Materials/check: Paper first; tool second</a:t>
            </a:r>
          </a:p>
          <a:p>
            <a:r>
              <a:t>Source: 'Math Week 3'!A46:F46</a:t>
            </a:r>
          </a:p>
          <a:p/>
          <a:p>
            <a:r>
              <a:t>3:15 PM–3:25 PM | 6 Check | 10 min</a:t>
            </a:r>
          </a:p>
          <a:p>
            <a:r>
              <a:t>Instructor: Complete 4A question 15(b) and 4C question 3 independently.</a:t>
            </a:r>
          </a:p>
          <a:p>
            <a:r>
              <a:t>Learners: Answer independently and show the method.</a:t>
            </a:r>
          </a:p>
          <a:p>
            <a:r>
              <a:t>Materials/check: Teacher answers below</a:t>
            </a:r>
          </a:p>
          <a:p>
            <a:r>
              <a:t>Source: 'Math Week 3'!A47:F47</a:t>
            </a:r>
          </a:p>
          <a:p/>
          <a:p>
            <a:r>
              <a:t>3:25 PM–3:30 PM | 7 Wrap up | 5 min</a:t>
            </a:r>
          </a:p>
          <a:p>
            <a:r>
              <a:t>Instructor: Ask for one learning point and one skill to practise next.</a:t>
            </a:r>
          </a:p>
          <a:p>
            <a:r>
              <a:t>Learners: Record a takeaway and next action.</a:t>
            </a:r>
          </a:p>
          <a:p>
            <a:r>
              <a:t>Materials/check: Notebook / error log</a:t>
            </a:r>
          </a:p>
          <a:p>
            <a:r>
              <a:t>Source: 'Math Week 3'!A48:F48</a:t>
            </a:r>
          </a:p>
          <a:p/>
          <a:p>
            <a:r>
              <a:t>INSTRUCTOR ONLY: REVEAL ASSESSMENT ANSWERS AFTER THE ATTEMPT</a:t>
            </a:r>
          </a:p>
          <a:p>
            <a:r>
              <a:t>4A question 15(b) = 4 3/8. 4C question 3 = 4 1/4 in. Answer Key pages 13–14. Answer Key pp.13–14</a:t>
            </a:r>
          </a:p>
          <a:p/>
          <a:p>
            <a:r>
              <a:t>Next: repeated pieces, halves and equal groups.</a:t>
            </a:r>
          </a:p>
          <a:p/>
          <a:p>
            <a:r>
              <a:t>Sources: 'Math Week 3'!A11:E11; 'Carpentry Schedule'!B29; 'Math Week 3'!A36</a:t>
            </a:r>
          </a:p>
          <a:p>
            <a:r>
              <a:t>Navigation/resource slides support these scheduled steps and do not add instructional time.</a:t>
            </a:r>
          </a:p>
          <a:p>
            <a:r>
              <a:t>SLIDE PLACEMENT: Teach, 2:25 PM–2:40 PM. All slides with this phase share these 15 minutes; do not restart the time allocation for each slide.</a:t>
            </a:r>
          </a:p>
          <a:p/>
          <a:p>
            <a:r>
              <a:t>Textbook visual: Textbook p.66 · Example 4.10: regroup a whole inch to find an offcut.</a:t>
            </a:r>
          </a:p>
          <a:p>
            <a:r>
              <a:t>Exact PDF/printed page: 66. Excerpt reproduced from the supplied ACCESS Textbook.</a:t>
            </a:r>
          </a:p>
          <a:p>
            <a:r>
              <a:t>Example 4.10 uses a stock/offcut drawing to show borrowing one whole and checking by adding back.</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W03-L02 | 2026-11-09 | 2:15 PM–3:30 PM | 75 minutes</a:t>
            </a:r>
          </a:p>
          <a:p>
            <a:r>
              <a:t>Subtracting and regrouping fractions</a:t>
            </a:r>
          </a:p>
          <a:p>
            <a:r>
              <a:t>Mode: Math</a:t>
            </a:r>
          </a:p>
          <a:p>
            <a:r>
              <a:t>Goal: Find a remaining or missing length by subtracting mixed numbers accurately.</a:t>
            </a:r>
          </a:p>
          <a:p>
            <a:r>
              <a:t>Read: Textbook Chapter 4 pp.64–66</a:t>
            </a:r>
          </a:p>
          <a:p>
            <a:r>
              <a:t>Practise: Exercise Book 4A Q15 (p.26); 4C Q1–3 (p.29)</a:t>
            </a:r>
          </a:p>
          <a:p>
            <a:r>
              <a:t>Tool: Shape Canvas: show an overall length and labelled parts. Hide one dimension; attempt it on paper before checking.</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3'!A42:F42</a:t>
            </a:r>
          </a:p>
          <a:p/>
          <a:p>
            <a:r>
              <a:t>2:20 PM–2:25 PM | 2 Recall | 5 min</a:t>
            </a:r>
          </a:p>
          <a:p>
            <a:r>
              <a:t>Instructor: Ask how 5 can be written as 4 plus sixteenths. Retrieve one common-denominator example.</a:t>
            </a:r>
          </a:p>
          <a:p>
            <a:r>
              <a:t>Learners: Try first without displayed answers.</a:t>
            </a:r>
          </a:p>
          <a:p>
            <a:r>
              <a:t>Materials/check: Identify support needs</a:t>
            </a:r>
          </a:p>
          <a:p>
            <a:r>
              <a:t>Source: 'Math Week 3'!A43:F43</a:t>
            </a:r>
          </a:p>
          <a:p/>
          <a:p>
            <a:r>
              <a:t>2:25 PM–2:40 PM | 3 Teach | 15 min</a:t>
            </a:r>
          </a:p>
          <a:p>
            <a:r>
              <a:t>Instructor: Model regrouping one whole inch into fractional units and verify by adding the remainder back.</a:t>
            </a:r>
          </a:p>
          <a:p>
            <a:r>
              <a:t>Learners: Follow the example; explain the next step.</a:t>
            </a:r>
          </a:p>
          <a:p>
            <a:r>
              <a:t>Materials/check: Textbook; worked example</a:t>
            </a:r>
          </a:p>
          <a:p>
            <a:r>
              <a:t>Source: 'Math Week 3'!A44:F44</a:t>
            </a:r>
          </a:p>
          <a:p/>
          <a:p>
            <a:r>
              <a:t>2:40 PM–2:55 PM | 4 Together | 15 min</a:t>
            </a:r>
          </a:p>
          <a:p>
            <a:r>
              <a:t>Instructor: Solve 4A question 15(a) and 4C question 1 with a drawing.</a:t>
            </a:r>
          </a:p>
          <a:p>
            <a:r>
              <a:t>Learners: Work in pairs; alternate solver and checker.</a:t>
            </a:r>
          </a:p>
          <a:p>
            <a:r>
              <a:t>Materials/check: Exercise Book; tool above</a:t>
            </a:r>
          </a:p>
          <a:p>
            <a:r>
              <a:t>Source: 'Math Week 3'!A45:F45</a:t>
            </a:r>
          </a:p>
          <a:p/>
          <a:p>
            <a:r>
              <a:t>2:55 PM–3:15 PM | 5 Practise | 20 min</a:t>
            </a:r>
          </a:p>
          <a:p>
            <a:r>
              <a:t>Instructor: Complete 4A question 15(b) and 4C questions 2–3. Add the found piece back to the known parts to verify the overall length.</a:t>
            </a:r>
          </a:p>
          <a:p>
            <a:r>
              <a:t>Learners: Show working and units; estimate, then check.</a:t>
            </a:r>
          </a:p>
          <a:p>
            <a:r>
              <a:t>Materials/check: Paper first; tool second</a:t>
            </a:r>
          </a:p>
          <a:p>
            <a:r>
              <a:t>Source: 'Math Week 3'!A46:F46</a:t>
            </a:r>
          </a:p>
          <a:p/>
          <a:p>
            <a:r>
              <a:t>3:15 PM–3:25 PM | 6 Check | 10 min</a:t>
            </a:r>
          </a:p>
          <a:p>
            <a:r>
              <a:t>Instructor: Complete 4A question 15(b) and 4C question 3 independently.</a:t>
            </a:r>
          </a:p>
          <a:p>
            <a:r>
              <a:t>Learners: Answer independently and show the method.</a:t>
            </a:r>
          </a:p>
          <a:p>
            <a:r>
              <a:t>Materials/check: Teacher answers below</a:t>
            </a:r>
          </a:p>
          <a:p>
            <a:r>
              <a:t>Source: 'Math Week 3'!A47:F47</a:t>
            </a:r>
          </a:p>
          <a:p/>
          <a:p>
            <a:r>
              <a:t>3:25 PM–3:30 PM | 7 Wrap up | 5 min</a:t>
            </a:r>
          </a:p>
          <a:p>
            <a:r>
              <a:t>Instructor: Ask for one learning point and one skill to practise next.</a:t>
            </a:r>
          </a:p>
          <a:p>
            <a:r>
              <a:t>Learners: Record a takeaway and next action.</a:t>
            </a:r>
          </a:p>
          <a:p>
            <a:r>
              <a:t>Materials/check: Notebook / error log</a:t>
            </a:r>
          </a:p>
          <a:p>
            <a:r>
              <a:t>Source: 'Math Week 3'!A48:F48</a:t>
            </a:r>
          </a:p>
          <a:p/>
          <a:p>
            <a:r>
              <a:t>INSTRUCTOR ONLY: REVEAL ASSESSMENT ANSWERS AFTER THE ATTEMPT</a:t>
            </a:r>
          </a:p>
          <a:p>
            <a:r>
              <a:t>4A question 15(b) = 4 3/8. 4C question 3 = 4 1/4 in. Answer Key pages 13–14. Answer Key pp.13–14</a:t>
            </a:r>
          </a:p>
          <a:p/>
          <a:p>
            <a:r>
              <a:t>Next: repeated pieces, halves and equal groups.</a:t>
            </a:r>
          </a:p>
          <a:p/>
          <a:p>
            <a:r>
              <a:t>Sources: 'Math Week 3'!A11:E11; 'Carpentry Schedule'!B29; 'Math Week 3'!A36</a:t>
            </a:r>
          </a:p>
          <a:p>
            <a:r>
              <a:t>Navigation/resource slides support these scheduled steps and do not add instructional time.</a:t>
            </a:r>
          </a:p>
          <a:p>
            <a:r>
              <a:t>SLIDE PLACEMENT: Teach, 2:25 PM–2:40 PM. All slides with this phase share these 15 minutes; do not restart the time allocation for each slide.</a:t>
            </a:r>
          </a:p>
          <a:p/>
          <a:p>
            <a:r>
              <a:t>Textbook visual: Textbook p.66 · Add the remainder back to verify the original length.</a:t>
            </a:r>
          </a:p>
          <a:p>
            <a:r>
              <a:t>Exact PDF/printed page: 66. Excerpt reproduced from the supplied ACCESS Textbook.</a:t>
            </a:r>
          </a:p>
          <a:p>
            <a:r>
              <a:t>Example 4.10 uses a stock/offcut drawing to show borrowing one whole and checking by adding back.</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W03-L02 | 2026-11-09 | 2:15 PM–3:30 PM | 75 minutes</a:t>
            </a:r>
          </a:p>
          <a:p>
            <a:r>
              <a:t>Subtracting and regrouping fractions</a:t>
            </a:r>
          </a:p>
          <a:p>
            <a:r>
              <a:t>Mode: Math</a:t>
            </a:r>
          </a:p>
          <a:p>
            <a:r>
              <a:t>Goal: Find a remaining or missing length by subtracting mixed numbers accurately.</a:t>
            </a:r>
          </a:p>
          <a:p>
            <a:r>
              <a:t>Read: Textbook Chapter 4 pp.64–66</a:t>
            </a:r>
          </a:p>
          <a:p>
            <a:r>
              <a:t>Practise: Exercise Book 4A Q15 (p.26); 4C Q1–3 (p.29)</a:t>
            </a:r>
          </a:p>
          <a:p>
            <a:r>
              <a:t>Tool: Shape Canvas: show an overall length and labelled parts. Hide one dimension; attempt it on paper before checking.</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3'!A42:F42</a:t>
            </a:r>
          </a:p>
          <a:p/>
          <a:p>
            <a:r>
              <a:t>2:20 PM–2:25 PM | 2 Recall | 5 min</a:t>
            </a:r>
          </a:p>
          <a:p>
            <a:r>
              <a:t>Instructor: Ask how 5 can be written as 4 plus sixteenths. Retrieve one common-denominator example.</a:t>
            </a:r>
          </a:p>
          <a:p>
            <a:r>
              <a:t>Learners: Try first without displayed answers.</a:t>
            </a:r>
          </a:p>
          <a:p>
            <a:r>
              <a:t>Materials/check: Identify support needs</a:t>
            </a:r>
          </a:p>
          <a:p>
            <a:r>
              <a:t>Source: 'Math Week 3'!A43:F43</a:t>
            </a:r>
          </a:p>
          <a:p/>
          <a:p>
            <a:r>
              <a:t>2:25 PM–2:40 PM | 3 Teach | 15 min</a:t>
            </a:r>
          </a:p>
          <a:p>
            <a:r>
              <a:t>Instructor: Model regrouping one whole inch into fractional units and verify by adding the remainder back.</a:t>
            </a:r>
          </a:p>
          <a:p>
            <a:r>
              <a:t>Learners: Follow the example; explain the next step.</a:t>
            </a:r>
          </a:p>
          <a:p>
            <a:r>
              <a:t>Materials/check: Textbook; worked example</a:t>
            </a:r>
          </a:p>
          <a:p>
            <a:r>
              <a:t>Source: 'Math Week 3'!A44:F44</a:t>
            </a:r>
          </a:p>
          <a:p/>
          <a:p>
            <a:r>
              <a:t>2:40 PM–2:55 PM | 4 Together | 15 min</a:t>
            </a:r>
          </a:p>
          <a:p>
            <a:r>
              <a:t>Instructor: Solve 4A question 15(a) and 4C question 1 with a drawing.</a:t>
            </a:r>
          </a:p>
          <a:p>
            <a:r>
              <a:t>Learners: Work in pairs; alternate solver and checker.</a:t>
            </a:r>
          </a:p>
          <a:p>
            <a:r>
              <a:t>Materials/check: Exercise Book; tool above</a:t>
            </a:r>
          </a:p>
          <a:p>
            <a:r>
              <a:t>Source: 'Math Week 3'!A45:F45</a:t>
            </a:r>
          </a:p>
          <a:p/>
          <a:p>
            <a:r>
              <a:t>2:55 PM–3:15 PM | 5 Practise | 20 min</a:t>
            </a:r>
          </a:p>
          <a:p>
            <a:r>
              <a:t>Instructor: Complete 4A question 15(b) and 4C questions 2–3. Add the found piece back to the known parts to verify the overall length.</a:t>
            </a:r>
          </a:p>
          <a:p>
            <a:r>
              <a:t>Learners: Show working and units; estimate, then check.</a:t>
            </a:r>
          </a:p>
          <a:p>
            <a:r>
              <a:t>Materials/check: Paper first; tool second</a:t>
            </a:r>
          </a:p>
          <a:p>
            <a:r>
              <a:t>Source: 'Math Week 3'!A46:F46</a:t>
            </a:r>
          </a:p>
          <a:p/>
          <a:p>
            <a:r>
              <a:t>3:15 PM–3:25 PM | 6 Check | 10 min</a:t>
            </a:r>
          </a:p>
          <a:p>
            <a:r>
              <a:t>Instructor: Complete 4A question 15(b) and 4C question 3 independently.</a:t>
            </a:r>
          </a:p>
          <a:p>
            <a:r>
              <a:t>Learners: Answer independently and show the method.</a:t>
            </a:r>
          </a:p>
          <a:p>
            <a:r>
              <a:t>Materials/check: Teacher answers below</a:t>
            </a:r>
          </a:p>
          <a:p>
            <a:r>
              <a:t>Source: 'Math Week 3'!A47:F47</a:t>
            </a:r>
          </a:p>
          <a:p/>
          <a:p>
            <a:r>
              <a:t>3:25 PM–3:30 PM | 7 Wrap up | 5 min</a:t>
            </a:r>
          </a:p>
          <a:p>
            <a:r>
              <a:t>Instructor: Ask for one learning point and one skill to practise next.</a:t>
            </a:r>
          </a:p>
          <a:p>
            <a:r>
              <a:t>Learners: Record a takeaway and next action.</a:t>
            </a:r>
          </a:p>
          <a:p>
            <a:r>
              <a:t>Materials/check: Notebook / error log</a:t>
            </a:r>
          </a:p>
          <a:p>
            <a:r>
              <a:t>Source: 'Math Week 3'!A48:F48</a:t>
            </a:r>
          </a:p>
          <a:p/>
          <a:p>
            <a:r>
              <a:t>INSTRUCTOR ONLY: REVEAL ASSESSMENT ANSWERS AFTER THE ATTEMPT</a:t>
            </a:r>
          </a:p>
          <a:p>
            <a:r>
              <a:t>4A question 15(b) = 4 3/8. 4C question 3 = 4 1/4 in. Answer Key pages 13–14. Answer Key pp.13–14</a:t>
            </a:r>
          </a:p>
          <a:p/>
          <a:p>
            <a:r>
              <a:t>Next: repeated pieces, halves and equal groups.</a:t>
            </a:r>
          </a:p>
          <a:p/>
          <a:p>
            <a:r>
              <a:t>Sources: 'Math Week 3'!A11:E11; 'Carpentry Schedule'!B29; 'Math Week 3'!A36</a:t>
            </a:r>
          </a:p>
          <a:p>
            <a:r>
              <a:t>Navigation/resource slides support these scheduled steps and do not add instructional time.</a:t>
            </a:r>
          </a:p>
          <a:p>
            <a:r>
              <a:t>SLIDE PLACEMENT: Teach, 2:25 PM–2:40 PM.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W03-L02 | 2026-11-09 | 2:15 PM–3:30 PM | 75 minutes</a:t>
            </a:r>
          </a:p>
          <a:p>
            <a:r>
              <a:t>Subtracting and regrouping fractions</a:t>
            </a:r>
          </a:p>
          <a:p>
            <a:r>
              <a:t>Mode: Math</a:t>
            </a:r>
          </a:p>
          <a:p>
            <a:r>
              <a:t>Goal: Find a remaining or missing length by subtracting mixed numbers accurately.</a:t>
            </a:r>
          </a:p>
          <a:p>
            <a:r>
              <a:t>Read: Textbook Chapter 4 pp.64–66</a:t>
            </a:r>
          </a:p>
          <a:p>
            <a:r>
              <a:t>Practise: Exercise Book 4A Q15 (p.26); 4C Q1–3 (p.29)</a:t>
            </a:r>
          </a:p>
          <a:p>
            <a:r>
              <a:t>Tool: Shape Canvas: show an overall length and labelled parts. Hide one dimension; attempt it on paper before checking.</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3'!A42:F42</a:t>
            </a:r>
          </a:p>
          <a:p/>
          <a:p>
            <a:r>
              <a:t>2:20 PM–2:25 PM | 2 Recall | 5 min</a:t>
            </a:r>
          </a:p>
          <a:p>
            <a:r>
              <a:t>Instructor: Ask how 5 can be written as 4 plus sixteenths. Retrieve one common-denominator example.</a:t>
            </a:r>
          </a:p>
          <a:p>
            <a:r>
              <a:t>Learners: Try first without displayed answers.</a:t>
            </a:r>
          </a:p>
          <a:p>
            <a:r>
              <a:t>Materials/check: Identify support needs</a:t>
            </a:r>
          </a:p>
          <a:p>
            <a:r>
              <a:t>Source: 'Math Week 3'!A43:F43</a:t>
            </a:r>
          </a:p>
          <a:p/>
          <a:p>
            <a:r>
              <a:t>2:25 PM–2:40 PM | 3 Teach | 15 min</a:t>
            </a:r>
          </a:p>
          <a:p>
            <a:r>
              <a:t>Instructor: Model regrouping one whole inch into fractional units and verify by adding the remainder back.</a:t>
            </a:r>
          </a:p>
          <a:p>
            <a:r>
              <a:t>Learners: Follow the example; explain the next step.</a:t>
            </a:r>
          </a:p>
          <a:p>
            <a:r>
              <a:t>Materials/check: Textbook; worked example</a:t>
            </a:r>
          </a:p>
          <a:p>
            <a:r>
              <a:t>Source: 'Math Week 3'!A44:F44</a:t>
            </a:r>
          </a:p>
          <a:p/>
          <a:p>
            <a:r>
              <a:t>2:40 PM–2:55 PM | 4 Together | 15 min</a:t>
            </a:r>
          </a:p>
          <a:p>
            <a:r>
              <a:t>Instructor: Solve 4A question 15(a) and 4C question 1 with a drawing.</a:t>
            </a:r>
          </a:p>
          <a:p>
            <a:r>
              <a:t>Learners: Work in pairs; alternate solver and checker.</a:t>
            </a:r>
          </a:p>
          <a:p>
            <a:r>
              <a:t>Materials/check: Exercise Book; tool above</a:t>
            </a:r>
          </a:p>
          <a:p>
            <a:r>
              <a:t>Source: 'Math Week 3'!A45:F45</a:t>
            </a:r>
          </a:p>
          <a:p/>
          <a:p>
            <a:r>
              <a:t>2:55 PM–3:15 PM | 5 Practise | 20 min</a:t>
            </a:r>
          </a:p>
          <a:p>
            <a:r>
              <a:t>Instructor: Complete 4A question 15(b) and 4C questions 2–3. Add the found piece back to the known parts to verify the overall length.</a:t>
            </a:r>
          </a:p>
          <a:p>
            <a:r>
              <a:t>Learners: Show working and units; estimate, then check.</a:t>
            </a:r>
          </a:p>
          <a:p>
            <a:r>
              <a:t>Materials/check: Paper first; tool second</a:t>
            </a:r>
          </a:p>
          <a:p>
            <a:r>
              <a:t>Source: 'Math Week 3'!A46:F46</a:t>
            </a:r>
          </a:p>
          <a:p/>
          <a:p>
            <a:r>
              <a:t>3:15 PM–3:25 PM | 6 Check | 10 min</a:t>
            </a:r>
          </a:p>
          <a:p>
            <a:r>
              <a:t>Instructor: Complete 4A question 15(b) and 4C question 3 independently.</a:t>
            </a:r>
          </a:p>
          <a:p>
            <a:r>
              <a:t>Learners: Answer independently and show the method.</a:t>
            </a:r>
          </a:p>
          <a:p>
            <a:r>
              <a:t>Materials/check: Teacher answers below</a:t>
            </a:r>
          </a:p>
          <a:p>
            <a:r>
              <a:t>Source: 'Math Week 3'!A47:F47</a:t>
            </a:r>
          </a:p>
          <a:p/>
          <a:p>
            <a:r>
              <a:t>3:25 PM–3:30 PM | 7 Wrap up | 5 min</a:t>
            </a:r>
          </a:p>
          <a:p>
            <a:r>
              <a:t>Instructor: Ask for one learning point and one skill to practise next.</a:t>
            </a:r>
          </a:p>
          <a:p>
            <a:r>
              <a:t>Learners: Record a takeaway and next action.</a:t>
            </a:r>
          </a:p>
          <a:p>
            <a:r>
              <a:t>Materials/check: Notebook / error log</a:t>
            </a:r>
          </a:p>
          <a:p>
            <a:r>
              <a:t>Source: 'Math Week 3'!A48:F48</a:t>
            </a:r>
          </a:p>
          <a:p/>
          <a:p>
            <a:r>
              <a:t>INSTRUCTOR ONLY: REVEAL ASSESSMENT ANSWERS AFTER THE ATTEMPT</a:t>
            </a:r>
          </a:p>
          <a:p>
            <a:r>
              <a:t>4A question 15(b) = 4 3/8. 4C question 3 = 4 1/4 in. Answer Key pages 13–14. Answer Key pp.13–14</a:t>
            </a:r>
          </a:p>
          <a:p/>
          <a:p>
            <a:r>
              <a:t>Next: repeated pieces, halves and equal groups.</a:t>
            </a:r>
          </a:p>
          <a:p/>
          <a:p>
            <a:r>
              <a:t>Sources: 'Math Week 3'!A11:E11; 'Carpentry Schedule'!B29; 'Math Week 3'!A36</a:t>
            </a:r>
          </a:p>
          <a:p>
            <a:r>
              <a:t>Navigation/resource slides support these scheduled steps and do not add instructional time.</a:t>
            </a:r>
          </a:p>
          <a:p>
            <a:r>
              <a:t>SLIDE PLACEMENT: Together, 2:40 PM–2:55 PM.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W03-L02 | 2026-11-09 | 2:15 PM–3:30 PM | 75 minutes</a:t>
            </a:r>
          </a:p>
          <a:p>
            <a:r>
              <a:t>Subtracting and regrouping fractions</a:t>
            </a:r>
          </a:p>
          <a:p>
            <a:r>
              <a:t>Mode: Math</a:t>
            </a:r>
          </a:p>
          <a:p>
            <a:r>
              <a:t>Goal: Find a remaining or missing length by subtracting mixed numbers accurately.</a:t>
            </a:r>
          </a:p>
          <a:p>
            <a:r>
              <a:t>Read: Textbook Chapter 4 pp.64–66</a:t>
            </a:r>
          </a:p>
          <a:p>
            <a:r>
              <a:t>Practise: Exercise Book 4A Q15 (p.26); 4C Q1–3 (p.29)</a:t>
            </a:r>
          </a:p>
          <a:p>
            <a:r>
              <a:t>Tool: Shape Canvas: show an overall length and labelled parts. Hide one dimension; attempt it on paper before checking.</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3'!A42:F42</a:t>
            </a:r>
          </a:p>
          <a:p/>
          <a:p>
            <a:r>
              <a:t>2:20 PM–2:25 PM | 2 Recall | 5 min</a:t>
            </a:r>
          </a:p>
          <a:p>
            <a:r>
              <a:t>Instructor: Ask how 5 can be written as 4 plus sixteenths. Retrieve one common-denominator example.</a:t>
            </a:r>
          </a:p>
          <a:p>
            <a:r>
              <a:t>Learners: Try first without displayed answers.</a:t>
            </a:r>
          </a:p>
          <a:p>
            <a:r>
              <a:t>Materials/check: Identify support needs</a:t>
            </a:r>
          </a:p>
          <a:p>
            <a:r>
              <a:t>Source: 'Math Week 3'!A43:F43</a:t>
            </a:r>
          </a:p>
          <a:p/>
          <a:p>
            <a:r>
              <a:t>2:25 PM–2:40 PM | 3 Teach | 15 min</a:t>
            </a:r>
          </a:p>
          <a:p>
            <a:r>
              <a:t>Instructor: Model regrouping one whole inch into fractional units and verify by adding the remainder back.</a:t>
            </a:r>
          </a:p>
          <a:p>
            <a:r>
              <a:t>Learners: Follow the example; explain the next step.</a:t>
            </a:r>
          </a:p>
          <a:p>
            <a:r>
              <a:t>Materials/check: Textbook; worked example</a:t>
            </a:r>
          </a:p>
          <a:p>
            <a:r>
              <a:t>Source: 'Math Week 3'!A44:F44</a:t>
            </a:r>
          </a:p>
          <a:p/>
          <a:p>
            <a:r>
              <a:t>2:40 PM–2:55 PM | 4 Together | 15 min</a:t>
            </a:r>
          </a:p>
          <a:p>
            <a:r>
              <a:t>Instructor: Solve 4A question 15(a) and 4C question 1 with a drawing.</a:t>
            </a:r>
          </a:p>
          <a:p>
            <a:r>
              <a:t>Learners: Work in pairs; alternate solver and checker.</a:t>
            </a:r>
          </a:p>
          <a:p>
            <a:r>
              <a:t>Materials/check: Exercise Book; tool above</a:t>
            </a:r>
          </a:p>
          <a:p>
            <a:r>
              <a:t>Source: 'Math Week 3'!A45:F45</a:t>
            </a:r>
          </a:p>
          <a:p/>
          <a:p>
            <a:r>
              <a:t>2:55 PM–3:15 PM | 5 Practise | 20 min</a:t>
            </a:r>
          </a:p>
          <a:p>
            <a:r>
              <a:t>Instructor: Complete 4A question 15(b) and 4C questions 2–3. Add the found piece back to the known parts to verify the overall length.</a:t>
            </a:r>
          </a:p>
          <a:p>
            <a:r>
              <a:t>Learners: Show working and units; estimate, then check.</a:t>
            </a:r>
          </a:p>
          <a:p>
            <a:r>
              <a:t>Materials/check: Paper first; tool second</a:t>
            </a:r>
          </a:p>
          <a:p>
            <a:r>
              <a:t>Source: 'Math Week 3'!A46:F46</a:t>
            </a:r>
          </a:p>
          <a:p/>
          <a:p>
            <a:r>
              <a:t>3:15 PM–3:25 PM | 6 Check | 10 min</a:t>
            </a:r>
          </a:p>
          <a:p>
            <a:r>
              <a:t>Instructor: Complete 4A question 15(b) and 4C question 3 independently.</a:t>
            </a:r>
          </a:p>
          <a:p>
            <a:r>
              <a:t>Learners: Answer independently and show the method.</a:t>
            </a:r>
          </a:p>
          <a:p>
            <a:r>
              <a:t>Materials/check: Teacher answers below</a:t>
            </a:r>
          </a:p>
          <a:p>
            <a:r>
              <a:t>Source: 'Math Week 3'!A47:F47</a:t>
            </a:r>
          </a:p>
          <a:p/>
          <a:p>
            <a:r>
              <a:t>3:25 PM–3:30 PM | 7 Wrap up | 5 min</a:t>
            </a:r>
          </a:p>
          <a:p>
            <a:r>
              <a:t>Instructor: Ask for one learning point and one skill to practise next.</a:t>
            </a:r>
          </a:p>
          <a:p>
            <a:r>
              <a:t>Learners: Record a takeaway and next action.</a:t>
            </a:r>
          </a:p>
          <a:p>
            <a:r>
              <a:t>Materials/check: Notebook / error log</a:t>
            </a:r>
          </a:p>
          <a:p>
            <a:r>
              <a:t>Source: 'Math Week 3'!A48:F48</a:t>
            </a:r>
          </a:p>
          <a:p/>
          <a:p>
            <a:r>
              <a:t>INSTRUCTOR ONLY: REVEAL ASSESSMENT ANSWERS AFTER THE ATTEMPT</a:t>
            </a:r>
          </a:p>
          <a:p>
            <a:r>
              <a:t>4A question 15(b) = 4 3/8. 4C question 3 = 4 1/4 in. Answer Key pages 13–14. Answer Key pp.13–14</a:t>
            </a:r>
          </a:p>
          <a:p/>
          <a:p>
            <a:r>
              <a:t>Next: repeated pieces, halves and equal groups.</a:t>
            </a:r>
          </a:p>
          <a:p/>
          <a:p>
            <a:r>
              <a:t>Sources: 'Math Week 3'!A11:E11; 'Carpentry Schedule'!B29; 'Math Week 3'!A36</a:t>
            </a:r>
          </a:p>
          <a:p>
            <a:r>
              <a:t>Navigation/resource slides support these scheduled steps and do not add instructional time.</a:t>
            </a:r>
          </a:p>
          <a:p>
            <a:r>
              <a:t>SLIDE PLACEMENT: Together, 2:40 PM–2:55 PM. All slides with this phase share these 15 minutes; do not restart the time allocation for each slide.</a:t>
            </a:r>
          </a:p>
          <a:p/>
          <a:p>
            <a:r>
              <a:t>ACCESS EXERCISE BOOK: 4A-Q15a</a:t>
            </a:r>
          </a:p>
          <a:p>
            <a:r>
              <a:t>Exact question: Subtract. (a)  5 − 1 11/16</a:t>
            </a:r>
          </a:p>
          <a:p>
            <a:r>
              <a:t>Instructor answer: (a)  3 5/16</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W03-L02 | 2026-11-09 | 2:15 PM–3:30 PM | 75 minutes</a:t>
            </a:r>
          </a:p>
          <a:p>
            <a:r>
              <a:t>Subtracting and regrouping fractions</a:t>
            </a:r>
          </a:p>
          <a:p>
            <a:r>
              <a:t>Mode: Math</a:t>
            </a:r>
          </a:p>
          <a:p>
            <a:r>
              <a:t>Goal: Find a remaining or missing length by subtracting mixed numbers accurately.</a:t>
            </a:r>
          </a:p>
          <a:p>
            <a:r>
              <a:t>Read: Textbook Chapter 4 pp.64–66</a:t>
            </a:r>
          </a:p>
          <a:p>
            <a:r>
              <a:t>Practise: Exercise Book 4A Q15 (p.26); 4C Q1–3 (p.29)</a:t>
            </a:r>
          </a:p>
          <a:p>
            <a:r>
              <a:t>Tool: Shape Canvas: show an overall length and labelled parts. Hide one dimension; attempt it on paper before checking.</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3'!A42:F42</a:t>
            </a:r>
          </a:p>
          <a:p/>
          <a:p>
            <a:r>
              <a:t>2:20 PM–2:25 PM | 2 Recall | 5 min</a:t>
            </a:r>
          </a:p>
          <a:p>
            <a:r>
              <a:t>Instructor: Ask how 5 can be written as 4 plus sixteenths. Retrieve one common-denominator example.</a:t>
            </a:r>
          </a:p>
          <a:p>
            <a:r>
              <a:t>Learners: Try first without displayed answers.</a:t>
            </a:r>
          </a:p>
          <a:p>
            <a:r>
              <a:t>Materials/check: Identify support needs</a:t>
            </a:r>
          </a:p>
          <a:p>
            <a:r>
              <a:t>Source: 'Math Week 3'!A43:F43</a:t>
            </a:r>
          </a:p>
          <a:p/>
          <a:p>
            <a:r>
              <a:t>2:25 PM–2:40 PM | 3 Teach | 15 min</a:t>
            </a:r>
          </a:p>
          <a:p>
            <a:r>
              <a:t>Instructor: Model regrouping one whole inch into fractional units and verify by adding the remainder back.</a:t>
            </a:r>
          </a:p>
          <a:p>
            <a:r>
              <a:t>Learners: Follow the example; explain the next step.</a:t>
            </a:r>
          </a:p>
          <a:p>
            <a:r>
              <a:t>Materials/check: Textbook; worked example</a:t>
            </a:r>
          </a:p>
          <a:p>
            <a:r>
              <a:t>Source: 'Math Week 3'!A44:F44</a:t>
            </a:r>
          </a:p>
          <a:p/>
          <a:p>
            <a:r>
              <a:t>2:40 PM–2:55 PM | 4 Together | 15 min</a:t>
            </a:r>
          </a:p>
          <a:p>
            <a:r>
              <a:t>Instructor: Solve 4A question 15(a) and 4C question 1 with a drawing.</a:t>
            </a:r>
          </a:p>
          <a:p>
            <a:r>
              <a:t>Learners: Work in pairs; alternate solver and checker.</a:t>
            </a:r>
          </a:p>
          <a:p>
            <a:r>
              <a:t>Materials/check: Exercise Book; tool above</a:t>
            </a:r>
          </a:p>
          <a:p>
            <a:r>
              <a:t>Source: 'Math Week 3'!A45:F45</a:t>
            </a:r>
          </a:p>
          <a:p/>
          <a:p>
            <a:r>
              <a:t>2:55 PM–3:15 PM | 5 Practise | 20 min</a:t>
            </a:r>
          </a:p>
          <a:p>
            <a:r>
              <a:t>Instructor: Complete 4A question 15(b) and 4C questions 2–3. Add the found piece back to the known parts to verify the overall length.</a:t>
            </a:r>
          </a:p>
          <a:p>
            <a:r>
              <a:t>Learners: Show working and units; estimate, then check.</a:t>
            </a:r>
          </a:p>
          <a:p>
            <a:r>
              <a:t>Materials/check: Paper first; tool second</a:t>
            </a:r>
          </a:p>
          <a:p>
            <a:r>
              <a:t>Source: 'Math Week 3'!A46:F46</a:t>
            </a:r>
          </a:p>
          <a:p/>
          <a:p>
            <a:r>
              <a:t>3:15 PM–3:25 PM | 6 Check | 10 min</a:t>
            </a:r>
          </a:p>
          <a:p>
            <a:r>
              <a:t>Instructor: Complete 4A question 15(b) and 4C question 3 independently.</a:t>
            </a:r>
          </a:p>
          <a:p>
            <a:r>
              <a:t>Learners: Answer independently and show the method.</a:t>
            </a:r>
          </a:p>
          <a:p>
            <a:r>
              <a:t>Materials/check: Teacher answers below</a:t>
            </a:r>
          </a:p>
          <a:p>
            <a:r>
              <a:t>Source: 'Math Week 3'!A47:F47</a:t>
            </a:r>
          </a:p>
          <a:p/>
          <a:p>
            <a:r>
              <a:t>3:25 PM–3:30 PM | 7 Wrap up | 5 min</a:t>
            </a:r>
          </a:p>
          <a:p>
            <a:r>
              <a:t>Instructor: Ask for one learning point and one skill to practise next.</a:t>
            </a:r>
          </a:p>
          <a:p>
            <a:r>
              <a:t>Learners: Record a takeaway and next action.</a:t>
            </a:r>
          </a:p>
          <a:p>
            <a:r>
              <a:t>Materials/check: Notebook / error log</a:t>
            </a:r>
          </a:p>
          <a:p>
            <a:r>
              <a:t>Source: 'Math Week 3'!A48:F48</a:t>
            </a:r>
          </a:p>
          <a:p/>
          <a:p>
            <a:r>
              <a:t>INSTRUCTOR ONLY: REVEAL ASSESSMENT ANSWERS AFTER THE ATTEMPT</a:t>
            </a:r>
          </a:p>
          <a:p>
            <a:r>
              <a:t>4A question 15(b) = 4 3/8. 4C question 3 = 4 1/4 in. Answer Key pages 13–14. Answer Key pp.13–14</a:t>
            </a:r>
          </a:p>
          <a:p/>
          <a:p>
            <a:r>
              <a:t>Next: repeated pieces, halves and equal groups.</a:t>
            </a:r>
          </a:p>
          <a:p/>
          <a:p>
            <a:r>
              <a:t>Sources: 'Math Week 3'!A11:E11; 'Carpentry Schedule'!B29; 'Math Week 3'!A36</a:t>
            </a:r>
          </a:p>
          <a:p>
            <a:r>
              <a:t>Navigation/resource slides support these scheduled steps and do not add instructional time.</a:t>
            </a:r>
          </a:p>
          <a:p>
            <a:r>
              <a:t>SLIDE PLACEMENT: Together, 2:40 PM–2:55 PM. All slides with this phase share these 15 minutes; do not restart the time allocation for each slide.</a:t>
            </a:r>
          </a:p>
          <a:p/>
          <a:p>
            <a:r>
              <a:t>ACCESS EXERCISE BOOK: 4A-Q15a</a:t>
            </a:r>
          </a:p>
          <a:p>
            <a:r>
              <a:t>Exact question: Subtract. (a)  5 − 1 11/16</a:t>
            </a:r>
          </a:p>
          <a:p>
            <a:r>
              <a:t>Instructor answer: (a)  3 5/16</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W03-L02 | 2026-11-09 | 2:15 PM–3:30 PM | 75 minutes</a:t>
            </a:r>
          </a:p>
          <a:p>
            <a:r>
              <a:t>Subtracting and regrouping fractions</a:t>
            </a:r>
          </a:p>
          <a:p>
            <a:r>
              <a:t>Mode: Math</a:t>
            </a:r>
          </a:p>
          <a:p>
            <a:r>
              <a:t>Goal: Find a remaining or missing length by subtracting mixed numbers accurately.</a:t>
            </a:r>
          </a:p>
          <a:p>
            <a:r>
              <a:t>Read: Textbook Chapter 4 pp.64–66</a:t>
            </a:r>
          </a:p>
          <a:p>
            <a:r>
              <a:t>Practise: Exercise Book 4A Q15 (p.26); 4C Q1–3 (p.29)</a:t>
            </a:r>
          </a:p>
          <a:p>
            <a:r>
              <a:t>Tool: Shape Canvas: show an overall length and labelled parts. Hide one dimension; attempt it on paper before checking.</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3'!A42:F42</a:t>
            </a:r>
          </a:p>
          <a:p/>
          <a:p>
            <a:r>
              <a:t>2:20 PM–2:25 PM | 2 Recall | 5 min</a:t>
            </a:r>
          </a:p>
          <a:p>
            <a:r>
              <a:t>Instructor: Ask how 5 can be written as 4 plus sixteenths. Retrieve one common-denominator example.</a:t>
            </a:r>
          </a:p>
          <a:p>
            <a:r>
              <a:t>Learners: Try first without displayed answers.</a:t>
            </a:r>
          </a:p>
          <a:p>
            <a:r>
              <a:t>Materials/check: Identify support needs</a:t>
            </a:r>
          </a:p>
          <a:p>
            <a:r>
              <a:t>Source: 'Math Week 3'!A43:F43</a:t>
            </a:r>
          </a:p>
          <a:p/>
          <a:p>
            <a:r>
              <a:t>2:25 PM–2:40 PM | 3 Teach | 15 min</a:t>
            </a:r>
          </a:p>
          <a:p>
            <a:r>
              <a:t>Instructor: Model regrouping one whole inch into fractional units and verify by adding the remainder back.</a:t>
            </a:r>
          </a:p>
          <a:p>
            <a:r>
              <a:t>Learners: Follow the example; explain the next step.</a:t>
            </a:r>
          </a:p>
          <a:p>
            <a:r>
              <a:t>Materials/check: Textbook; worked example</a:t>
            </a:r>
          </a:p>
          <a:p>
            <a:r>
              <a:t>Source: 'Math Week 3'!A44:F44</a:t>
            </a:r>
          </a:p>
          <a:p/>
          <a:p>
            <a:r>
              <a:t>2:40 PM–2:55 PM | 4 Together | 15 min</a:t>
            </a:r>
          </a:p>
          <a:p>
            <a:r>
              <a:t>Instructor: Solve 4A question 15(a) and 4C question 1 with a drawing.</a:t>
            </a:r>
          </a:p>
          <a:p>
            <a:r>
              <a:t>Learners: Work in pairs; alternate solver and checker.</a:t>
            </a:r>
          </a:p>
          <a:p>
            <a:r>
              <a:t>Materials/check: Exercise Book; tool above</a:t>
            </a:r>
          </a:p>
          <a:p>
            <a:r>
              <a:t>Source: 'Math Week 3'!A45:F45</a:t>
            </a:r>
          </a:p>
          <a:p/>
          <a:p>
            <a:r>
              <a:t>2:55 PM–3:15 PM | 5 Practise | 20 min</a:t>
            </a:r>
          </a:p>
          <a:p>
            <a:r>
              <a:t>Instructor: Complete 4A question 15(b) and 4C questions 2–3. Add the found piece back to the known parts to verify the overall length.</a:t>
            </a:r>
          </a:p>
          <a:p>
            <a:r>
              <a:t>Learners: Show working and units; estimate, then check.</a:t>
            </a:r>
          </a:p>
          <a:p>
            <a:r>
              <a:t>Materials/check: Paper first; tool second</a:t>
            </a:r>
          </a:p>
          <a:p>
            <a:r>
              <a:t>Source: 'Math Week 3'!A46:F46</a:t>
            </a:r>
          </a:p>
          <a:p/>
          <a:p>
            <a:r>
              <a:t>3:15 PM–3:25 PM | 6 Check | 10 min</a:t>
            </a:r>
          </a:p>
          <a:p>
            <a:r>
              <a:t>Instructor: Complete 4A question 15(b) and 4C question 3 independently.</a:t>
            </a:r>
          </a:p>
          <a:p>
            <a:r>
              <a:t>Learners: Answer independently and show the method.</a:t>
            </a:r>
          </a:p>
          <a:p>
            <a:r>
              <a:t>Materials/check: Teacher answers below</a:t>
            </a:r>
          </a:p>
          <a:p>
            <a:r>
              <a:t>Source: 'Math Week 3'!A47:F47</a:t>
            </a:r>
          </a:p>
          <a:p/>
          <a:p>
            <a:r>
              <a:t>3:25 PM–3:30 PM | 7 Wrap up | 5 min</a:t>
            </a:r>
          </a:p>
          <a:p>
            <a:r>
              <a:t>Instructor: Ask for one learning point and one skill to practise next.</a:t>
            </a:r>
          </a:p>
          <a:p>
            <a:r>
              <a:t>Learners: Record a takeaway and next action.</a:t>
            </a:r>
          </a:p>
          <a:p>
            <a:r>
              <a:t>Materials/check: Notebook / error log</a:t>
            </a:r>
          </a:p>
          <a:p>
            <a:r>
              <a:t>Source: 'Math Week 3'!A48:F48</a:t>
            </a:r>
          </a:p>
          <a:p/>
          <a:p>
            <a:r>
              <a:t>INSTRUCTOR ONLY: REVEAL ASSESSMENT ANSWERS AFTER THE ATTEMPT</a:t>
            </a:r>
          </a:p>
          <a:p>
            <a:r>
              <a:t>4A question 15(b) = 4 3/8. 4C question 3 = 4 1/4 in. Answer Key pages 13–14. Answer Key pp.13–14</a:t>
            </a:r>
          </a:p>
          <a:p/>
          <a:p>
            <a:r>
              <a:t>Next: repeated pieces, halves and equal groups.</a:t>
            </a:r>
          </a:p>
          <a:p/>
          <a:p>
            <a:r>
              <a:t>Sources: 'Math Week 3'!A11:E11; 'Carpentry Schedule'!B29; 'Math Week 3'!A36</a:t>
            </a:r>
          </a:p>
          <a:p>
            <a:r>
              <a:t>Navigation/resource slides support these scheduled steps and do not add instructional time.</a:t>
            </a:r>
          </a:p>
          <a:p>
            <a:r>
              <a:t>SLIDE PLACEMENT: Practise, 2:55 PM–3:15 PM. All slides with this phase share these 20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W03-L02 | 2026-11-09 | 2:15 PM–3:30 PM | 75 minutes</a:t>
            </a:r>
          </a:p>
          <a:p>
            <a:r>
              <a:t>Subtracting and regrouping fractions</a:t>
            </a:r>
          </a:p>
          <a:p>
            <a:r>
              <a:t>Mode: Math</a:t>
            </a:r>
          </a:p>
          <a:p>
            <a:r>
              <a:t>Goal: Find a remaining or missing length by subtracting mixed numbers accurately.</a:t>
            </a:r>
          </a:p>
          <a:p>
            <a:r>
              <a:t>Read: Textbook Chapter 4 pp.64–66</a:t>
            </a:r>
          </a:p>
          <a:p>
            <a:r>
              <a:t>Practise: Exercise Book 4A Q15 (p.26); 4C Q1–3 (p.29)</a:t>
            </a:r>
          </a:p>
          <a:p>
            <a:r>
              <a:t>Tool: Shape Canvas: show an overall length and labelled parts. Hide one dimension; attempt it on paper before checking.</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3'!A42:F42</a:t>
            </a:r>
          </a:p>
          <a:p/>
          <a:p>
            <a:r>
              <a:t>2:20 PM–2:25 PM | 2 Recall | 5 min</a:t>
            </a:r>
          </a:p>
          <a:p>
            <a:r>
              <a:t>Instructor: Ask how 5 can be written as 4 plus sixteenths. Retrieve one common-denominator example.</a:t>
            </a:r>
          </a:p>
          <a:p>
            <a:r>
              <a:t>Learners: Try first without displayed answers.</a:t>
            </a:r>
          </a:p>
          <a:p>
            <a:r>
              <a:t>Materials/check: Identify support needs</a:t>
            </a:r>
          </a:p>
          <a:p>
            <a:r>
              <a:t>Source: 'Math Week 3'!A43:F43</a:t>
            </a:r>
          </a:p>
          <a:p/>
          <a:p>
            <a:r>
              <a:t>2:25 PM–2:40 PM | 3 Teach | 15 min</a:t>
            </a:r>
          </a:p>
          <a:p>
            <a:r>
              <a:t>Instructor: Model regrouping one whole inch into fractional units and verify by adding the remainder back.</a:t>
            </a:r>
          </a:p>
          <a:p>
            <a:r>
              <a:t>Learners: Follow the example; explain the next step.</a:t>
            </a:r>
          </a:p>
          <a:p>
            <a:r>
              <a:t>Materials/check: Textbook; worked example</a:t>
            </a:r>
          </a:p>
          <a:p>
            <a:r>
              <a:t>Source: 'Math Week 3'!A44:F44</a:t>
            </a:r>
          </a:p>
          <a:p/>
          <a:p>
            <a:r>
              <a:t>2:40 PM–2:55 PM | 4 Together | 15 min</a:t>
            </a:r>
          </a:p>
          <a:p>
            <a:r>
              <a:t>Instructor: Solve 4A question 15(a) and 4C question 1 with a drawing.</a:t>
            </a:r>
          </a:p>
          <a:p>
            <a:r>
              <a:t>Learners: Work in pairs; alternate solver and checker.</a:t>
            </a:r>
          </a:p>
          <a:p>
            <a:r>
              <a:t>Materials/check: Exercise Book; tool above</a:t>
            </a:r>
          </a:p>
          <a:p>
            <a:r>
              <a:t>Source: 'Math Week 3'!A45:F45</a:t>
            </a:r>
          </a:p>
          <a:p/>
          <a:p>
            <a:r>
              <a:t>2:55 PM–3:15 PM | 5 Practise | 20 min</a:t>
            </a:r>
          </a:p>
          <a:p>
            <a:r>
              <a:t>Instructor: Complete 4A question 15(b) and 4C questions 2–3. Add the found piece back to the known parts to verify the overall length.</a:t>
            </a:r>
          </a:p>
          <a:p>
            <a:r>
              <a:t>Learners: Show working and units; estimate, then check.</a:t>
            </a:r>
          </a:p>
          <a:p>
            <a:r>
              <a:t>Materials/check: Paper first; tool second</a:t>
            </a:r>
          </a:p>
          <a:p>
            <a:r>
              <a:t>Source: 'Math Week 3'!A46:F46</a:t>
            </a:r>
          </a:p>
          <a:p/>
          <a:p>
            <a:r>
              <a:t>3:15 PM–3:25 PM | 6 Check | 10 min</a:t>
            </a:r>
          </a:p>
          <a:p>
            <a:r>
              <a:t>Instructor: Complete 4A question 15(b) and 4C question 3 independently.</a:t>
            </a:r>
          </a:p>
          <a:p>
            <a:r>
              <a:t>Learners: Answer independently and show the method.</a:t>
            </a:r>
          </a:p>
          <a:p>
            <a:r>
              <a:t>Materials/check: Teacher answers below</a:t>
            </a:r>
          </a:p>
          <a:p>
            <a:r>
              <a:t>Source: 'Math Week 3'!A47:F47</a:t>
            </a:r>
          </a:p>
          <a:p/>
          <a:p>
            <a:r>
              <a:t>3:25 PM–3:30 PM | 7 Wrap up | 5 min</a:t>
            </a:r>
          </a:p>
          <a:p>
            <a:r>
              <a:t>Instructor: Ask for one learning point and one skill to practise next.</a:t>
            </a:r>
          </a:p>
          <a:p>
            <a:r>
              <a:t>Learners: Record a takeaway and next action.</a:t>
            </a:r>
          </a:p>
          <a:p>
            <a:r>
              <a:t>Materials/check: Notebook / error log</a:t>
            </a:r>
          </a:p>
          <a:p>
            <a:r>
              <a:t>Source: 'Math Week 3'!A48:F48</a:t>
            </a:r>
          </a:p>
          <a:p/>
          <a:p>
            <a:r>
              <a:t>INSTRUCTOR ONLY: REVEAL ASSESSMENT ANSWERS AFTER THE ATTEMPT</a:t>
            </a:r>
          </a:p>
          <a:p>
            <a:r>
              <a:t>4A question 15(b) = 4 3/8. 4C question 3 = 4 1/4 in. Answer Key pages 13–14. Answer Key pp.13–14</a:t>
            </a:r>
          </a:p>
          <a:p/>
          <a:p>
            <a:r>
              <a:t>Next: repeated pieces, halves and equal groups.</a:t>
            </a:r>
          </a:p>
          <a:p/>
          <a:p>
            <a:r>
              <a:t>Sources: 'Math Week 3'!A11:E11; 'Carpentry Schedule'!B29; 'Math Week 3'!A36</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Live-tool screenshot, not an answer to the scheduled task. Open the resource link and follow the exact values in the assignment. Keep worked answers hidden until learners attempt the task. Screenshot illustrates navigation and occupies time within the same scheduled practice phase.</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W03-L02 | 2026-11-09 | 2:15 PM–3:30 PM | 75 minutes</a:t>
            </a:r>
          </a:p>
          <a:p>
            <a:r>
              <a:t>Subtracting and regrouping fractions</a:t>
            </a:r>
          </a:p>
          <a:p>
            <a:r>
              <a:t>Mode: Math</a:t>
            </a:r>
          </a:p>
          <a:p>
            <a:r>
              <a:t>Goal: Find a remaining or missing length by subtracting mixed numbers accurately.</a:t>
            </a:r>
          </a:p>
          <a:p>
            <a:r>
              <a:t>Read: Textbook Chapter 4 pp.64–66</a:t>
            </a:r>
          </a:p>
          <a:p>
            <a:r>
              <a:t>Practise: Exercise Book 4A Q15 (p.26); 4C Q1–3 (p.29)</a:t>
            </a:r>
          </a:p>
          <a:p>
            <a:r>
              <a:t>Tool: Shape Canvas: show an overall length and labelled parts. Hide one dimension; attempt it on paper before checking.</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3'!A42:F42</a:t>
            </a:r>
          </a:p>
          <a:p/>
          <a:p>
            <a:r>
              <a:t>2:20 PM–2:25 PM | 2 Recall | 5 min</a:t>
            </a:r>
          </a:p>
          <a:p>
            <a:r>
              <a:t>Instructor: Ask how 5 can be written as 4 plus sixteenths. Retrieve one common-denominator example.</a:t>
            </a:r>
          </a:p>
          <a:p>
            <a:r>
              <a:t>Learners: Try first without displayed answers.</a:t>
            </a:r>
          </a:p>
          <a:p>
            <a:r>
              <a:t>Materials/check: Identify support needs</a:t>
            </a:r>
          </a:p>
          <a:p>
            <a:r>
              <a:t>Source: 'Math Week 3'!A43:F43</a:t>
            </a:r>
          </a:p>
          <a:p/>
          <a:p>
            <a:r>
              <a:t>2:25 PM–2:40 PM | 3 Teach | 15 min</a:t>
            </a:r>
          </a:p>
          <a:p>
            <a:r>
              <a:t>Instructor: Model regrouping one whole inch into fractional units and verify by adding the remainder back.</a:t>
            </a:r>
          </a:p>
          <a:p>
            <a:r>
              <a:t>Learners: Follow the example; explain the next step.</a:t>
            </a:r>
          </a:p>
          <a:p>
            <a:r>
              <a:t>Materials/check: Textbook; worked example</a:t>
            </a:r>
          </a:p>
          <a:p>
            <a:r>
              <a:t>Source: 'Math Week 3'!A44:F44</a:t>
            </a:r>
          </a:p>
          <a:p/>
          <a:p>
            <a:r>
              <a:t>2:40 PM–2:55 PM | 4 Together | 15 min</a:t>
            </a:r>
          </a:p>
          <a:p>
            <a:r>
              <a:t>Instructor: Solve 4A question 15(a) and 4C question 1 with a drawing.</a:t>
            </a:r>
          </a:p>
          <a:p>
            <a:r>
              <a:t>Learners: Work in pairs; alternate solver and checker.</a:t>
            </a:r>
          </a:p>
          <a:p>
            <a:r>
              <a:t>Materials/check: Exercise Book; tool above</a:t>
            </a:r>
          </a:p>
          <a:p>
            <a:r>
              <a:t>Source: 'Math Week 3'!A45:F45</a:t>
            </a:r>
          </a:p>
          <a:p/>
          <a:p>
            <a:r>
              <a:t>2:55 PM–3:15 PM | 5 Practise | 20 min</a:t>
            </a:r>
          </a:p>
          <a:p>
            <a:r>
              <a:t>Instructor: Complete 4A question 15(b) and 4C questions 2–3. Add the found piece back to the known parts to verify the overall length.</a:t>
            </a:r>
          </a:p>
          <a:p>
            <a:r>
              <a:t>Learners: Show working and units; estimate, then check.</a:t>
            </a:r>
          </a:p>
          <a:p>
            <a:r>
              <a:t>Materials/check: Paper first; tool second</a:t>
            </a:r>
          </a:p>
          <a:p>
            <a:r>
              <a:t>Source: 'Math Week 3'!A46:F46</a:t>
            </a:r>
          </a:p>
          <a:p/>
          <a:p>
            <a:r>
              <a:t>3:15 PM–3:25 PM | 6 Check | 10 min</a:t>
            </a:r>
          </a:p>
          <a:p>
            <a:r>
              <a:t>Instructor: Complete 4A question 15(b) and 4C question 3 independently.</a:t>
            </a:r>
          </a:p>
          <a:p>
            <a:r>
              <a:t>Learners: Answer independently and show the method.</a:t>
            </a:r>
          </a:p>
          <a:p>
            <a:r>
              <a:t>Materials/check: Teacher answers below</a:t>
            </a:r>
          </a:p>
          <a:p>
            <a:r>
              <a:t>Source: 'Math Week 3'!A47:F47</a:t>
            </a:r>
          </a:p>
          <a:p/>
          <a:p>
            <a:r>
              <a:t>3:25 PM–3:30 PM | 7 Wrap up | 5 min</a:t>
            </a:r>
          </a:p>
          <a:p>
            <a:r>
              <a:t>Instructor: Ask for one learning point and one skill to practise next.</a:t>
            </a:r>
          </a:p>
          <a:p>
            <a:r>
              <a:t>Learners: Record a takeaway and next action.</a:t>
            </a:r>
          </a:p>
          <a:p>
            <a:r>
              <a:t>Materials/check: Notebook / error log</a:t>
            </a:r>
          </a:p>
          <a:p>
            <a:r>
              <a:t>Source: 'Math Week 3'!A48:F48</a:t>
            </a:r>
          </a:p>
          <a:p/>
          <a:p>
            <a:r>
              <a:t>INSTRUCTOR ONLY: REVEAL ASSESSMENT ANSWERS AFTER THE ATTEMPT</a:t>
            </a:r>
          </a:p>
          <a:p>
            <a:r>
              <a:t>4A question 15(b) = 4 3/8. 4C question 3 = 4 1/4 in. Answer Key pages 13–14. Answer Key pp.13–14</a:t>
            </a:r>
          </a:p>
          <a:p/>
          <a:p>
            <a:r>
              <a:t>Next: repeated pieces, halves and equal groups.</a:t>
            </a:r>
          </a:p>
          <a:p/>
          <a:p>
            <a:r>
              <a:t>Sources: 'Math Week 3'!A11:E11; 'Carpentry Schedule'!B29; 'Math Week 3'!A36</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Exact scheduled tool activity: Shape Canvas: show an overall length and labelled parts. Hide one dimension; attempt it on paper before checking.</a:t>
            </a:r>
          </a:p>
          <a:p>
            <a:r>
              <a:t>Supported: In Shape Canvas, show the overall length and known parts for the scheduled drawing.</a:t>
            </a:r>
          </a:p>
          <a:p>
            <a:r>
              <a:t>Independent practice: Hide the missing dimension and solve it on paper before revealing a value.</a:t>
            </a:r>
          </a:p>
          <a:p>
            <a:r>
              <a:t>Independent checking: Add the found piece to the known parts and verify the overall length.</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W03-L02 | 2026-11-09 | 2:15 PM–3:30 PM | 75 minutes</a:t>
            </a:r>
          </a:p>
          <a:p>
            <a:r>
              <a:t>Subtracting and regrouping fractions</a:t>
            </a:r>
          </a:p>
          <a:p>
            <a:r>
              <a:t>Mode: Math</a:t>
            </a:r>
          </a:p>
          <a:p>
            <a:r>
              <a:t>Goal: Find a remaining or missing length by subtracting mixed numbers accurately.</a:t>
            </a:r>
          </a:p>
          <a:p>
            <a:r>
              <a:t>Read: Textbook Chapter 4 pp.64–66</a:t>
            </a:r>
          </a:p>
          <a:p>
            <a:r>
              <a:t>Practise: Exercise Book 4A Q15 (p.26); 4C Q1–3 (p.29)</a:t>
            </a:r>
          </a:p>
          <a:p>
            <a:r>
              <a:t>Tool: Shape Canvas: show an overall length and labelled parts. Hide one dimension; attempt it on paper before checking.</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3'!A42:F42</a:t>
            </a:r>
          </a:p>
          <a:p/>
          <a:p>
            <a:r>
              <a:t>2:20 PM–2:25 PM | 2 Recall | 5 min</a:t>
            </a:r>
          </a:p>
          <a:p>
            <a:r>
              <a:t>Instructor: Ask how 5 can be written as 4 plus sixteenths. Retrieve one common-denominator example.</a:t>
            </a:r>
          </a:p>
          <a:p>
            <a:r>
              <a:t>Learners: Try first without displayed answers.</a:t>
            </a:r>
          </a:p>
          <a:p>
            <a:r>
              <a:t>Materials/check: Identify support needs</a:t>
            </a:r>
          </a:p>
          <a:p>
            <a:r>
              <a:t>Source: 'Math Week 3'!A43:F43</a:t>
            </a:r>
          </a:p>
          <a:p/>
          <a:p>
            <a:r>
              <a:t>2:25 PM–2:40 PM | 3 Teach | 15 min</a:t>
            </a:r>
          </a:p>
          <a:p>
            <a:r>
              <a:t>Instructor: Model regrouping one whole inch into fractional units and verify by adding the remainder back.</a:t>
            </a:r>
          </a:p>
          <a:p>
            <a:r>
              <a:t>Learners: Follow the example; explain the next step.</a:t>
            </a:r>
          </a:p>
          <a:p>
            <a:r>
              <a:t>Materials/check: Textbook; worked example</a:t>
            </a:r>
          </a:p>
          <a:p>
            <a:r>
              <a:t>Source: 'Math Week 3'!A44:F44</a:t>
            </a:r>
          </a:p>
          <a:p/>
          <a:p>
            <a:r>
              <a:t>2:40 PM–2:55 PM | 4 Together | 15 min</a:t>
            </a:r>
          </a:p>
          <a:p>
            <a:r>
              <a:t>Instructor: Solve 4A question 15(a) and 4C question 1 with a drawing.</a:t>
            </a:r>
          </a:p>
          <a:p>
            <a:r>
              <a:t>Learners: Work in pairs; alternate solver and checker.</a:t>
            </a:r>
          </a:p>
          <a:p>
            <a:r>
              <a:t>Materials/check: Exercise Book; tool above</a:t>
            </a:r>
          </a:p>
          <a:p>
            <a:r>
              <a:t>Source: 'Math Week 3'!A45:F45</a:t>
            </a:r>
          </a:p>
          <a:p/>
          <a:p>
            <a:r>
              <a:t>2:55 PM–3:15 PM | 5 Practise | 20 min</a:t>
            </a:r>
          </a:p>
          <a:p>
            <a:r>
              <a:t>Instructor: Complete 4A question 15(b) and 4C questions 2–3. Add the found piece back to the known parts to verify the overall length.</a:t>
            </a:r>
          </a:p>
          <a:p>
            <a:r>
              <a:t>Learners: Show working and units; estimate, then check.</a:t>
            </a:r>
          </a:p>
          <a:p>
            <a:r>
              <a:t>Materials/check: Paper first; tool second</a:t>
            </a:r>
          </a:p>
          <a:p>
            <a:r>
              <a:t>Source: 'Math Week 3'!A46:F46</a:t>
            </a:r>
          </a:p>
          <a:p/>
          <a:p>
            <a:r>
              <a:t>3:15 PM–3:25 PM | 6 Check | 10 min</a:t>
            </a:r>
          </a:p>
          <a:p>
            <a:r>
              <a:t>Instructor: Complete 4A question 15(b) and 4C question 3 independently.</a:t>
            </a:r>
          </a:p>
          <a:p>
            <a:r>
              <a:t>Learners: Answer independently and show the method.</a:t>
            </a:r>
          </a:p>
          <a:p>
            <a:r>
              <a:t>Materials/check: Teacher answers below</a:t>
            </a:r>
          </a:p>
          <a:p>
            <a:r>
              <a:t>Source: 'Math Week 3'!A47:F47</a:t>
            </a:r>
          </a:p>
          <a:p/>
          <a:p>
            <a:r>
              <a:t>3:25 PM–3:30 PM | 7 Wrap up | 5 min</a:t>
            </a:r>
          </a:p>
          <a:p>
            <a:r>
              <a:t>Instructor: Ask for one learning point and one skill to practise next.</a:t>
            </a:r>
          </a:p>
          <a:p>
            <a:r>
              <a:t>Learners: Record a takeaway and next action.</a:t>
            </a:r>
          </a:p>
          <a:p>
            <a:r>
              <a:t>Materials/check: Notebook / error log</a:t>
            </a:r>
          </a:p>
          <a:p>
            <a:r>
              <a:t>Source: 'Math Week 3'!A48:F48</a:t>
            </a:r>
          </a:p>
          <a:p/>
          <a:p>
            <a:r>
              <a:t>INSTRUCTOR ONLY: REVEAL ASSESSMENT ANSWERS AFTER THE ATTEMPT</a:t>
            </a:r>
          </a:p>
          <a:p>
            <a:r>
              <a:t>4A question 15(b) = 4 3/8. 4C question 3 = 4 1/4 in. Answer Key pages 13–14. Answer Key pp.13–14</a:t>
            </a:r>
          </a:p>
          <a:p/>
          <a:p>
            <a:r>
              <a:t>Next: repeated pieces, halves and equal groups.</a:t>
            </a:r>
          </a:p>
          <a:p/>
          <a:p>
            <a:r>
              <a:t>Sources: 'Math Week 3'!A11:E11; 'Carpentry Schedule'!B29; 'Math Week 3'!A36</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ACCESS EXERCISE BOOK: 4A-Q15b</a:t>
            </a:r>
          </a:p>
          <a:p>
            <a:r>
              <a:t>Exact question: Subtract. (b)  9 1/8 − 4 3/4</a:t>
            </a:r>
          </a:p>
          <a:p>
            <a:r>
              <a:t>Instructor answer: (b)  4 3/8</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W03-L02 | 2026-11-09 | 2:15 PM–3:30 PM | 75 minutes</a:t>
            </a:r>
          </a:p>
          <a:p>
            <a:r>
              <a:t>Subtracting and regrouping fractions</a:t>
            </a:r>
          </a:p>
          <a:p>
            <a:r>
              <a:t>Mode: Math</a:t>
            </a:r>
          </a:p>
          <a:p>
            <a:r>
              <a:t>Goal: Find a remaining or missing length by subtracting mixed numbers accurately.</a:t>
            </a:r>
          </a:p>
          <a:p>
            <a:r>
              <a:t>Read: Textbook Chapter 4 pp.64–66</a:t>
            </a:r>
          </a:p>
          <a:p>
            <a:r>
              <a:t>Practise: Exercise Book 4A Q15 (p.26); 4C Q1–3 (p.29)</a:t>
            </a:r>
          </a:p>
          <a:p>
            <a:r>
              <a:t>Tool: Shape Canvas: show an overall length and labelled parts. Hide one dimension; attempt it on paper before checking.</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3'!A42:F42</a:t>
            </a:r>
          </a:p>
          <a:p/>
          <a:p>
            <a:r>
              <a:t>2:20 PM–2:25 PM | 2 Recall | 5 min</a:t>
            </a:r>
          </a:p>
          <a:p>
            <a:r>
              <a:t>Instructor: Ask how 5 can be written as 4 plus sixteenths. Retrieve one common-denominator example.</a:t>
            </a:r>
          </a:p>
          <a:p>
            <a:r>
              <a:t>Learners: Try first without displayed answers.</a:t>
            </a:r>
          </a:p>
          <a:p>
            <a:r>
              <a:t>Materials/check: Identify support needs</a:t>
            </a:r>
          </a:p>
          <a:p>
            <a:r>
              <a:t>Source: 'Math Week 3'!A43:F43</a:t>
            </a:r>
          </a:p>
          <a:p/>
          <a:p>
            <a:r>
              <a:t>2:25 PM–2:40 PM | 3 Teach | 15 min</a:t>
            </a:r>
          </a:p>
          <a:p>
            <a:r>
              <a:t>Instructor: Model regrouping one whole inch into fractional units and verify by adding the remainder back.</a:t>
            </a:r>
          </a:p>
          <a:p>
            <a:r>
              <a:t>Learners: Follow the example; explain the next step.</a:t>
            </a:r>
          </a:p>
          <a:p>
            <a:r>
              <a:t>Materials/check: Textbook; worked example</a:t>
            </a:r>
          </a:p>
          <a:p>
            <a:r>
              <a:t>Source: 'Math Week 3'!A44:F44</a:t>
            </a:r>
          </a:p>
          <a:p/>
          <a:p>
            <a:r>
              <a:t>2:40 PM–2:55 PM | 4 Together | 15 min</a:t>
            </a:r>
          </a:p>
          <a:p>
            <a:r>
              <a:t>Instructor: Solve 4A question 15(a) and 4C question 1 with a drawing.</a:t>
            </a:r>
          </a:p>
          <a:p>
            <a:r>
              <a:t>Learners: Work in pairs; alternate solver and checker.</a:t>
            </a:r>
          </a:p>
          <a:p>
            <a:r>
              <a:t>Materials/check: Exercise Book; tool above</a:t>
            </a:r>
          </a:p>
          <a:p>
            <a:r>
              <a:t>Source: 'Math Week 3'!A45:F45</a:t>
            </a:r>
          </a:p>
          <a:p/>
          <a:p>
            <a:r>
              <a:t>2:55 PM–3:15 PM | 5 Practise | 20 min</a:t>
            </a:r>
          </a:p>
          <a:p>
            <a:r>
              <a:t>Instructor: Complete 4A question 15(b) and 4C questions 2–3. Add the found piece back to the known parts to verify the overall length.</a:t>
            </a:r>
          </a:p>
          <a:p>
            <a:r>
              <a:t>Learners: Show working and units; estimate, then check.</a:t>
            </a:r>
          </a:p>
          <a:p>
            <a:r>
              <a:t>Materials/check: Paper first; tool second</a:t>
            </a:r>
          </a:p>
          <a:p>
            <a:r>
              <a:t>Source: 'Math Week 3'!A46:F46</a:t>
            </a:r>
          </a:p>
          <a:p/>
          <a:p>
            <a:r>
              <a:t>3:15 PM–3:25 PM | 6 Check | 10 min</a:t>
            </a:r>
          </a:p>
          <a:p>
            <a:r>
              <a:t>Instructor: Complete 4A question 15(b) and 4C question 3 independently.</a:t>
            </a:r>
          </a:p>
          <a:p>
            <a:r>
              <a:t>Learners: Answer independently and show the method.</a:t>
            </a:r>
          </a:p>
          <a:p>
            <a:r>
              <a:t>Materials/check: Teacher answers below</a:t>
            </a:r>
          </a:p>
          <a:p>
            <a:r>
              <a:t>Source: 'Math Week 3'!A47:F47</a:t>
            </a:r>
          </a:p>
          <a:p/>
          <a:p>
            <a:r>
              <a:t>3:25 PM–3:30 PM | 7 Wrap up | 5 min</a:t>
            </a:r>
          </a:p>
          <a:p>
            <a:r>
              <a:t>Instructor: Ask for one learning point and one skill to practise next.</a:t>
            </a:r>
          </a:p>
          <a:p>
            <a:r>
              <a:t>Learners: Record a takeaway and next action.</a:t>
            </a:r>
          </a:p>
          <a:p>
            <a:r>
              <a:t>Materials/check: Notebook / error log</a:t>
            </a:r>
          </a:p>
          <a:p>
            <a:r>
              <a:t>Source: 'Math Week 3'!A48:F48</a:t>
            </a:r>
          </a:p>
          <a:p/>
          <a:p>
            <a:r>
              <a:t>INSTRUCTOR ONLY: REVEAL ASSESSMENT ANSWERS AFTER THE ATTEMPT</a:t>
            </a:r>
          </a:p>
          <a:p>
            <a:r>
              <a:t>4A question 15(b) = 4 3/8. 4C question 3 = 4 1/4 in. Answer Key pages 13–14. Answer Key pp.13–14</a:t>
            </a:r>
          </a:p>
          <a:p/>
          <a:p>
            <a:r>
              <a:t>Next: repeated pieces, halves and equal groups.</a:t>
            </a:r>
          </a:p>
          <a:p/>
          <a:p>
            <a:r>
              <a:t>Sources: 'Math Week 3'!A11:E11; 'Carpentry Schedule'!B29; 'Math Week 3'!A36</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ACCESS EXERCISE BOOK: 4C-Q2</a:t>
            </a:r>
          </a:p>
          <a:p>
            <a:r>
              <a:t>Exact question: Find the hidden height.</a:t>
            </a:r>
          </a:p>
          <a:p>
            <a:r>
              <a:t>Instructor answer: 6 5/8 in</a:t>
            </a:r>
          </a:p>
          <a:p>
            <a:r>
              <a:t>Working: 9 1/2 − 2 7/8</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W03-L02 | 2026-11-09 | 2:15 PM–3:30 PM | 75 minutes</a:t>
            </a:r>
          </a:p>
          <a:p>
            <a:r>
              <a:t>Subtracting and regrouping fractions</a:t>
            </a:r>
          </a:p>
          <a:p>
            <a:r>
              <a:t>Mode: Math</a:t>
            </a:r>
          </a:p>
          <a:p>
            <a:r>
              <a:t>Goal: Find a remaining or missing length by subtracting mixed numbers accurately.</a:t>
            </a:r>
          </a:p>
          <a:p>
            <a:r>
              <a:t>Read: Textbook Chapter 4 pp.64–66</a:t>
            </a:r>
          </a:p>
          <a:p>
            <a:r>
              <a:t>Practise: Exercise Book 4A Q15 (p.26); 4C Q1–3 (p.29)</a:t>
            </a:r>
          </a:p>
          <a:p>
            <a:r>
              <a:t>Tool: Shape Canvas: show an overall length and labelled parts. Hide one dimension; attempt it on paper before checking.</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3'!A42:F42</a:t>
            </a:r>
          </a:p>
          <a:p/>
          <a:p>
            <a:r>
              <a:t>2:20 PM–2:25 PM | 2 Recall | 5 min</a:t>
            </a:r>
          </a:p>
          <a:p>
            <a:r>
              <a:t>Instructor: Ask how 5 can be written as 4 plus sixteenths. Retrieve one common-denominator example.</a:t>
            </a:r>
          </a:p>
          <a:p>
            <a:r>
              <a:t>Learners: Try first without displayed answers.</a:t>
            </a:r>
          </a:p>
          <a:p>
            <a:r>
              <a:t>Materials/check: Identify support needs</a:t>
            </a:r>
          </a:p>
          <a:p>
            <a:r>
              <a:t>Source: 'Math Week 3'!A43:F43</a:t>
            </a:r>
          </a:p>
          <a:p/>
          <a:p>
            <a:r>
              <a:t>2:25 PM–2:40 PM | 3 Teach | 15 min</a:t>
            </a:r>
          </a:p>
          <a:p>
            <a:r>
              <a:t>Instructor: Model regrouping one whole inch into fractional units and verify by adding the remainder back.</a:t>
            </a:r>
          </a:p>
          <a:p>
            <a:r>
              <a:t>Learners: Follow the example; explain the next step.</a:t>
            </a:r>
          </a:p>
          <a:p>
            <a:r>
              <a:t>Materials/check: Textbook; worked example</a:t>
            </a:r>
          </a:p>
          <a:p>
            <a:r>
              <a:t>Source: 'Math Week 3'!A44:F44</a:t>
            </a:r>
          </a:p>
          <a:p/>
          <a:p>
            <a:r>
              <a:t>2:40 PM–2:55 PM | 4 Together | 15 min</a:t>
            </a:r>
          </a:p>
          <a:p>
            <a:r>
              <a:t>Instructor: Solve 4A question 15(a) and 4C question 1 with a drawing.</a:t>
            </a:r>
          </a:p>
          <a:p>
            <a:r>
              <a:t>Learners: Work in pairs; alternate solver and checker.</a:t>
            </a:r>
          </a:p>
          <a:p>
            <a:r>
              <a:t>Materials/check: Exercise Book; tool above</a:t>
            </a:r>
          </a:p>
          <a:p>
            <a:r>
              <a:t>Source: 'Math Week 3'!A45:F45</a:t>
            </a:r>
          </a:p>
          <a:p/>
          <a:p>
            <a:r>
              <a:t>2:55 PM–3:15 PM | 5 Practise | 20 min</a:t>
            </a:r>
          </a:p>
          <a:p>
            <a:r>
              <a:t>Instructor: Complete 4A question 15(b) and 4C questions 2–3. Add the found piece back to the known parts to verify the overall length.</a:t>
            </a:r>
          </a:p>
          <a:p>
            <a:r>
              <a:t>Learners: Show working and units; estimate, then check.</a:t>
            </a:r>
          </a:p>
          <a:p>
            <a:r>
              <a:t>Materials/check: Paper first; tool second</a:t>
            </a:r>
          </a:p>
          <a:p>
            <a:r>
              <a:t>Source: 'Math Week 3'!A46:F46</a:t>
            </a:r>
          </a:p>
          <a:p/>
          <a:p>
            <a:r>
              <a:t>3:15 PM–3:25 PM | 6 Check | 10 min</a:t>
            </a:r>
          </a:p>
          <a:p>
            <a:r>
              <a:t>Instructor: Complete 4A question 15(b) and 4C question 3 independently.</a:t>
            </a:r>
          </a:p>
          <a:p>
            <a:r>
              <a:t>Learners: Answer independently and show the method.</a:t>
            </a:r>
          </a:p>
          <a:p>
            <a:r>
              <a:t>Materials/check: Teacher answers below</a:t>
            </a:r>
          </a:p>
          <a:p>
            <a:r>
              <a:t>Source: 'Math Week 3'!A47:F47</a:t>
            </a:r>
          </a:p>
          <a:p/>
          <a:p>
            <a:r>
              <a:t>3:25 PM–3:30 PM | 7 Wrap up | 5 min</a:t>
            </a:r>
          </a:p>
          <a:p>
            <a:r>
              <a:t>Instructor: Ask for one learning point and one skill to practise next.</a:t>
            </a:r>
          </a:p>
          <a:p>
            <a:r>
              <a:t>Learners: Record a takeaway and next action.</a:t>
            </a:r>
          </a:p>
          <a:p>
            <a:r>
              <a:t>Materials/check: Notebook / error log</a:t>
            </a:r>
          </a:p>
          <a:p>
            <a:r>
              <a:t>Source: 'Math Week 3'!A48:F48</a:t>
            </a:r>
          </a:p>
          <a:p/>
          <a:p>
            <a:r>
              <a:t>INSTRUCTOR ONLY: REVEAL ASSESSMENT ANSWERS AFTER THE ATTEMPT</a:t>
            </a:r>
          </a:p>
          <a:p>
            <a:r>
              <a:t>4A question 15(b) = 4 3/8. 4C question 3 = 4 1/4 in. Answer Key pages 13–14. Answer Key pp.13–14</a:t>
            </a:r>
          </a:p>
          <a:p/>
          <a:p>
            <a:r>
              <a:t>Next: repeated pieces, halves and equal groups.</a:t>
            </a:r>
          </a:p>
          <a:p/>
          <a:p>
            <a:r>
              <a:t>Sources: 'Math Week 3'!A11:E11; 'Carpentry Schedule'!B29; 'Math Week 3'!A36</a:t>
            </a:r>
          </a:p>
          <a:p>
            <a:r>
              <a:t>Navigation/resource slides support these scheduled steps and do not add instructional time.</a:t>
            </a:r>
          </a:p>
          <a:p>
            <a:r>
              <a:t>SLIDE PLACEMENT: Check, 3:15 PM–3:25 PM.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W03-L02 | 2026-11-09 | 2:15 PM–3:30 PM | 75 minutes</a:t>
            </a:r>
          </a:p>
          <a:p>
            <a:r>
              <a:t>Subtracting and regrouping fractions</a:t>
            </a:r>
          </a:p>
          <a:p>
            <a:r>
              <a:t>Mode: Math</a:t>
            </a:r>
          </a:p>
          <a:p>
            <a:r>
              <a:t>Goal: Find a remaining or missing length by subtracting mixed numbers accurately.</a:t>
            </a:r>
          </a:p>
          <a:p>
            <a:r>
              <a:t>Read: Textbook Chapter 4 pp.64–66</a:t>
            </a:r>
          </a:p>
          <a:p>
            <a:r>
              <a:t>Practise: Exercise Book 4A Q15 (p.26); 4C Q1–3 (p.29)</a:t>
            </a:r>
          </a:p>
          <a:p>
            <a:r>
              <a:t>Tool: Shape Canvas: show an overall length and labelled parts. Hide one dimension; attempt it on paper before checking.</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3'!A42:F42</a:t>
            </a:r>
          </a:p>
          <a:p/>
          <a:p>
            <a:r>
              <a:t>2:20 PM–2:25 PM | 2 Recall | 5 min</a:t>
            </a:r>
          </a:p>
          <a:p>
            <a:r>
              <a:t>Instructor: Ask how 5 can be written as 4 plus sixteenths. Retrieve one common-denominator example.</a:t>
            </a:r>
          </a:p>
          <a:p>
            <a:r>
              <a:t>Learners: Try first without displayed answers.</a:t>
            </a:r>
          </a:p>
          <a:p>
            <a:r>
              <a:t>Materials/check: Identify support needs</a:t>
            </a:r>
          </a:p>
          <a:p>
            <a:r>
              <a:t>Source: 'Math Week 3'!A43:F43</a:t>
            </a:r>
          </a:p>
          <a:p/>
          <a:p>
            <a:r>
              <a:t>2:25 PM–2:40 PM | 3 Teach | 15 min</a:t>
            </a:r>
          </a:p>
          <a:p>
            <a:r>
              <a:t>Instructor: Model regrouping one whole inch into fractional units and verify by adding the remainder back.</a:t>
            </a:r>
          </a:p>
          <a:p>
            <a:r>
              <a:t>Learners: Follow the example; explain the next step.</a:t>
            </a:r>
          </a:p>
          <a:p>
            <a:r>
              <a:t>Materials/check: Textbook; worked example</a:t>
            </a:r>
          </a:p>
          <a:p>
            <a:r>
              <a:t>Source: 'Math Week 3'!A44:F44</a:t>
            </a:r>
          </a:p>
          <a:p/>
          <a:p>
            <a:r>
              <a:t>2:40 PM–2:55 PM | 4 Together | 15 min</a:t>
            </a:r>
          </a:p>
          <a:p>
            <a:r>
              <a:t>Instructor: Solve 4A question 15(a) and 4C question 1 with a drawing.</a:t>
            </a:r>
          </a:p>
          <a:p>
            <a:r>
              <a:t>Learners: Work in pairs; alternate solver and checker.</a:t>
            </a:r>
          </a:p>
          <a:p>
            <a:r>
              <a:t>Materials/check: Exercise Book; tool above</a:t>
            </a:r>
          </a:p>
          <a:p>
            <a:r>
              <a:t>Source: 'Math Week 3'!A45:F45</a:t>
            </a:r>
          </a:p>
          <a:p/>
          <a:p>
            <a:r>
              <a:t>2:55 PM–3:15 PM | 5 Practise | 20 min</a:t>
            </a:r>
          </a:p>
          <a:p>
            <a:r>
              <a:t>Instructor: Complete 4A question 15(b) and 4C questions 2–3. Add the found piece back to the known parts to verify the overall length.</a:t>
            </a:r>
          </a:p>
          <a:p>
            <a:r>
              <a:t>Learners: Show working and units; estimate, then check.</a:t>
            </a:r>
          </a:p>
          <a:p>
            <a:r>
              <a:t>Materials/check: Paper first; tool second</a:t>
            </a:r>
          </a:p>
          <a:p>
            <a:r>
              <a:t>Source: 'Math Week 3'!A46:F46</a:t>
            </a:r>
          </a:p>
          <a:p/>
          <a:p>
            <a:r>
              <a:t>3:15 PM–3:25 PM | 6 Check | 10 min</a:t>
            </a:r>
          </a:p>
          <a:p>
            <a:r>
              <a:t>Instructor: Complete 4A question 15(b) and 4C question 3 independently.</a:t>
            </a:r>
          </a:p>
          <a:p>
            <a:r>
              <a:t>Learners: Answer independently and show the method.</a:t>
            </a:r>
          </a:p>
          <a:p>
            <a:r>
              <a:t>Materials/check: Teacher answers below</a:t>
            </a:r>
          </a:p>
          <a:p>
            <a:r>
              <a:t>Source: 'Math Week 3'!A47:F47</a:t>
            </a:r>
          </a:p>
          <a:p/>
          <a:p>
            <a:r>
              <a:t>3:25 PM–3:30 PM | 7 Wrap up | 5 min</a:t>
            </a:r>
          </a:p>
          <a:p>
            <a:r>
              <a:t>Instructor: Ask for one learning point and one skill to practise next.</a:t>
            </a:r>
          </a:p>
          <a:p>
            <a:r>
              <a:t>Learners: Record a takeaway and next action.</a:t>
            </a:r>
          </a:p>
          <a:p>
            <a:r>
              <a:t>Materials/check: Notebook / error log</a:t>
            </a:r>
          </a:p>
          <a:p>
            <a:r>
              <a:t>Source: 'Math Week 3'!A48:F48</a:t>
            </a:r>
          </a:p>
          <a:p/>
          <a:p>
            <a:r>
              <a:t>INSTRUCTOR ONLY: REVEAL ASSESSMENT ANSWERS AFTER THE ATTEMPT</a:t>
            </a:r>
          </a:p>
          <a:p>
            <a:r>
              <a:t>4A question 15(b) = 4 3/8. 4C question 3 = 4 1/4 in. Answer Key pages 13–14. Answer Key pp.13–14</a:t>
            </a:r>
          </a:p>
          <a:p/>
          <a:p>
            <a:r>
              <a:t>Next: repeated pieces, halves and equal groups.</a:t>
            </a:r>
          </a:p>
          <a:p/>
          <a:p>
            <a:r>
              <a:t>Sources: 'Math Week 3'!A11:E11; 'Carpentry Schedule'!B29; 'Math Week 3'!A36</a:t>
            </a:r>
          </a:p>
          <a:p>
            <a:r>
              <a:t>Navigation/resource slides support these scheduled steps and do not add instructional time.</a:t>
            </a:r>
          </a:p>
          <a:p>
            <a:r>
              <a:t>SLIDE PLACEMENT: Check, 3:15 PM–3:25 PM. All slides with this phase share these 10 minutes; do not restart the time allocation for each slide.</a:t>
            </a:r>
          </a:p>
          <a:p/>
          <a:p>
            <a:r>
              <a:t>ACCESS EXERCISE BOOK: 4A-Q15b</a:t>
            </a:r>
          </a:p>
          <a:p>
            <a:r>
              <a:t>Exact question: Subtract. (b)  9 1/8 − 4 3/4</a:t>
            </a:r>
          </a:p>
          <a:p>
            <a:r>
              <a:t>Instructor answer: (b)  4 3/8</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W03-L02 | 2026-11-09 | 2:15 PM–3:30 PM | 75 minutes</a:t>
            </a:r>
          </a:p>
          <a:p>
            <a:r>
              <a:t>Subtracting and regrouping fractions</a:t>
            </a:r>
          </a:p>
          <a:p>
            <a:r>
              <a:t>Mode: Math</a:t>
            </a:r>
          </a:p>
          <a:p>
            <a:r>
              <a:t>Goal: Find a remaining or missing length by subtracting mixed numbers accurately.</a:t>
            </a:r>
          </a:p>
          <a:p>
            <a:r>
              <a:t>Read: Textbook Chapter 4 pp.64–66</a:t>
            </a:r>
          </a:p>
          <a:p>
            <a:r>
              <a:t>Practise: Exercise Book 4A Q15 (p.26); 4C Q1–3 (p.29)</a:t>
            </a:r>
          </a:p>
          <a:p>
            <a:r>
              <a:t>Tool: Shape Canvas: show an overall length and labelled parts. Hide one dimension; attempt it on paper before checking.</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3'!A42:F42</a:t>
            </a:r>
          </a:p>
          <a:p/>
          <a:p>
            <a:r>
              <a:t>2:20 PM–2:25 PM | 2 Recall | 5 min</a:t>
            </a:r>
          </a:p>
          <a:p>
            <a:r>
              <a:t>Instructor: Ask how 5 can be written as 4 plus sixteenths. Retrieve one common-denominator example.</a:t>
            </a:r>
          </a:p>
          <a:p>
            <a:r>
              <a:t>Learners: Try first without displayed answers.</a:t>
            </a:r>
          </a:p>
          <a:p>
            <a:r>
              <a:t>Materials/check: Identify support needs</a:t>
            </a:r>
          </a:p>
          <a:p>
            <a:r>
              <a:t>Source: 'Math Week 3'!A43:F43</a:t>
            </a:r>
          </a:p>
          <a:p/>
          <a:p>
            <a:r>
              <a:t>2:25 PM–2:40 PM | 3 Teach | 15 min</a:t>
            </a:r>
          </a:p>
          <a:p>
            <a:r>
              <a:t>Instructor: Model regrouping one whole inch into fractional units and verify by adding the remainder back.</a:t>
            </a:r>
          </a:p>
          <a:p>
            <a:r>
              <a:t>Learners: Follow the example; explain the next step.</a:t>
            </a:r>
          </a:p>
          <a:p>
            <a:r>
              <a:t>Materials/check: Textbook; worked example</a:t>
            </a:r>
          </a:p>
          <a:p>
            <a:r>
              <a:t>Source: 'Math Week 3'!A44:F44</a:t>
            </a:r>
          </a:p>
          <a:p/>
          <a:p>
            <a:r>
              <a:t>2:40 PM–2:55 PM | 4 Together | 15 min</a:t>
            </a:r>
          </a:p>
          <a:p>
            <a:r>
              <a:t>Instructor: Solve 4A question 15(a) and 4C question 1 with a drawing.</a:t>
            </a:r>
          </a:p>
          <a:p>
            <a:r>
              <a:t>Learners: Work in pairs; alternate solver and checker.</a:t>
            </a:r>
          </a:p>
          <a:p>
            <a:r>
              <a:t>Materials/check: Exercise Book; tool above</a:t>
            </a:r>
          </a:p>
          <a:p>
            <a:r>
              <a:t>Source: 'Math Week 3'!A45:F45</a:t>
            </a:r>
          </a:p>
          <a:p/>
          <a:p>
            <a:r>
              <a:t>2:55 PM–3:15 PM | 5 Practise | 20 min</a:t>
            </a:r>
          </a:p>
          <a:p>
            <a:r>
              <a:t>Instructor: Complete 4A question 15(b) and 4C questions 2–3. Add the found piece back to the known parts to verify the overall length.</a:t>
            </a:r>
          </a:p>
          <a:p>
            <a:r>
              <a:t>Learners: Show working and units; estimate, then check.</a:t>
            </a:r>
          </a:p>
          <a:p>
            <a:r>
              <a:t>Materials/check: Paper first; tool second</a:t>
            </a:r>
          </a:p>
          <a:p>
            <a:r>
              <a:t>Source: 'Math Week 3'!A46:F46</a:t>
            </a:r>
          </a:p>
          <a:p/>
          <a:p>
            <a:r>
              <a:t>3:15 PM–3:25 PM | 6 Check | 10 min</a:t>
            </a:r>
          </a:p>
          <a:p>
            <a:r>
              <a:t>Instructor: Complete 4A question 15(b) and 4C question 3 independently.</a:t>
            </a:r>
          </a:p>
          <a:p>
            <a:r>
              <a:t>Learners: Answer independently and show the method.</a:t>
            </a:r>
          </a:p>
          <a:p>
            <a:r>
              <a:t>Materials/check: Teacher answers below</a:t>
            </a:r>
          </a:p>
          <a:p>
            <a:r>
              <a:t>Source: 'Math Week 3'!A47:F47</a:t>
            </a:r>
          </a:p>
          <a:p/>
          <a:p>
            <a:r>
              <a:t>3:25 PM–3:30 PM | 7 Wrap up | 5 min</a:t>
            </a:r>
          </a:p>
          <a:p>
            <a:r>
              <a:t>Instructor: Ask for one learning point and one skill to practise next.</a:t>
            </a:r>
          </a:p>
          <a:p>
            <a:r>
              <a:t>Learners: Record a takeaway and next action.</a:t>
            </a:r>
          </a:p>
          <a:p>
            <a:r>
              <a:t>Materials/check: Notebook / error log</a:t>
            </a:r>
          </a:p>
          <a:p>
            <a:r>
              <a:t>Source: 'Math Week 3'!A48:F48</a:t>
            </a:r>
          </a:p>
          <a:p/>
          <a:p>
            <a:r>
              <a:t>INSTRUCTOR ONLY: REVEAL ASSESSMENT ANSWERS AFTER THE ATTEMPT</a:t>
            </a:r>
          </a:p>
          <a:p>
            <a:r>
              <a:t>4A question 15(b) = 4 3/8. 4C question 3 = 4 1/4 in. Answer Key pages 13–14. Answer Key pp.13–14</a:t>
            </a:r>
          </a:p>
          <a:p/>
          <a:p>
            <a:r>
              <a:t>Next: repeated pieces, halves and equal groups.</a:t>
            </a:r>
          </a:p>
          <a:p/>
          <a:p>
            <a:r>
              <a:t>Sources: 'Math Week 3'!A11:E11; 'Carpentry Schedule'!B29; 'Math Week 3'!A36</a:t>
            </a:r>
          </a:p>
          <a:p>
            <a:r>
              <a:t>Navigation/resource slides support these scheduled steps and do not add instructional time.</a:t>
            </a:r>
          </a:p>
          <a:p>
            <a:r>
              <a:t>SLIDE PLACEMENT: Check, 3:15 PM–3:25 PM. All slides with this phase share these 10 minutes; do not restart the time allocation for each slide.</a:t>
            </a:r>
          </a:p>
          <a:p/>
          <a:p>
            <a:r>
              <a:t>ACCESS EXERCISE BOOK: 4C-Q3</a:t>
            </a:r>
          </a:p>
          <a:p>
            <a:r>
              <a:t>Exact question: The shaft is 14 1/2 in long overall. Find the missing step.</a:t>
            </a:r>
          </a:p>
          <a:p>
            <a:r>
              <a:t>Instructor answer: 4 1/4 in</a:t>
            </a:r>
          </a:p>
          <a:p>
            <a:r>
              <a:t>Working: 14 1/2 − 2 5/8 − 3 1/4 − 4 3/8 = 4 1/4</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W03-L02 | 2026-11-09 | 2:15 PM–3:30 PM | 75 minutes</a:t>
            </a:r>
          </a:p>
          <a:p>
            <a:r>
              <a:t>Subtracting and regrouping fractions</a:t>
            </a:r>
          </a:p>
          <a:p>
            <a:r>
              <a:t>Mode: Math</a:t>
            </a:r>
          </a:p>
          <a:p>
            <a:r>
              <a:t>Goal: Find a remaining or missing length by subtracting mixed numbers accurately.</a:t>
            </a:r>
          </a:p>
          <a:p>
            <a:r>
              <a:t>Read: Textbook Chapter 4 pp.64–66</a:t>
            </a:r>
          </a:p>
          <a:p>
            <a:r>
              <a:t>Practise: Exercise Book 4A Q15 (p.26); 4C Q1–3 (p.29)</a:t>
            </a:r>
          </a:p>
          <a:p>
            <a:r>
              <a:t>Tool: Shape Canvas: show an overall length and labelled parts. Hide one dimension; attempt it on paper before checking.</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3'!A42:F42</a:t>
            </a:r>
          </a:p>
          <a:p/>
          <a:p>
            <a:r>
              <a:t>2:20 PM–2:25 PM | 2 Recall | 5 min</a:t>
            </a:r>
          </a:p>
          <a:p>
            <a:r>
              <a:t>Instructor: Ask how 5 can be written as 4 plus sixteenths. Retrieve one common-denominator example.</a:t>
            </a:r>
          </a:p>
          <a:p>
            <a:r>
              <a:t>Learners: Try first without displayed answers.</a:t>
            </a:r>
          </a:p>
          <a:p>
            <a:r>
              <a:t>Materials/check: Identify support needs</a:t>
            </a:r>
          </a:p>
          <a:p>
            <a:r>
              <a:t>Source: 'Math Week 3'!A43:F43</a:t>
            </a:r>
          </a:p>
          <a:p/>
          <a:p>
            <a:r>
              <a:t>2:25 PM–2:40 PM | 3 Teach | 15 min</a:t>
            </a:r>
          </a:p>
          <a:p>
            <a:r>
              <a:t>Instructor: Model regrouping one whole inch into fractional units and verify by adding the remainder back.</a:t>
            </a:r>
          </a:p>
          <a:p>
            <a:r>
              <a:t>Learners: Follow the example; explain the next step.</a:t>
            </a:r>
          </a:p>
          <a:p>
            <a:r>
              <a:t>Materials/check: Textbook; worked example</a:t>
            </a:r>
          </a:p>
          <a:p>
            <a:r>
              <a:t>Source: 'Math Week 3'!A44:F44</a:t>
            </a:r>
          </a:p>
          <a:p/>
          <a:p>
            <a:r>
              <a:t>2:40 PM–2:55 PM | 4 Together | 15 min</a:t>
            </a:r>
          </a:p>
          <a:p>
            <a:r>
              <a:t>Instructor: Solve 4A question 15(a) and 4C question 1 with a drawing.</a:t>
            </a:r>
          </a:p>
          <a:p>
            <a:r>
              <a:t>Learners: Work in pairs; alternate solver and checker.</a:t>
            </a:r>
          </a:p>
          <a:p>
            <a:r>
              <a:t>Materials/check: Exercise Book; tool above</a:t>
            </a:r>
          </a:p>
          <a:p>
            <a:r>
              <a:t>Source: 'Math Week 3'!A45:F45</a:t>
            </a:r>
          </a:p>
          <a:p/>
          <a:p>
            <a:r>
              <a:t>2:55 PM–3:15 PM | 5 Practise | 20 min</a:t>
            </a:r>
          </a:p>
          <a:p>
            <a:r>
              <a:t>Instructor: Complete 4A question 15(b) and 4C questions 2–3. Add the found piece back to the known parts to verify the overall length.</a:t>
            </a:r>
          </a:p>
          <a:p>
            <a:r>
              <a:t>Learners: Show working and units; estimate, then check.</a:t>
            </a:r>
          </a:p>
          <a:p>
            <a:r>
              <a:t>Materials/check: Paper first; tool second</a:t>
            </a:r>
          </a:p>
          <a:p>
            <a:r>
              <a:t>Source: 'Math Week 3'!A46:F46</a:t>
            </a:r>
          </a:p>
          <a:p/>
          <a:p>
            <a:r>
              <a:t>3:15 PM–3:25 PM | 6 Check | 10 min</a:t>
            </a:r>
          </a:p>
          <a:p>
            <a:r>
              <a:t>Instructor: Complete 4A question 15(b) and 4C question 3 independently.</a:t>
            </a:r>
          </a:p>
          <a:p>
            <a:r>
              <a:t>Learners: Answer independently and show the method.</a:t>
            </a:r>
          </a:p>
          <a:p>
            <a:r>
              <a:t>Materials/check: Teacher answers below</a:t>
            </a:r>
          </a:p>
          <a:p>
            <a:r>
              <a:t>Source: 'Math Week 3'!A47:F47</a:t>
            </a:r>
          </a:p>
          <a:p/>
          <a:p>
            <a:r>
              <a:t>3:25 PM–3:30 PM | 7 Wrap up | 5 min</a:t>
            </a:r>
          </a:p>
          <a:p>
            <a:r>
              <a:t>Instructor: Ask for one learning point and one skill to practise next.</a:t>
            </a:r>
          </a:p>
          <a:p>
            <a:r>
              <a:t>Learners: Record a takeaway and next action.</a:t>
            </a:r>
          </a:p>
          <a:p>
            <a:r>
              <a:t>Materials/check: Notebook / error log</a:t>
            </a:r>
          </a:p>
          <a:p>
            <a:r>
              <a:t>Source: 'Math Week 3'!A48:F48</a:t>
            </a:r>
          </a:p>
          <a:p/>
          <a:p>
            <a:r>
              <a:t>INSTRUCTOR ONLY: REVEAL ASSESSMENT ANSWERS AFTER THE ATTEMPT</a:t>
            </a:r>
          </a:p>
          <a:p>
            <a:r>
              <a:t>4A question 15(b) = 4 3/8. 4C question 3 = 4 1/4 in. Answer Key pages 13–14. Answer Key pp.13–14</a:t>
            </a:r>
          </a:p>
          <a:p/>
          <a:p>
            <a:r>
              <a:t>Next: repeated pieces, halves and equal groups.</a:t>
            </a:r>
          </a:p>
          <a:p/>
          <a:p>
            <a:r>
              <a:t>Sources: 'Math Week 3'!A11:E11; 'Carpentry Schedule'!B29; 'Math Week 3'!A36</a:t>
            </a:r>
          </a:p>
          <a:p>
            <a:r>
              <a:t>Navigation/resource slides support these scheduled steps and do not add instructional time.</a:t>
            </a:r>
          </a:p>
          <a:p>
            <a:r>
              <a:t>SLIDE PLACEMENT: Wrap up, 3:25 PM–3:30 PM. All slides with this phase share these 5 minutes; do not restart the time allocation for each slide.</a:t>
            </a:r>
          </a:p>
          <a:p/>
          <a:p>
            <a:r>
              <a:t>Next scheduled learning: Next: repeated pieces, halves and equal groups.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3.png"/><Relationship Id="rId4" Type="http://schemas.openxmlformats.org/officeDocument/2006/relationships/hyperlink" Target="../Resources/ACCESS-Tools/books/ACCESS-Trades-Numeracy-Textbook.pdf" TargetMode="External"/><Relationship Id="rId5" Type="http://schemas.openxmlformats.org/officeDocument/2006/relationships/hyperlink" Target="../Resources/ACCESS-Tools/books/ACCESS-Trades-Numeracy-Exercise-Book.pdf"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3.png"/><Relationship Id="rId4" Type="http://schemas.openxmlformats.org/officeDocument/2006/relationships/hyperlink" Target="../Resources/ACCESS-Tools/books/ACCESS-Trades-Numeracy-Textbook.pdf#page=59"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3.png"/><Relationship Id="rId4" Type="http://schemas.openxmlformats.org/officeDocument/2006/relationships/hyperlink" Target="../Resources/ACCESS-Tools/books/ACCESS-Trades-Numeracy-Textbook.pdf#page=59"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3.png"/><Relationship Id="rId4" Type="http://schemas.openxmlformats.org/officeDocument/2006/relationships/hyperlink" Target="../Resources/ACCESS-Tools/books/ACCESS-Trades-Numeracy-Textbook.pdf#page=59"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3.png"/><Relationship Id="rId4" Type="http://schemas.openxmlformats.org/officeDocument/2006/relationships/hyperlink" Target="../Resources/ACCESS-Tools/books/ACCESS-Trades-Numeracy-Textbook.pdf#page=59"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3.png"/><Relationship Id="rId4" Type="http://schemas.openxmlformats.org/officeDocument/2006/relationships/hyperlink" Target="../Resources/ACCESS-Tools/books/ACCESS-Trades-Numeracy-Textbook.pdf#page=59"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13.png"/><Relationship Id="rId4" Type="http://schemas.openxmlformats.org/officeDocument/2006/relationships/hyperlink" Target="../Resources/ACCESS-Tools/books/ACCESS-Trades-Numeracy-Textbook.pdf#page=59"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3.png"/><Relationship Id="rId5" Type="http://schemas.openxmlformats.org/officeDocument/2006/relationships/hyperlink" Target="../Resources/ACCESS-Tools/books/ACCESS-Trades-Numeracy-Textbook.pdf#page=65" TargetMode="External"/><Relationship Id="rId6" Type="http://schemas.openxmlformats.org/officeDocument/2006/relationships/hyperlink" Target="../Resources/ACCESS-Tools/books/ACCESS-Trades-Numeracy-Exercise-Book.pdf#page=26"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hyperlink" Target="../Resources/ACCESS-Tools/books/ACCESS-Trades-Numeracy-Textbook.pdf#page=65" TargetMode="External"/><Relationship Id="rId6" Type="http://schemas.openxmlformats.org/officeDocument/2006/relationships/hyperlink" Target="../Resources/ACCESS-Tools/books/ACCESS-Trades-Numeracy-Exercise-Book.pdf#page=26"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3.png"/><Relationship Id="rId4" Type="http://schemas.openxmlformats.org/officeDocument/2006/relationships/hyperlink" Target="../Resources/ACCESS-Tools/books/ACCESS-Trades-Numeracy-Textbook.pdf#page=59"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3.png"/><Relationship Id="rId4" Type="http://schemas.openxmlformats.org/officeDocument/2006/relationships/hyperlink" Target="../Resources/ACCESS-Tools/books/ACCESS-Trades-Numeracy-Textbook.pdf#page=59"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3.png"/><Relationship Id="rId5" Type="http://schemas.openxmlformats.org/officeDocument/2006/relationships/hyperlink" Target="../Resources/ACCESS-Tools/books/ACCESS-Trades-Numeracy-Textbook.pdf#page=59"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3.png"/><Relationship Id="rId5" Type="http://schemas.openxmlformats.org/officeDocument/2006/relationships/hyperlink" Target="../Resources/ACCESS-Tools/books/ACCESS-Trades-Numeracy-Textbook.pdf#page=59"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3.png"/><Relationship Id="rId4" Type="http://schemas.openxmlformats.org/officeDocument/2006/relationships/hyperlink" Target="../Resources/ACCESS-Tools/books/ACCESS-Trades-Numeracy-Textbook.pdf#page=59"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3.png"/><Relationship Id="rId5" Type="http://schemas.openxmlformats.org/officeDocument/2006/relationships/hyperlink" Target="../Resources/ACCESS-Tools/books/ACCESS-Trades-Numeracy-Textbook.pdf#page=59" TargetMode="External"/><Relationship Id="rId6" Type="http://schemas.openxmlformats.org/officeDocument/2006/relationships/hyperlink" Target="../Resources/ACCESS-Tools/books/ACCESS-Trades-Numeracy-Exercise-Book.pdf#page=26"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3.png"/><Relationship Id="rId4" Type="http://schemas.openxmlformats.org/officeDocument/2006/relationships/hyperlink" Target="../Resources/ACCESS-Tools/books/ACCESS-Trades-Numeracy-Textbook.pdf#page=59"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hyperlink" Target="../Resources/ACCESS-Tools/books/ACCESS-Trades-Numeracy-Textbook.pdf#page=59"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3.png"/><Relationship Id="rId5" Type="http://schemas.openxmlformats.org/officeDocument/2006/relationships/hyperlink" Target="../Resources/ACCESS-Tools/books/ACCESS-Trades-Numeracy-Textbook.pdf#page=59" TargetMode="External"/><Relationship Id="rId6" Type="http://schemas.openxmlformats.org/officeDocument/2006/relationships/hyperlink" Target="../Resources/ACCESS-Tools/books/ACCESS-Trades-Numeracy-Exercise-Book.pdf#page=27"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3.png"/><Relationship Id="rId4" Type="http://schemas.openxmlformats.org/officeDocument/2006/relationships/hyperlink" Target="../Resources/ACCESS-Tools/books/ACCESS-Trades-Numeracy-Textbook.pdf#page=59"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hyperlink" Target="../Resources/ACCESS-Tools/books/ACCESS-Trades-Numeracy-Textbook.pdf#page=59"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3.png"/><Relationship Id="rId4" Type="http://schemas.openxmlformats.org/officeDocument/2006/relationships/hyperlink" Target="../Resources/ACCESS-Tools/books/ACCESS-Trades-Numeracy-Textbook.pdf#page=59"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3.png"/><Relationship Id="rId4" Type="http://schemas.openxmlformats.org/officeDocument/2006/relationships/hyperlink" Target="../Resources/ACCESS-Tools/books/ACCESS-Trades-Numeracy-Textbook.pdf" TargetMode="External"/><Relationship Id="rId5" Type="http://schemas.openxmlformats.org/officeDocument/2006/relationships/hyperlink" Target="../Resources/ACCESS-Tools/books/ACCESS-Trades-Numeracy-Exercise-Book.pdf"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3.png"/><Relationship Id="rId4" Type="http://schemas.openxmlformats.org/officeDocument/2006/relationships/hyperlink" Target="../Resources/ACCESS-Tools/books/ACCESS-Trades-Numeracy-Textbook.pdf#page=64"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3.png"/><Relationship Id="rId4" Type="http://schemas.openxmlformats.org/officeDocument/2006/relationships/hyperlink" Target="../Resources/ACCESS-Tools/books/ACCESS-Trades-Numeracy-Textbook.pdf#page=64"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3.png"/><Relationship Id="rId4" Type="http://schemas.openxmlformats.org/officeDocument/2006/relationships/hyperlink" Target="../Resources/ACCESS-Tools/books/ACCESS-Trades-Numeracy-Textbook.pdf#page=64"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3.png"/><Relationship Id="rId4" Type="http://schemas.openxmlformats.org/officeDocument/2006/relationships/hyperlink" Target="../Resources/ACCESS-Tools/books/ACCESS-Trades-Numeracy-Textbook.pdf#page=64"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13.png"/><Relationship Id="rId4" Type="http://schemas.openxmlformats.org/officeDocument/2006/relationships/hyperlink" Target="../Resources/ACCESS-Tools/books/ACCESS-Trades-Numeracy-Textbook.pdf#page=64"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7.png"/><Relationship Id="rId4" Type="http://schemas.openxmlformats.org/officeDocument/2006/relationships/image" Target="../media/image13.png"/><Relationship Id="rId5" Type="http://schemas.openxmlformats.org/officeDocument/2006/relationships/hyperlink" Target="../Resources/ACCESS-Tools/books/ACCESS-Trades-Numeracy-Textbook.pdf#page=66" TargetMode="External"/><Relationship Id="rId6" Type="http://schemas.openxmlformats.org/officeDocument/2006/relationships/hyperlink" Target="../Resources/ACCESS-Tools/books/ACCESS-Trades-Numeracy-Exercise-Book.pdf#page=26"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hyperlink" Target="../Resources/ACCESS-Tools/books/ACCESS-Trades-Numeracy-Textbook.pdf#page=66" TargetMode="External"/><Relationship Id="rId6" Type="http://schemas.openxmlformats.org/officeDocument/2006/relationships/hyperlink" Target="../Resources/ACCESS-Tools/books/ACCESS-Trades-Numeracy-Exercise-Book.pdf#page=26"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3.png"/><Relationship Id="rId4" Type="http://schemas.openxmlformats.org/officeDocument/2006/relationships/hyperlink" Target="../Resources/ACCESS-Tools/books/ACCESS-Trades-Numeracy-Textbook.pdf#page=64"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3.png"/><Relationship Id="rId4" Type="http://schemas.openxmlformats.org/officeDocument/2006/relationships/hyperlink" Target="../Resources/ACCESS-Tools/books/ACCESS-Trades-Numeracy-Textbook.pdf#page=64"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hyperlink" Target="../Resources/ACCESS-Tools/books/ACCESS-Trades-Numeracy-Textbook.pdf#page=64"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hyperlink" Target="../Resources/ACCESS-Tools/books/ACCESS-Trades-Numeracy-Textbook.pdf#page=64"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3.png"/><Relationship Id="rId4" Type="http://schemas.openxmlformats.org/officeDocument/2006/relationships/hyperlink" Target="../Resources/ACCESS-Tools/books/ACCESS-Trades-Numeracy-Textbook.pdf#page=64"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4.png"/><Relationship Id="rId4" Type="http://schemas.openxmlformats.org/officeDocument/2006/relationships/image" Target="../media/image13.png"/><Relationship Id="rId5" Type="http://schemas.openxmlformats.org/officeDocument/2006/relationships/hyperlink" Target="../Resources/ACCESS-Tools/books/ACCESS-Trades-Numeracy-Textbook.pdf#page=64" TargetMode="External"/><Relationship Id="rId6" Type="http://schemas.openxmlformats.org/officeDocument/2006/relationships/hyperlink" Target="../Resources/ACCESS-Tools/books/ACCESS-Trades-Numeracy-Exercise-Book.pdf#page=26"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3.png"/><Relationship Id="rId4" Type="http://schemas.openxmlformats.org/officeDocument/2006/relationships/hyperlink" Target="../Resources/ACCESS-Tools/books/ACCESS-Trades-Numeracy-Textbook.pdf#page=64"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hyperlink" Target="../Resources/ACCESS-Tools/books/ACCESS-Trades-Numeracy-Textbook.pdf#page=64"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hyperlink" Target="../Resources/ACCESS-Tools/books/ACCESS-Trades-Numeracy-Textbook.pdf#page=64" TargetMode="External"/><Relationship Id="rId6" Type="http://schemas.openxmlformats.org/officeDocument/2006/relationships/hyperlink" Target="../Resources/ACCESS-Tools/books/ACCESS-Trades-Numeracy-Exercise-Book.pdf#page=2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3.png"/><Relationship Id="rId4" Type="http://schemas.openxmlformats.org/officeDocument/2006/relationships/hyperlink" Target="../Resources/ACCESS-Tools/books/ACCESS-Trades-Numeracy-Textbook.pdf#page=64"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hyperlink" Target="../Resources/ACCESS-Tools/books/ACCESS-Trades-Numeracy-Textbook.pdf#page=64"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hyperlink" Target="../Resources/ACCESS-Tools/books/ACCESS-Trades-Numeracy-Textbook.pdf#page=64" TargetMode="External"/><Relationship Id="rId6" Type="http://schemas.openxmlformats.org/officeDocument/2006/relationships/hyperlink" Target="../Resources/ACCESS-Tools/books/ACCESS-Trades-Numeracy-Exercise-Book.pdf#page=2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3.png"/><Relationship Id="rId4" Type="http://schemas.openxmlformats.org/officeDocument/2006/relationships/hyperlink" Target="../Resources/ACCESS-Tools/books/ACCESS-Trades-Numeracy-Textbook.pdf#page=64"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ACCESS  /  CARPENTRY FOUNDATION  /  INTAKE 141</a:t>
            </a:r>
          </a:p>
        </p:txBody>
      </p:sp>
      <p:sp>
        <p:nvSpPr>
          <p:cNvPr id="3" name="TextBox 2"/>
          <p:cNvSpPr txBox="1"/>
          <p:nvPr/>
        </p:nvSpPr>
        <p:spPr>
          <a:xfrm>
            <a:off x="612648" y="1143000"/>
            <a:ext cx="10789920" cy="64008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t>Day 08  |  Monday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t>November 9, 2026</a:t>
            </a:r>
          </a:p>
        </p:txBody>
      </p:sp>
      <p:sp>
        <p:nvSpPr>
          <p:cNvPr id="5" name="Rectangle 4"/>
          <p:cNvSpPr/>
          <p:nvPr/>
        </p:nvSpPr>
        <p:spPr>
          <a:xfrm>
            <a:off x="612648" y="2633472"/>
            <a:ext cx="109728" cy="2194560"/>
          </a:xfrm>
          <a:prstGeom prst="rect">
            <a:avLst/>
          </a:prstGeom>
          <a:solidFill>
            <a:srgbClr val="D2181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Adding fractional lengths</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Subtracting and regrouping fractions</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t>Week 3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5" name="TextBox 14"/>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6" name="TextBox 15"/>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7" name="TextBox 16"/>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8" name="TextBox 17"/>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08  •  2026-11-09  •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t>DAY 08  /  WEEK 3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12:45 PM–2:00 PM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Adding fractional lengths</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12:45 PM–12:50 PM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12:50 PM–12:55 PM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12:55 PM–1:10 PM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1:10 PM–1:25 PM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 PM–1:45 PM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1:45 PM–1:55 PM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1:55 PM–2:00 PM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Math  •  Math Week 3, Lesson 1</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2:15 PM–3:30 PM  •  75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Subtracting and regrouping fractions</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2:15 PM–2:20 PM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2:20 PM–2:25 PM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2:25 PM–2:40 PM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2:40 PM–2:55 PM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2:55 PM–3:15 PM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20</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3:15 PM–3:25 PM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3:25 PM–3:30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Math  •  Math Week 3, Lesson 2</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4" name="Rectangle 5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55" name="TextBox 5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56" name="TextBox 5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57" name="TextBox 5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58" name="TextBox 5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59" name="TextBox 5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08  •  2026-11-09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W03-L01  •  START  •  12:45 PM–12:50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Adding fractional lengths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pp.59–66</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Add fractional and mixed-inch lengths using a common denominator.</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Name one use for today’s skill.</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Chapter 4 pp.59–66</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Exercise Book 4A Q14 (p.26); 4B Q2–3 (p.27)</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08  •  2026-11-09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W03-L01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pp.59–66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Retrieve equivalent fractions and ask how many sixteenths make one whole.</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Q14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08  •  2026-11-09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Add equal-sized fractional parts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pp.59–66</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Choose a common denominator before adding fractional lengths.</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Rename each fraction using that denominator.</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Add numerators and whole-number parts; do not add denominators.</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 strip diagram joins the lengths end to end to show the total.</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08  •  2026-11-09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Carry a complete set into the whole number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pp.59–66</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When the numerator reaches the denominator, the fraction contains a whole unit.</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Move each complete whole into the whole-number part.</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Keep the remaining fractional part and simplify it.</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Check that the total is longer than either positive piece being added.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08  •  2026-11-09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CA"/>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t>W03-L01  •  TEACH  •  12:55 PM–1:10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000000"/>
                </a:solidFill>
                <a:latin typeface="Arial" pitchFamily="34" charset="0"/>
                <a:ea typeface="Arial" pitchFamily="34" charset="-122"/>
                <a:cs typeface="Arial" pitchFamily="34" charset="-120"/>
              </a:rPr>
              <a:t>Regroup a full set into one whole</a:t>
            </a:r>
            <a:endParaRPr lang="en-US" sz="3000" dirty="0"/>
          </a:p>
        </p:txBody>
      </p:sp>
      <p:sp>
        <p:nvSpPr>
          <p:cNvPr id="5" name="Text 3"/>
          <p:cNvSpPr/>
          <p:nvPr/>
        </p:nvSpPr>
        <p:spPr>
          <a:xfrm>
            <a:off x="609585" y="1762125"/>
            <a:ext cx="10972526" cy="853380"/>
          </a:xfrm>
          <a:prstGeom prst="rect">
            <a:avLst/>
          </a:prstGeom>
          <a:noFill/>
          <a:ln/>
        </p:spPr>
        <p:txBody>
          <a:bodyPr wrap="square" lIns="0" tIns="0" rIns="0" bIns="0" rtlCol="0" anchor="t"/>
          <a:lstStyle/>
          <a:p>
            <a:pPr marL="0" indent="0" algn="l">
              <a:buNone/>
            </a:pPr>
            <a:r>
              <a:rPr lang="en-US" sz="2400" dirty="0">
                <a:solidFill>
                  <a:srgbClr val="000000"/>
                </a:solidFill>
                <a:latin typeface="Arial" pitchFamily="34" charset="0"/>
                <a:ea typeface="Arial" pitchFamily="34" charset="-122"/>
                <a:cs typeface="Arial" pitchFamily="34" charset="-120"/>
              </a:rPr>
              <a:t>2 5/8 + 1 7/8 = 3 12/8</a:t>
            </a:r>
            <a:endParaRPr lang="en-US" sz="2400" dirty="0"/>
          </a:p>
          <a:p>
            <a:pPr marL="0" indent="0" algn="l">
              <a:buNone/>
            </a:pPr>
            <a:r>
              <a:rPr lang="en-US" sz="2400" dirty="0">
                <a:solidFill>
                  <a:srgbClr val="000000"/>
                </a:solidFill>
                <a:latin typeface="Arial" pitchFamily="34" charset="0"/>
                <a:ea typeface="Arial" pitchFamily="34" charset="-122"/>
                <a:cs typeface="Arial" pitchFamily="34" charset="-120"/>
              </a:rPr>
              <a:t>= 3 + 1 + 4/8 = 4 1/2 in</a:t>
            </a:r>
            <a:endParaRPr lang="en-US" sz="2400" dirty="0"/>
          </a:p>
        </p:txBody>
      </p:sp>
      <p:sp>
        <p:nvSpPr>
          <p:cNvPr id="6" name="Text 4"/>
          <p:cNvSpPr/>
          <p:nvPr/>
        </p:nvSpPr>
        <p:spPr>
          <a:xfrm>
            <a:off x="609585" y="3143250"/>
            <a:ext cx="10972526" cy="639961"/>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Twelve eighths contain one whole inch and four eighths.</a:t>
            </a:r>
            <a:endParaRPr lang="en-US" sz="1800" dirty="0"/>
          </a:p>
          <a:p>
            <a:pPr marL="0" indent="0" algn="l">
              <a:buNone/>
            </a:pPr>
            <a:r>
              <a:rPr lang="en-US" sz="1800" dirty="0">
                <a:solidFill>
                  <a:srgbClr val="000000"/>
                </a:solidFill>
                <a:latin typeface="Arial" pitchFamily="34" charset="0"/>
                <a:ea typeface="Arial" pitchFamily="34" charset="-122"/>
                <a:cs typeface="Arial" pitchFamily="34" charset="-120"/>
              </a:rPr>
              <a:t>Check: 2.625 + 1.875 = 4.5 in.</a:t>
            </a:r>
            <a:endParaRPr lang="en-US" sz="1800" dirty="0"/>
          </a:p>
        </p:txBody>
      </p:sp>
      <p:sp>
        <p:nvSpPr>
          <p:cNvPr id="7" name="Text 5"/>
          <p:cNvSpPr/>
          <p:nvPr/>
        </p:nvSpPr>
        <p:spPr>
          <a:xfrm>
            <a:off x="609585" y="4524375"/>
            <a:ext cx="10972526" cy="959941"/>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Together • Solve 4A Q14(a), then 4B Q2.</a:t>
            </a:r>
            <a:endParaRPr lang="en-US" sz="1800" dirty="0"/>
          </a:p>
          <a:p>
            <a:pPr marL="0" indent="0" algn="l">
              <a:buNone/>
            </a:pPr>
            <a:r>
              <a:rPr lang="en-US" sz="1800" dirty="0">
                <a:solidFill>
                  <a:srgbClr val="000000"/>
                </a:solidFill>
                <a:latin typeface="Arial" pitchFamily="34" charset="0"/>
                <a:ea typeface="Arial" pitchFamily="34" charset="-122"/>
                <a:cs typeface="Arial" pitchFamily="34" charset="-120"/>
              </a:rPr>
              <a:t>Draw adjoining labelled strips. Explain the carry into the whole number before checking with Numeracy Hub Calculator.</a:t>
            </a:r>
            <a:endParaRPr lang="en-US" sz="1800" dirty="0"/>
          </a:p>
        </p:txBody>
      </p:sp>
      <p:sp>
        <p:nvSpPr>
          <p:cNvPr id="8" name="Text 6"/>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000000"/>
                </a:solidFill>
                <a:latin typeface="Arial" pitchFamily="34" charset="0"/>
                <a:ea typeface="Arial" pitchFamily="34" charset="-122"/>
                <a:cs typeface="Arial" pitchFamily="34" charset="-120"/>
              </a:rPr>
              <a:t>Math Week 3 L1 • Classroom example • Shape Canvas inch labels support the written sum</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08  •  2026-11-09  •  07</a:t>
            </a:r>
          </a:p>
        </p:txBody>
      </p:sp>
    </p:spTree>
    <p:extLst>
      <p:ext uri="{BB962C8B-B14F-4D97-AF65-F5344CB8AC3E}">
        <p14:creationId xmlns:p14="http://schemas.microsoft.com/office/powerpoint/2010/main" val="1186088616"/>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65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pp.59–66</a:t>
            </a:r>
          </a:p>
        </p:txBody>
      </p:sp>
      <p:pic>
        <p:nvPicPr>
          <p:cNvPr id="5" name="Picture 4" descr="W03-L01.png"/>
          <p:cNvPicPr>
            <a:picLocks noChangeAspect="1"/>
          </p:cNvPicPr>
          <p:nvPr/>
        </p:nvPicPr>
        <p:blipFill>
          <a:blip r:embed="rId3"/>
          <a:stretch>
            <a:fillRect/>
          </a:stretch>
        </p:blipFill>
        <p:spPr>
          <a:xfrm>
            <a:off x="685800" y="1866243"/>
            <a:ext cx="10698480" cy="371987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Textbook p.65 · Figure 4.9: adjoining mixed-inch lengths.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08  •  2026-11-09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65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pp.59–66</a:t>
            </a:r>
          </a:p>
        </p:txBody>
      </p:sp>
      <p:pic>
        <p:nvPicPr>
          <p:cNvPr id="5" name="Picture 4" descr="W03-L01-2.png"/>
          <p:cNvPicPr>
            <a:picLocks noChangeAspect="1"/>
          </p:cNvPicPr>
          <p:nvPr/>
        </p:nvPicPr>
        <p:blipFill>
          <a:blip r:embed="rId3"/>
          <a:stretch>
            <a:fillRect/>
          </a:stretch>
        </p:blipFill>
        <p:spPr>
          <a:xfrm>
            <a:off x="685800" y="2250144"/>
            <a:ext cx="10698480" cy="295207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Textbook p.65 · Example 4.9: carry a whole from the fractional total.</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08  •  2026-11-09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pp.59–66</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A learner writes 1/2 + 1/4 = 2/6. Why cannot the denominators be added?</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The parts have different sizes. Rename 1/2 as 2/4; then 2/4 + 1/4 = 3/4.</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08  •  2026-11-09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W03-L01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pp.59–66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Solve 4A question 14(a), then 4B question 2 with a labelled strip diagram.</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Q14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08  •  2026-11-09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W03-L01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Guided practice  |  4A Q14a</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pp.59–66</a:t>
            </a:r>
          </a:p>
        </p:txBody>
      </p:sp>
      <p:pic>
        <p:nvPicPr>
          <p:cNvPr id="5" name="Picture 4" descr="4A-Q14a.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08  •  2026-11-09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W03-L01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Compare your method  |  4A Q14a</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pp.59–66</a:t>
            </a:r>
          </a:p>
        </p:txBody>
      </p:sp>
      <p:pic>
        <p:nvPicPr>
          <p:cNvPr id="5" name="Picture 4" descr="4A-Q14a.png"/>
          <p:cNvPicPr>
            <a:picLocks noChangeAspect="1"/>
          </p:cNvPicPr>
          <p:nvPr/>
        </p:nvPicPr>
        <p:blipFill>
          <a:blip r:embed="rId3"/>
          <a:stretch>
            <a:fillRect/>
          </a:stretch>
        </p:blipFill>
        <p:spPr>
          <a:xfrm>
            <a:off x="685800" y="2015744"/>
            <a:ext cx="10698480" cy="1043431"/>
          </a:xfrm>
          <a:prstGeom prst="rect">
            <a:avLst/>
          </a:prstGeom>
        </p:spPr>
      </p:pic>
      <p:sp>
        <p:nvSpPr>
          <p:cNvPr id="6" name="TextBox 5"/>
          <p:cNvSpPr txBox="1"/>
          <p:nvPr/>
        </p:nvSpPr>
        <p:spPr>
          <a:xfrm>
            <a:off x="685800" y="3611880"/>
            <a:ext cx="164592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a:t>(a)  1 1/16</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08  •  2026-11-09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pp.59–66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Complete 4A question 14(b) and 4B question 3. Draw the lengths or layers and show the written addition before calculator checking.</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Q14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08  •  2026-11-09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pp.59–66</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08  •  2026-11-09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pp.59–66</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Supported: In Shape Canvas, label adjoining rectangles in inches for 4A Q14(a) or 4B Q2.</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Independent practice: Draw the lengths or layers for 4A Q14(b) and 4B Q3; write the full sum.</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Independent checking: Use Numeracy Hub Calculator after the sum; explain any carry into whole inches.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08  •  2026-11-09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4A Q14b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pp.59–66</a:t>
            </a:r>
          </a:p>
        </p:txBody>
      </p:sp>
      <p:pic>
        <p:nvPicPr>
          <p:cNvPr id="5" name="Picture 4" descr="4A-Q14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08  •  2026-11-09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4B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pp.59–66</a:t>
            </a:r>
          </a:p>
        </p:txBody>
      </p:sp>
      <p:pic>
        <p:nvPicPr>
          <p:cNvPr id="5" name="Picture 4" descr="4B-Q3.png"/>
          <p:cNvPicPr>
            <a:picLocks noChangeAspect="1"/>
          </p:cNvPicPr>
          <p:nvPr/>
        </p:nvPicPr>
        <p:blipFill>
          <a:blip r:embed="rId3"/>
          <a:stretch>
            <a:fillRect/>
          </a:stretch>
        </p:blipFill>
        <p:spPr>
          <a:xfrm>
            <a:off x="685800" y="2820416"/>
            <a:ext cx="10698480" cy="1518919"/>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08  •  2026-11-09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W03-L01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pp.59–66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Redo 4A question 14(b) and explain the carry into the whole number.</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Q14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08  •  2026-11-09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W03-L01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4A Q14b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pp.59–66</a:t>
            </a:r>
          </a:p>
        </p:txBody>
      </p:sp>
      <p:pic>
        <p:nvPicPr>
          <p:cNvPr id="5" name="Picture 4" descr="4A-Q14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08  •  2026-11-09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W03-L01  •  WRAP UP  •  1:55 PM–2:00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pp.59–66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Share one learning point and one skill to practise next.</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Q14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08  •  2026-11-09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DAY 08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t>2:00 PM–2:15 PM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t>Return ready for: Subtracting and regrouping fractions</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08  •  2026-11-09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W03-L02  •  START  •  2:15 PM–2:20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Subtracting and regrouping fractions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pp.64–66</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Find a remaining or missing length by subtracting mixed numbers accurately.</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Name one use for today’s skill.</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Chapter 4 pp.64–66</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Exercise Book 4A Q15 (p.26); 4C Q1–3 (p.29)</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08  •  2026-11-09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W03-L02  •  RECALL  •  2:20 PM–2:25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pp.64–66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Explain how 5 can be written as 4 plus sixteenths. Retrieve one common-denominator example.</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Q15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08  •  2026-11-09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Regroup one whole without changing the length</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pp.64–66</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Match the denominators before subtracting.</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If the top fractional part is too small, rename one whole as fractional units.</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Reduce the whole-number part by one and add one denominator to the numerator.</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Subtract the equal-sized parts, then simplify the result.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08  •  2026-11-09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Use the overall dimension to check the remainder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pp.64–66</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Label the overall length and the known part or parts on a drawing.</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Subtract the known parts from the overall length.</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Add the found remainder back to the known parts.</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The reconstructed length must equal the original overall dimension.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08  •  2026-11-09  •  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CA"/>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t>W03-L02  •  TEACH  •  2:25 PM–2:40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000000"/>
                </a:solidFill>
                <a:latin typeface="Arial" pitchFamily="34" charset="0"/>
                <a:ea typeface="Arial" pitchFamily="34" charset="-122"/>
                <a:cs typeface="Arial" pitchFamily="34" charset="-120"/>
              </a:rPr>
              <a:t>Trade one whole for eight eighths</a:t>
            </a:r>
            <a:endParaRPr lang="en-US" sz="3000" dirty="0"/>
          </a:p>
        </p:txBody>
      </p:sp>
      <p:sp>
        <p:nvSpPr>
          <p:cNvPr id="5" name="Text 3"/>
          <p:cNvSpPr/>
          <p:nvPr/>
        </p:nvSpPr>
        <p:spPr>
          <a:xfrm>
            <a:off x="609585" y="1666875"/>
            <a:ext cx="10972526" cy="853380"/>
          </a:xfrm>
          <a:prstGeom prst="rect">
            <a:avLst/>
          </a:prstGeom>
          <a:noFill/>
          <a:ln/>
        </p:spPr>
        <p:txBody>
          <a:bodyPr wrap="square" lIns="0" tIns="0" rIns="0" bIns="0" rtlCol="0" anchor="t"/>
          <a:lstStyle/>
          <a:p>
            <a:pPr marL="0" indent="0" algn="l">
              <a:buNone/>
            </a:pPr>
            <a:r>
              <a:rPr lang="en-US" sz="2400" dirty="0">
                <a:solidFill>
                  <a:srgbClr val="000000"/>
                </a:solidFill>
                <a:latin typeface="Arial" pitchFamily="34" charset="0"/>
                <a:ea typeface="Arial" pitchFamily="34" charset="-122"/>
                <a:cs typeface="Arial" pitchFamily="34" charset="-120"/>
              </a:rPr>
              <a:t>5 1/4 − 2 7/8 = 5 2/8 − 2 7/8</a:t>
            </a:r>
            <a:endParaRPr lang="en-US" sz="2400" dirty="0"/>
          </a:p>
          <a:p>
            <a:pPr marL="0" indent="0" algn="l">
              <a:buNone/>
            </a:pPr>
            <a:r>
              <a:rPr lang="en-US" sz="2400" dirty="0">
                <a:solidFill>
                  <a:srgbClr val="000000"/>
                </a:solidFill>
                <a:latin typeface="Arial" pitchFamily="34" charset="0"/>
                <a:ea typeface="Arial" pitchFamily="34" charset="-122"/>
                <a:cs typeface="Arial" pitchFamily="34" charset="-120"/>
              </a:rPr>
              <a:t>= 4 10/8 − 2 7/8 = 2 3/8 in</a:t>
            </a:r>
            <a:endParaRPr lang="en-US" sz="2400" dirty="0"/>
          </a:p>
        </p:txBody>
      </p:sp>
      <p:sp>
        <p:nvSpPr>
          <p:cNvPr id="6" name="Text 4"/>
          <p:cNvSpPr/>
          <p:nvPr/>
        </p:nvSpPr>
        <p:spPr>
          <a:xfrm>
            <a:off x="609585" y="3143250"/>
            <a:ext cx="10972526" cy="639961"/>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Check: 2 3/8 + 2 7/8 = 5 2/8 = 5 1/4 in.</a:t>
            </a:r>
            <a:endParaRPr lang="en-US" sz="1800" dirty="0"/>
          </a:p>
          <a:p>
            <a:pPr marL="0" indent="0" algn="l">
              <a:buNone/>
            </a:pPr>
            <a:r>
              <a:rPr lang="en-US" sz="1800" dirty="0">
                <a:solidFill>
                  <a:srgbClr val="000000"/>
                </a:solidFill>
                <a:latin typeface="Arial" pitchFamily="34" charset="0"/>
                <a:ea typeface="Arial" pitchFamily="34" charset="-122"/>
                <a:cs typeface="Arial" pitchFamily="34" charset="-120"/>
              </a:rPr>
              <a:t>The found remainder restores the original length.</a:t>
            </a:r>
            <a:endParaRPr lang="en-US" sz="1800" dirty="0"/>
          </a:p>
        </p:txBody>
      </p:sp>
      <p:sp>
        <p:nvSpPr>
          <p:cNvPr id="7" name="Text 5"/>
          <p:cNvSpPr/>
          <p:nvPr/>
        </p:nvSpPr>
        <p:spPr>
          <a:xfrm>
            <a:off x="609585" y="4524375"/>
            <a:ext cx="10972526" cy="959941"/>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Together • Solve 4A Q15(a) and 4C Q1 with a drawing.</a:t>
            </a:r>
            <a:endParaRPr lang="en-US" sz="1800" dirty="0"/>
          </a:p>
          <a:p>
            <a:pPr marL="0" indent="0" algn="l">
              <a:buNone/>
            </a:pPr>
            <a:r>
              <a:rPr lang="en-US" sz="1800" dirty="0">
                <a:solidFill>
                  <a:srgbClr val="000000"/>
                </a:solidFill>
                <a:latin typeface="Arial" pitchFamily="34" charset="0"/>
                <a:ea typeface="Arial" pitchFamily="34" charset="-122"/>
                <a:cs typeface="Arial" pitchFamily="34" charset="-120"/>
              </a:rPr>
              <a:t>Shape Canvas: show the overall length and known parts; hide the missing dimension until after the paper attempt.</a:t>
            </a:r>
            <a:endParaRPr lang="en-US" sz="1800" dirty="0"/>
          </a:p>
        </p:txBody>
      </p:sp>
      <p:sp>
        <p:nvSpPr>
          <p:cNvPr id="8" name="Text 6"/>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000000"/>
                </a:solidFill>
                <a:latin typeface="Arial" pitchFamily="34" charset="0"/>
                <a:ea typeface="Arial" pitchFamily="34" charset="-122"/>
                <a:cs typeface="Arial" pitchFamily="34" charset="-120"/>
              </a:rPr>
              <a:t>W3 L2 • Classroom example • Add-back checking is essential</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08  •  2026-11-09  •  27</a:t>
            </a:r>
          </a:p>
        </p:txBody>
      </p:sp>
    </p:spTree>
    <p:extLst>
      <p:ext uri="{BB962C8B-B14F-4D97-AF65-F5344CB8AC3E}">
        <p14:creationId xmlns:p14="http://schemas.microsoft.com/office/powerpoint/2010/main" val="2054976604"/>
      </p:ext>
    </p:extLst>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66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pp.64–66</a:t>
            </a:r>
          </a:p>
        </p:txBody>
      </p:sp>
      <p:pic>
        <p:nvPicPr>
          <p:cNvPr id="5" name="Picture 4" descr="W03-L02.png"/>
          <p:cNvPicPr>
            <a:picLocks noChangeAspect="1"/>
          </p:cNvPicPr>
          <p:nvPr/>
        </p:nvPicPr>
        <p:blipFill>
          <a:blip r:embed="rId3"/>
          <a:stretch>
            <a:fillRect/>
          </a:stretch>
        </p:blipFill>
        <p:spPr>
          <a:xfrm>
            <a:off x="685800" y="1847904"/>
            <a:ext cx="10698480" cy="375655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Textbook p.66 · Example 4.10: regroup a whole inch to find an offcut.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08  •  2026-11-09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66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pp.64–66</a:t>
            </a:r>
          </a:p>
        </p:txBody>
      </p:sp>
      <p:pic>
        <p:nvPicPr>
          <p:cNvPr id="5" name="Picture 4" descr="W03-L02-2.png"/>
          <p:cNvPicPr>
            <a:picLocks noChangeAspect="1"/>
          </p:cNvPicPr>
          <p:nvPr/>
        </p:nvPicPr>
        <p:blipFill>
          <a:blip r:embed="rId3"/>
          <a:stretch>
            <a:fillRect/>
          </a:stretch>
        </p:blipFill>
        <p:spPr>
          <a:xfrm>
            <a:off x="685800" y="3006302"/>
            <a:ext cx="10698480" cy="143975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Textbook p.66 · Add the remainder back to verify the original length.</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08  •  2026-11-09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pp.64–66</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In 5 1/4 − 2 7/8, can you subtract 7 eighths from 2 eighths without regrouping?</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Regroup first: 5 2/8 becomes 4 10/8. Now subtract the equal-sized parts, then check by adding back.</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08  •  2026-11-09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W03-L02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pp.64–66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Solve 4A question 15(a) and 4C question 1 with a drawing.</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Q15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08  •  2026-11-09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W03-L02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Guided practice  |  4A Q15a</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pp.64–66</a:t>
            </a:r>
          </a:p>
        </p:txBody>
      </p:sp>
      <p:pic>
        <p:nvPicPr>
          <p:cNvPr id="5" name="Picture 4" descr="4A-Q15a.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08  •  2026-11-09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W03-L02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Compare your method  |  4A Q15a</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pp.64–66</a:t>
            </a:r>
          </a:p>
        </p:txBody>
      </p:sp>
      <p:pic>
        <p:nvPicPr>
          <p:cNvPr id="5" name="Picture 4" descr="4A-Q15a.png"/>
          <p:cNvPicPr>
            <a:picLocks noChangeAspect="1"/>
          </p:cNvPicPr>
          <p:nvPr/>
        </p:nvPicPr>
        <p:blipFill>
          <a:blip r:embed="rId3"/>
          <a:stretch>
            <a:fillRect/>
          </a:stretch>
        </p:blipFill>
        <p:spPr>
          <a:xfrm>
            <a:off x="685800" y="2015744"/>
            <a:ext cx="10698480" cy="1043431"/>
          </a:xfrm>
          <a:prstGeom prst="rect">
            <a:avLst/>
          </a:prstGeom>
        </p:spPr>
      </p:pic>
      <p:sp>
        <p:nvSpPr>
          <p:cNvPr id="6" name="TextBox 5"/>
          <p:cNvSpPr txBox="1"/>
          <p:nvPr/>
        </p:nvSpPr>
        <p:spPr>
          <a:xfrm>
            <a:off x="685800" y="3611880"/>
            <a:ext cx="164592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a:t>(a)  3 5/16</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08  •  2026-11-09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pp.64–66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Complete 4A question 15(b) and 4C questions 2–3. Add the found piece back to the known parts to verify the overall length.</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Q15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08  •  2026-11-09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pp.64–66</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08  •  2026-11-09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pp.64–66</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Supported: In Shape Canvas, show the overall length and known parts for the scheduled drawing.</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Independent practice: Hide the missing dimension and solve it on paper before revealing a value.</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Independent checking: Add the found piece to the known parts and verify the overall length.</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08  •  2026-11-09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4A Q15b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pp.64–66</a:t>
            </a:r>
          </a:p>
        </p:txBody>
      </p:sp>
      <p:pic>
        <p:nvPicPr>
          <p:cNvPr id="5" name="Picture 4" descr="4A-Q15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08  •  2026-11-09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4C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pp.64–66</a:t>
            </a:r>
          </a:p>
        </p:txBody>
      </p:sp>
      <p:pic>
        <p:nvPicPr>
          <p:cNvPr id="5" name="Picture 4" descr="4C-Q2.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08  •  2026-11-09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W03-L02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pp.64–66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Complete 4A question 15(b) and 4C question 3 independently.</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Q15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08  •  2026-11-09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W03-L02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4A Q15b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pp.64–66</a:t>
            </a:r>
          </a:p>
        </p:txBody>
      </p:sp>
      <p:pic>
        <p:nvPicPr>
          <p:cNvPr id="5" name="Picture 4" descr="4A-Q15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08  •  2026-11-09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W03-L02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4C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pp.64–66</a:t>
            </a:r>
          </a:p>
        </p:txBody>
      </p:sp>
      <p:pic>
        <p:nvPicPr>
          <p:cNvPr id="5" name="Picture 4" descr="4C-Q3.png"/>
          <p:cNvPicPr>
            <a:picLocks noChangeAspect="1"/>
          </p:cNvPicPr>
          <p:nvPr/>
        </p:nvPicPr>
        <p:blipFill>
          <a:blip r:embed="rId3"/>
          <a:stretch>
            <a:fillRect/>
          </a:stretch>
        </p:blipFill>
        <p:spPr>
          <a:xfrm>
            <a:off x="1076357" y="1773936"/>
            <a:ext cx="9917365"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08  •  2026-11-09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W03-L02  •  WRAP UP  •  3:25 PM–3:30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pp.64–66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Share one learning point and one skill to practise next.</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Q15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08  •  2026-11-09  •  42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37</TotalTime>
  <Words>19960</Words>
  <Application>Microsoft Office PowerPoint</Application>
  <PresentationFormat>Widescreen</PresentationFormat>
  <Paragraphs>2040</Paragraphs>
  <Slides>165</Slides>
  <Notes>165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165</vt:i4>
      </vt:variant>
    </vt:vector>
  </HeadingPairs>
  <TitlesOfParts>
    <vt:vector size="168"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ACCESS Carpentry Math | Full Day 08 | 2026-11-09</dc:title>
  <dc:creator>ACCESS Trades</dc:creator>
  <cp:lastModifiedBy>Gabriel Ostrowidzki</cp:lastModifiedBy>
  <cp:revision>3</cp:revision>
  <dcterms:created xsi:type="dcterms:W3CDTF">2026-10-19T18:44:52Z</dcterms:created>
  <dcterms:modified xsi:type="dcterms:W3CDTF">2026-10-19T19:22:04Z</dcterms:modified>
  <dc:subject>Adding fractional lengths; Subtracting and regrouping fractions</dc:subject>
</cp:coreProperties>
</file>