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7"/>
  </p:notesMasterIdLst>
  <p:sldIdLst>
    <p:sldId id="435" r:id="rId172"/>
    <p:sldId id="436" r:id="rId173"/>
    <p:sldId id="437" r:id="rId174"/>
    <p:sldId id="438" r:id="rId175"/>
    <p:sldId id="439" r:id="rId176"/>
    <p:sldId id="440" r:id="rId177"/>
    <p:sldId id="317" r:id="rId50"/>
    <p:sldId id="441" r:id="rId178"/>
    <p:sldId id="442" r:id="rId179"/>
    <p:sldId id="443" r:id="rId180"/>
    <p:sldId id="444" r:id="rId181"/>
    <p:sldId id="445" r:id="rId182"/>
    <p:sldId id="446" r:id="rId183"/>
    <p:sldId id="447" r:id="rId184"/>
    <p:sldId id="448" r:id="rId185"/>
    <p:sldId id="449" r:id="rId186"/>
    <p:sldId id="450" r:id="rId187"/>
    <p:sldId id="451" r:id="rId188"/>
    <p:sldId id="452" r:id="rId189"/>
    <p:sldId id="453" r:id="rId190"/>
    <p:sldId id="454" r:id="rId191"/>
    <p:sldId id="455" r:id="rId192"/>
    <p:sldId id="456" r:id="rId193"/>
    <p:sldId id="457" r:id="rId194"/>
    <p:sldId id="458" r:id="rId195"/>
    <p:sldId id="459" r:id="rId196"/>
    <p:sldId id="320" r:id="rId53"/>
    <p:sldId id="460" r:id="rId197"/>
    <p:sldId id="461" r:id="rId198"/>
    <p:sldId id="462" r:id="rId199"/>
    <p:sldId id="463" r:id="rId200"/>
    <p:sldId id="464" r:id="rId201"/>
    <p:sldId id="465" r:id="rId202"/>
    <p:sldId id="466" r:id="rId203"/>
    <p:sldId id="467" r:id="rId204"/>
    <p:sldId id="468" r:id="rId205"/>
    <p:sldId id="469" r:id="rId206"/>
    <p:sldId id="470" r:id="rId207"/>
    <p:sldId id="471" r:id="rId208"/>
    <p:sldId id="472" r:id="rId209"/>
    <p:sldId id="473" r:id="rId210"/>
    <p:sldId id="474" r:id="rId2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0520" autoAdjust="0"/>
  </p:normalViewPr>
  <p:slideViewPr>
    <p:cSldViewPr snapToGrid="0">
      <p:cViewPr varScale="1">
        <p:scale>
          <a:sx n="65" d="100"/>
          <a:sy n="65" d="100"/>
        </p:scale>
        <p:origin x="2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0" Type="http://schemas.openxmlformats.org/officeDocument/2006/relationships/slide" Target="slides/slide7.xml"/><Relationship Id="rId53" Type="http://schemas.openxmlformats.org/officeDocument/2006/relationships/slide" Target="slides/slide27.xml"/><Relationship Id="rId167" Type="http://schemas.openxmlformats.org/officeDocument/2006/relationships/notesMaster" Target="notesMasters/notesMaster1.xml"/><Relationship Id="rId168" Type="http://schemas.openxmlformats.org/officeDocument/2006/relationships/presProps" Target="presProps.xml"/><Relationship Id="rId169" Type="http://schemas.openxmlformats.org/officeDocument/2006/relationships/viewProps" Target="viewProps.xml"/><Relationship Id="rId170" Type="http://schemas.openxmlformats.org/officeDocument/2006/relationships/theme" Target="theme/theme1.xml"/><Relationship Id="rId171" Type="http://schemas.openxmlformats.org/officeDocument/2006/relationships/tableStyles" Target="tableStyles.xml"/><Relationship Id="rId172" Type="http://schemas.openxmlformats.org/officeDocument/2006/relationships/slide" Target="slides/slide1.xml"/><Relationship Id="rId173" Type="http://schemas.openxmlformats.org/officeDocument/2006/relationships/slide" Target="slides/slide2.xml"/><Relationship Id="rId174" Type="http://schemas.openxmlformats.org/officeDocument/2006/relationships/slide" Target="slides/slide3.xml"/><Relationship Id="rId175" Type="http://schemas.openxmlformats.org/officeDocument/2006/relationships/slide" Target="slides/slide4.xml"/><Relationship Id="rId176" Type="http://schemas.openxmlformats.org/officeDocument/2006/relationships/slide" Target="slides/slide5.xml"/><Relationship Id="rId177" Type="http://schemas.openxmlformats.org/officeDocument/2006/relationships/slide" Target="slides/slide6.xml"/><Relationship Id="rId178" Type="http://schemas.openxmlformats.org/officeDocument/2006/relationships/slide" Target="slides/slide8.xml"/><Relationship Id="rId179" Type="http://schemas.openxmlformats.org/officeDocument/2006/relationships/slide" Target="slides/slide9.xml"/><Relationship Id="rId180" Type="http://schemas.openxmlformats.org/officeDocument/2006/relationships/slide" Target="slides/slide10.xml"/><Relationship Id="rId181" Type="http://schemas.openxmlformats.org/officeDocument/2006/relationships/slide" Target="slides/slide11.xml"/><Relationship Id="rId182" Type="http://schemas.openxmlformats.org/officeDocument/2006/relationships/slide" Target="slides/slide12.xml"/><Relationship Id="rId183" Type="http://schemas.openxmlformats.org/officeDocument/2006/relationships/slide" Target="slides/slide13.xml"/><Relationship Id="rId184" Type="http://schemas.openxmlformats.org/officeDocument/2006/relationships/slide" Target="slides/slide14.xml"/><Relationship Id="rId185" Type="http://schemas.openxmlformats.org/officeDocument/2006/relationships/slide" Target="slides/slide15.xml"/><Relationship Id="rId186" Type="http://schemas.openxmlformats.org/officeDocument/2006/relationships/slide" Target="slides/slide16.xml"/><Relationship Id="rId187" Type="http://schemas.openxmlformats.org/officeDocument/2006/relationships/slide" Target="slides/slide17.xml"/><Relationship Id="rId188" Type="http://schemas.openxmlformats.org/officeDocument/2006/relationships/slide" Target="slides/slide18.xml"/><Relationship Id="rId189" Type="http://schemas.openxmlformats.org/officeDocument/2006/relationships/slide" Target="slides/slide19.xml"/><Relationship Id="rId190" Type="http://schemas.openxmlformats.org/officeDocument/2006/relationships/slide" Target="slides/slide20.xml"/><Relationship Id="rId191" Type="http://schemas.openxmlformats.org/officeDocument/2006/relationships/slide" Target="slides/slide21.xml"/><Relationship Id="rId192" Type="http://schemas.openxmlformats.org/officeDocument/2006/relationships/slide" Target="slides/slide22.xml"/><Relationship Id="rId193" Type="http://schemas.openxmlformats.org/officeDocument/2006/relationships/slide" Target="slides/slide23.xml"/><Relationship Id="rId194" Type="http://schemas.openxmlformats.org/officeDocument/2006/relationships/slide" Target="slides/slide24.xml"/><Relationship Id="rId195" Type="http://schemas.openxmlformats.org/officeDocument/2006/relationships/slide" Target="slides/slide25.xml"/><Relationship Id="rId196" Type="http://schemas.openxmlformats.org/officeDocument/2006/relationships/slide" Target="slides/slide26.xml"/><Relationship Id="rId197" Type="http://schemas.openxmlformats.org/officeDocument/2006/relationships/slide" Target="slides/slide28.xml"/><Relationship Id="rId198" Type="http://schemas.openxmlformats.org/officeDocument/2006/relationships/slide" Target="slides/slide29.xml"/><Relationship Id="rId199" Type="http://schemas.openxmlformats.org/officeDocument/2006/relationships/slide" Target="slides/slide30.xml"/><Relationship Id="rId200" Type="http://schemas.openxmlformats.org/officeDocument/2006/relationships/slide" Target="slides/slide31.xml"/><Relationship Id="rId201" Type="http://schemas.openxmlformats.org/officeDocument/2006/relationships/slide" Target="slides/slide32.xml"/><Relationship Id="rId202" Type="http://schemas.openxmlformats.org/officeDocument/2006/relationships/slide" Target="slides/slide33.xml"/><Relationship Id="rId203" Type="http://schemas.openxmlformats.org/officeDocument/2006/relationships/slide" Target="slides/slide34.xml"/><Relationship Id="rId204" Type="http://schemas.openxmlformats.org/officeDocument/2006/relationships/slide" Target="slides/slide35.xml"/><Relationship Id="rId205" Type="http://schemas.openxmlformats.org/officeDocument/2006/relationships/slide" Target="slides/slide36.xml"/><Relationship Id="rId206" Type="http://schemas.openxmlformats.org/officeDocument/2006/relationships/slide" Target="slides/slide37.xml"/><Relationship Id="rId207" Type="http://schemas.openxmlformats.org/officeDocument/2006/relationships/slide" Target="slides/slide38.xml"/><Relationship Id="rId208" Type="http://schemas.openxmlformats.org/officeDocument/2006/relationships/slide" Target="slides/slide39.xml"/><Relationship Id="rId209" Type="http://schemas.openxmlformats.org/officeDocument/2006/relationships/slide" Target="slides/slide40.xml"/><Relationship Id="rId210" Type="http://schemas.openxmlformats.org/officeDocument/2006/relationships/slide" Target="slides/slide41.xml"/><Relationship Id="rId211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A43CA-EE69-4B9A-80F8-91B7489D0DD8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9165C-7370-4B52-8859-B50CCB8935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8613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W03-L01 | 2026-11-09 | 12:45 PM–2:00 PM | 75 minutes</a:t>
            </a:r>
          </a:p>
          <a:p>
            <a:r>
              <a:t>Adding fractional lengths</a:t>
            </a:r>
          </a:p>
          <a:p>
            <a:r>
              <a:t>Mode: Math</a:t>
            </a:r>
          </a:p>
          <a:p>
            <a:r>
              <a:t>Goal: Add fractional and mixed-inch lengths using a common denominator.</a:t>
            </a:r>
          </a:p>
          <a:p>
            <a:r>
              <a:t>Read: Textbook Chapter 4 pp.59–66</a:t>
            </a:r>
          </a:p>
          <a:p>
            <a:r>
              <a:t>Practise: Exercise Book 4A Q14 (p.26); 4B Q2–3 (p.27)</a:t>
            </a:r>
          </a:p>
          <a:p>
            <a:r>
              <a:t>Tool: Shape Canvas: label adjoining rectangles in inches. Use the Numeracy Hub Calculator after writing the sum.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Retrieve equivalent fractions and ask how many sixteenths make one whole.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a common denominator and carry a full group into the whole-number part. Connect the sum to adjoining pieces.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Solve 4A question 14(a), then 4B question 2 with a labelled strip diagram.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4A question 14(b) and 4B question 3. Draw the lengths or layers and show the written addition before calculator checking.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Redo 4A question 14(b) and explain the carry into the whole number.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14(b) = 10 5/16. 4B question 3 = 1 1/2 in. Answer Key page 13.</a:t>
            </a:r>
          </a:p>
          <a:p/>
          <a:p>
            <a:r>
              <a:t>Next: subtract lengths and regroup across a whole inch.</a:t>
            </a:r>
          </a:p>
          <a:p/>
          <a:p>
            <a:r>
              <a:t>Keep activities within the allocated phase time.</a:t>
            </a:r>
          </a:p>
          <a:p>
            <a:r>
              <a:t>Use this worked example within the scheduled Teach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  <a:p>
            <a:r>
              <a:t>Use this worked example within the scheduled Teach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today’s math topics and review the timetable.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W03-L01 | 2026-11-09 | 12:45 PM–2:00 PM | 75 minutes</a:t>
            </a:r>
          </a:p>
          <a:p>
            <a:r>
              <a:t>Adding fractional lengths</a:t>
            </a:r>
          </a:p>
          <a:p>
            <a:r>
              <a:t>Mode: Math</a:t>
            </a:r>
          </a:p>
          <a:p>
            <a:r>
              <a:t>Goal: Add fractional and mixed-inch lengths using a common denominator.</a:t>
            </a:r>
          </a:p>
          <a:p>
            <a:r>
              <a:t>Read: Textbook Chapter 4 pp.59–66</a:t>
            </a:r>
          </a:p>
          <a:p>
            <a:r>
              <a:t>Practise: Exercise Book 4A Q14 (p.26); 4B Q2–3 (p.27)</a:t>
            </a:r>
          </a:p>
          <a:p>
            <a:r>
              <a:t>Tool: Shape Canvas: label adjoining rectangles in inches. Use the Numeracy Hub Calculator after writing the sum.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Retrieve equivalent fractions and ask how many sixteenths make one whole.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a common denominator and carry a full group into the whole-number part. Connect the sum to adjoining pieces.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Solve 4A question 14(a), then 4B question 2 with a labelled strip diagram.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4A question 14(b) and 4B question 3. Draw the lengths or layers and show the written addition before calculator checking.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Redo 4A question 14(b) and explain the carry into the whole number.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14(b) = 10 5/16. 4B question 3 = 1 1/2 in. Answer Key page 13.</a:t>
            </a:r>
          </a:p>
          <a:p/>
          <a:p>
            <a:r>
              <a:t>Next: subtract lengths and regroup across a whole inch.</a:t>
            </a:r>
          </a:p>
          <a:p/>
          <a:p>
            <a:r>
              <a:t>Keep activities within the allocated phase time.</a:t>
            </a:r>
          </a:p>
          <a:p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W03-L01 | 2026-11-09 | 12:45 PM–2:00 PM | 75 minutes</a:t>
            </a:r>
          </a:p>
          <a:p>
            <a:r>
              <a:t>Adding fractional lengths</a:t>
            </a:r>
          </a:p>
          <a:p>
            <a:r>
              <a:t>Mode: Math</a:t>
            </a:r>
          </a:p>
          <a:p>
            <a:r>
              <a:t>Goal: Add fractional and mixed-inch lengths using a common denominator.</a:t>
            </a:r>
          </a:p>
          <a:p>
            <a:r>
              <a:t>Read: Textbook Chapter 4 pp.59–66</a:t>
            </a:r>
          </a:p>
          <a:p>
            <a:r>
              <a:t>Practise: Exercise Book 4A Q14 (p.26); 4B Q2–3 (p.27)</a:t>
            </a:r>
          </a:p>
          <a:p>
            <a:r>
              <a:t>Tool: Shape Canvas: label adjoining rectangles in inches. Use the Numeracy Hub Calculator after writing the sum.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Retrieve equivalent fractions and ask how many sixteenths make one whole.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a common denominator and carry a full group into the whole-number part. Connect the sum to adjoining pieces.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Solve 4A question 14(a), then 4B question 2 with a labelled strip diagram.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4A question 14(b) and 4B question 3. Draw the lengths or layers and show the written addition before calculator checking.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Redo 4A question 14(b) and explain the carry into the whole number.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14(b) = 10 5/16. 4B question 3 = 1 1/2 in. Answer Key page 13.</a:t>
            </a:r>
          </a:p>
          <a:p/>
          <a:p>
            <a:r>
              <a:t>Next: subtract lengths and regroup across a whole inch.</a:t>
            </a:r>
          </a:p>
          <a:p/>
          <a:p>
            <a:r>
              <a:t>Keep activities within the allocated phase time.</a:t>
            </a:r>
          </a:p>
          <a:p>
            <a:r>
              <a:t>PHASE TIMING: Start, 12:45 PM–12:50 PM. All slides with this phase share these 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W03-L01 | 2026-11-09 | 12:45 PM–2:00 PM | 75 minutes</a:t>
            </a:r>
          </a:p>
          <a:p>
            <a:r>
              <a:t>Adding fractional lengths</a:t>
            </a:r>
          </a:p>
          <a:p>
            <a:r>
              <a:t>Mode: Math</a:t>
            </a:r>
          </a:p>
          <a:p>
            <a:r>
              <a:t>Goal: Add fractional and mixed-inch lengths using a common denominator.</a:t>
            </a:r>
          </a:p>
          <a:p>
            <a:r>
              <a:t>Read: Textbook Chapter 4 pp.59–66</a:t>
            </a:r>
          </a:p>
          <a:p>
            <a:r>
              <a:t>Practise: Exercise Book 4A Q14 (p.26); 4B Q2–3 (p.27)</a:t>
            </a:r>
          </a:p>
          <a:p>
            <a:r>
              <a:t>Tool: Shape Canvas: label adjoining rectangles in inches. Use the Numeracy Hub Calculator after writing the sum.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Retrieve equivalent fractions and ask how many sixteenths make one whole.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a common denominator and carry a full group into the whole-number part. Connect the sum to adjoining pieces.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Solve 4A question 14(a), then 4B question 2 with a labelled strip diagram.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4A question 14(b) and 4B question 3. Draw the lengths or layers and show the written addition before calculator checking.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Redo 4A question 14(b) and explain the carry into the whole number.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14(b) = 10 5/16. 4B question 3 = 1 1/2 in. Answer Key page 13.</a:t>
            </a:r>
          </a:p>
          <a:p/>
          <a:p>
            <a:r>
              <a:t>Next: subtract lengths and regroup across a whole inch.</a:t>
            </a:r>
          </a:p>
          <a:p/>
          <a:p>
            <a:r>
              <a:t>Keep activities within the allocated phase time.</a:t>
            </a:r>
          </a:p>
          <a:p>
            <a:r>
              <a:t>PHASE TIMING: Recall, 12:50 PM–12:55 PM. All slides with this phase share these 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W03-L01 | 2026-11-09 | 12:45 PM–2:00 PM | 75 minutes</a:t>
            </a:r>
          </a:p>
          <a:p>
            <a:r>
              <a:t>Adding fractional lengths</a:t>
            </a:r>
          </a:p>
          <a:p>
            <a:r>
              <a:t>Mode: Math</a:t>
            </a:r>
          </a:p>
          <a:p>
            <a:r>
              <a:t>Goal: Add fractional and mixed-inch lengths using a common denominator.</a:t>
            </a:r>
          </a:p>
          <a:p>
            <a:r>
              <a:t>Read: Textbook Chapter 4 pp.59–66</a:t>
            </a:r>
          </a:p>
          <a:p>
            <a:r>
              <a:t>Practise: Exercise Book 4A Q14 (p.26); 4B Q2–3 (p.27)</a:t>
            </a:r>
          </a:p>
          <a:p>
            <a:r>
              <a:t>Tool: Shape Canvas: label adjoining rectangles in inches. Use the Numeracy Hub Calculator after writing the sum.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Retrieve equivalent fractions and ask how many sixteenths make one whole.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a common denominator and carry a full group into the whole-number part. Connect the sum to adjoining pieces.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Solve 4A question 14(a), then 4B question 2 with a labelled strip diagram.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4A question 14(b) and 4B question 3. Draw the lengths or layers and show the written addition before calculator checking.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Redo 4A question 14(b) and explain the carry into the whole number.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14(b) = 10 5/16. 4B question 3 = 1 1/2 in. Answer Key page 13.</a:t>
            </a:r>
          </a:p>
          <a:p/>
          <a:p>
            <a:r>
              <a:t>Next: subtract lengths and regroup across a whole inch.</a:t>
            </a:r>
          </a:p>
          <a:p/>
          <a:p>
            <a:r>
              <a:t>Keep activities within the allocated phase time.</a:t>
            </a:r>
          </a:p>
          <a:p>
            <a:r>
              <a:t>PHASE TIMING: Teach, 12:55 PM–1:10 PM. All slides with this phase share these 15 minutes; do not restart the time allocation for each slide.</a:t>
            </a:r>
          </a:p>
          <a:p/>
          <a:p>
            <a:r>
              <a:t>Teaching references:</a:t>
            </a:r>
          </a:p>
          <a:p>
            <a:r>
              <a:t>Textbook Chapter 4 pp.59–66</a:t>
            </a:r>
          </a:p>
          <a:p>
            <a:r>
              <a:t>ACCESS Trades Numeracy Textbook, PDF/printed p.65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W03-L01 | 2026-11-09 | 12:45 PM–2:00 PM | 75 minutes</a:t>
            </a:r>
          </a:p>
          <a:p>
            <a:r>
              <a:t>Adding fractional lengths</a:t>
            </a:r>
          </a:p>
          <a:p>
            <a:r>
              <a:t>Mode: Math</a:t>
            </a:r>
          </a:p>
          <a:p>
            <a:r>
              <a:t>Goal: Add fractional and mixed-inch lengths using a common denominator.</a:t>
            </a:r>
          </a:p>
          <a:p>
            <a:r>
              <a:t>Read: Textbook Chapter 4 pp.59–66</a:t>
            </a:r>
          </a:p>
          <a:p>
            <a:r>
              <a:t>Practise: Exercise Book 4A Q14 (p.26); 4B Q2–3 (p.27)</a:t>
            </a:r>
          </a:p>
          <a:p>
            <a:r>
              <a:t>Tool: Shape Canvas: label adjoining rectangles in inches. Use the Numeracy Hub Calculator after writing the sum.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Retrieve equivalent fractions and ask how many sixteenths make one whole.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a common denominator and carry a full group into the whole-number part. Connect the sum to adjoining pieces.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Solve 4A question 14(a), then 4B question 2 with a labelled strip diagram.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4A question 14(b) and 4B question 3. Draw the lengths or layers and show the written addition before calculator checking.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Redo 4A question 14(b) and explain the carry into the whole number.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14(b) = 10 5/16. 4B question 3 = 1 1/2 in. Answer Key page 13.</a:t>
            </a:r>
          </a:p>
          <a:p/>
          <a:p>
            <a:r>
              <a:t>Next: subtract lengths and regroup across a whole inch.</a:t>
            </a:r>
          </a:p>
          <a:p/>
          <a:p>
            <a:r>
              <a:t>Keep activities within the allocated phase time.</a:t>
            </a:r>
          </a:p>
          <a:p>
            <a:r>
              <a:t>PHASE TIMING: Teach, 12:55 PM–1:10 PM. All slides with this phase share these 15 minutes; do not restart the time allocation for each slide.</a:t>
            </a:r>
          </a:p>
          <a:p/>
          <a:p>
            <a:r>
              <a:t>Teaching references:</a:t>
            </a:r>
          </a:p>
          <a:p>
            <a:r>
              <a:t>Textbook Chapter 4 pp.59–66</a:t>
            </a:r>
          </a:p>
          <a:p>
            <a:r>
              <a:t>ACCESS Trades Numeracy Textbook, PDF/printed p.65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W03-L01 | 2026-11-09 | 12:45 PM–2:00 PM | 75 minutes</a:t>
            </a:r>
          </a:p>
          <a:p>
            <a:r>
              <a:t>Adding fractional lengths</a:t>
            </a:r>
          </a:p>
          <a:p>
            <a:r>
              <a:t>Mode: Math</a:t>
            </a:r>
          </a:p>
          <a:p>
            <a:r>
              <a:t>Goal: Add fractional and mixed-inch lengths using a common denominator.</a:t>
            </a:r>
          </a:p>
          <a:p>
            <a:r>
              <a:t>Read: Textbook Chapter 4 pp.59–66</a:t>
            </a:r>
          </a:p>
          <a:p>
            <a:r>
              <a:t>Practise: Exercise Book 4A Q14 (p.26); 4B Q2–3 (p.27)</a:t>
            </a:r>
          </a:p>
          <a:p>
            <a:r>
              <a:t>Tool: Shape Canvas: label adjoining rectangles in inches. Use the Numeracy Hub Calculator after writing the sum.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Retrieve equivalent fractions and ask how many sixteenths make one whole.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a common denominator and carry a full group into the whole-number part. Connect the sum to adjoining pieces.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Solve 4A question 14(a), then 4B question 2 with a labelled strip diagram.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4A question 14(b) and 4B question 3. Draw the lengths or layers and show the written addition before calculator checking.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Redo 4A question 14(b) and explain the carry into the whole number.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14(b) = 10 5/16. 4B question 3 = 1 1/2 in. Answer Key page 13.</a:t>
            </a:r>
          </a:p>
          <a:p/>
          <a:p>
            <a:r>
              <a:t>Next: subtract lengths and regroup across a whole inch.</a:t>
            </a:r>
          </a:p>
          <a:p/>
          <a:p>
            <a:r>
              <a:t>Keep activities within the allocated phase time.</a:t>
            </a:r>
          </a:p>
          <a:p>
            <a:r>
              <a:t>PHASE TIMING: Teach, 12:55 PM–1:10 PM. All slides with this phase share these 15 minutes; do not restart the time allocation for each slide.</a:t>
            </a:r>
          </a:p>
          <a:p/>
          <a:p>
            <a:r>
              <a:t>Textbook visual: Textbook p.65 · Figure 4.9: adjoining mixed-inch lengths.</a:t>
            </a:r>
          </a:p>
          <a:p>
            <a:r>
              <a:t>Exact PDF/printed page: 65. ACCESS Textbook excerpt.</a:t>
            </a:r>
          </a:p>
          <a:p>
            <a:r>
              <a:t>Figure 4.9 and Example 4.9 show a mixed-inch cut list that carries a whole from added fractions.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W03-L01 | 2026-11-09 | 12:45 PM–2:00 PM | 75 minutes</a:t>
            </a:r>
          </a:p>
          <a:p>
            <a:r>
              <a:t>Adding fractional lengths</a:t>
            </a:r>
          </a:p>
          <a:p>
            <a:r>
              <a:t>Mode: Math</a:t>
            </a:r>
          </a:p>
          <a:p>
            <a:r>
              <a:t>Goal: Add fractional and mixed-inch lengths using a common denominator.</a:t>
            </a:r>
          </a:p>
          <a:p>
            <a:r>
              <a:t>Read: Textbook Chapter 4 pp.59–66</a:t>
            </a:r>
          </a:p>
          <a:p>
            <a:r>
              <a:t>Practise: Exercise Book 4A Q14 (p.26); 4B Q2–3 (p.27)</a:t>
            </a:r>
          </a:p>
          <a:p>
            <a:r>
              <a:t>Tool: Shape Canvas: label adjoining rectangles in inches. Use the Numeracy Hub Calculator after writing the sum.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Retrieve equivalent fractions and ask how many sixteenths make one whole.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a common denominator and carry a full group into the whole-number part. Connect the sum to adjoining pieces.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Solve 4A question 14(a), then 4B question 2 with a labelled strip diagram.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4A question 14(b) and 4B question 3. Draw the lengths or layers and show the written addition before calculator checking.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Redo 4A question 14(b) and explain the carry into the whole number.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14(b) = 10 5/16. 4B question 3 = 1 1/2 in. Answer Key page 13.</a:t>
            </a:r>
          </a:p>
          <a:p/>
          <a:p>
            <a:r>
              <a:t>Next: subtract lengths and regroup across a whole inch.</a:t>
            </a:r>
          </a:p>
          <a:p/>
          <a:p>
            <a:r>
              <a:t>Keep activities within the allocated phase time.</a:t>
            </a:r>
          </a:p>
          <a:p>
            <a:r>
              <a:t>PHASE TIMING: Teach, 12:55 PM–1:10 PM. All slides with this phase share these 15 minutes; do not restart the time allocation for each slide.</a:t>
            </a:r>
          </a:p>
          <a:p/>
          <a:p>
            <a:r>
              <a:t>Textbook visual: Textbook p.65 · Example 4.9: carry a whole from the fractional total.</a:t>
            </a:r>
          </a:p>
          <a:p>
            <a:r>
              <a:t>Exact PDF/printed page: 65. ACCESS Textbook excerpt.</a:t>
            </a:r>
          </a:p>
          <a:p>
            <a:r>
              <a:t>Figure 4.9 and Example 4.9 show a mixed-inch cut list that carries a whole from added fractions.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W03-L01 | 2026-11-09 | 12:45 PM–2:00 PM | 75 minutes</a:t>
            </a:r>
          </a:p>
          <a:p>
            <a:r>
              <a:t>Adding fractional lengths</a:t>
            </a:r>
          </a:p>
          <a:p>
            <a:r>
              <a:t>Mode: Math</a:t>
            </a:r>
          </a:p>
          <a:p>
            <a:r>
              <a:t>Goal: Add fractional and mixed-inch lengths using a common denominator.</a:t>
            </a:r>
          </a:p>
          <a:p>
            <a:r>
              <a:t>Read: Textbook Chapter 4 pp.59–66</a:t>
            </a:r>
          </a:p>
          <a:p>
            <a:r>
              <a:t>Practise: Exercise Book 4A Q14 (p.26); 4B Q2–3 (p.27)</a:t>
            </a:r>
          </a:p>
          <a:p>
            <a:r>
              <a:t>Tool: Shape Canvas: label adjoining rectangles in inches. Use the Numeracy Hub Calculator after writing the sum.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Retrieve equivalent fractions and ask how many sixteenths make one whole.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a common denominator and carry a full group into the whole-number part. Connect the sum to adjoining pieces.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Solve 4A question 14(a), then 4B question 2 with a labelled strip diagram.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4A question 14(b) and 4B question 3. Draw the lengths or layers and show the written addition before calculator checking.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Redo 4A question 14(b) and explain the carry into the whole number.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14(b) = 10 5/16. 4B question 3 = 1 1/2 in. Answer Key page 13.</a:t>
            </a:r>
          </a:p>
          <a:p/>
          <a:p>
            <a:r>
              <a:t>Next: subtract lengths and regroup across a whole inch.</a:t>
            </a:r>
          </a:p>
          <a:p/>
          <a:p>
            <a:r>
              <a:t>Keep activities within the allocated phase time.</a:t>
            </a:r>
          </a:p>
          <a:p>
            <a:r>
              <a:t>PHASE TIMING: Teach, 12:55 PM–1:10 PM. All slides with this phase share these 15 minutes; do not restart the time allocation for each slide.</a:t>
            </a:r>
          </a:p>
          <a:p/>
          <a:p>
            <a:r>
              <a:t>Pause on the prompt before discussing the correction. This is included within the scheduled Teach block, not an additional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W03-L01 | 2026-11-09 | 12:45 PM–2:00 PM | 75 minutes</a:t>
            </a:r>
          </a:p>
          <a:p>
            <a:r>
              <a:t>Adding fractional lengths</a:t>
            </a:r>
          </a:p>
          <a:p>
            <a:r>
              <a:t>Mode: Math</a:t>
            </a:r>
          </a:p>
          <a:p>
            <a:r>
              <a:t>Goal: Add fractional and mixed-inch lengths using a common denominator.</a:t>
            </a:r>
          </a:p>
          <a:p>
            <a:r>
              <a:t>Read: Textbook Chapter 4 pp.59–66</a:t>
            </a:r>
          </a:p>
          <a:p>
            <a:r>
              <a:t>Practise: Exercise Book 4A Q14 (p.26); 4B Q2–3 (p.27)</a:t>
            </a:r>
          </a:p>
          <a:p>
            <a:r>
              <a:t>Tool: Shape Canvas: label adjoining rectangles in inches. Use the Numeracy Hub Calculator after writing the sum.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Retrieve equivalent fractions and ask how many sixteenths make one whole.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a common denominator and carry a full group into the whole-number part. Connect the sum to adjoining pieces.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Solve 4A question 14(a), then 4B question 2 with a labelled strip diagram.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4A question 14(b) and 4B question 3. Draw the lengths or layers and show the written addition before calculator checking.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Redo 4A question 14(b) and explain the carry into the whole number.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14(b) = 10 5/16. 4B question 3 = 1 1/2 in. Answer Key page 13.</a:t>
            </a:r>
          </a:p>
          <a:p/>
          <a:p>
            <a:r>
              <a:t>Next: subtract lengths and regroup across a whole inch.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1:10 PM–1:25 PM. All slides with this phase share these 15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W03-L01 | 2026-11-09 | 12:45 PM–2:00 PM | 75 minutes</a:t>
            </a:r>
          </a:p>
          <a:p>
            <a:r>
              <a:t>Adding fractional lengths</a:t>
            </a:r>
          </a:p>
          <a:p>
            <a:r>
              <a:t>Mode: Math</a:t>
            </a:r>
          </a:p>
          <a:p>
            <a:r>
              <a:t>Goal: Add fractional and mixed-inch lengths using a common denominator.</a:t>
            </a:r>
          </a:p>
          <a:p>
            <a:r>
              <a:t>Read: Textbook Chapter 4 pp.59–66</a:t>
            </a:r>
          </a:p>
          <a:p>
            <a:r>
              <a:t>Practise: Exercise Book 4A Q14 (p.26); 4B Q2–3 (p.27)</a:t>
            </a:r>
          </a:p>
          <a:p>
            <a:r>
              <a:t>Tool: Shape Canvas: label adjoining rectangles in inches. Use the Numeracy Hub Calculator after writing the sum.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Retrieve equivalent fractions and ask how many sixteenths make one whole.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a common denominator and carry a full group into the whole-number part. Connect the sum to adjoining pieces.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Solve 4A question 14(a), then 4B question 2 with a labelled strip diagram.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4A question 14(b) and 4B question 3. Draw the lengths or layers and show the written addition before calculator checking.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Redo 4A question 14(b) and explain the carry into the whole number.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14(b) = 10 5/16. 4B question 3 = 1 1/2 in. Answer Key page 13.</a:t>
            </a:r>
          </a:p>
          <a:p/>
          <a:p>
            <a:r>
              <a:t>Next: subtract lengths and regroup across a whole inch.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1:10 PM–1:25 PM. All slides with this phase share these 15 minutes; do not restart the time allocation for each slide.</a:t>
            </a:r>
          </a:p>
          <a:p/>
          <a:p>
            <a:r>
              <a:t>ACCESS EXERCISE BOOK: 4A-Q14a</a:t>
            </a:r>
          </a:p>
          <a:p>
            <a:r>
              <a:t>Exact question: Add. (a)   5/16 +  3/4</a:t>
            </a:r>
          </a:p>
          <a:p>
            <a:r>
              <a:t>Instructor answer: (a)  1 1/16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W03-L01 | 2026-11-09 | 12:45 PM–2:00 PM | 75 minutes</a:t>
            </a:r>
          </a:p>
          <a:p>
            <a:r>
              <a:t>Adding fractional lengths</a:t>
            </a:r>
          </a:p>
          <a:p>
            <a:r>
              <a:t>Mode: Math</a:t>
            </a:r>
          </a:p>
          <a:p>
            <a:r>
              <a:t>Goal: Add fractional and mixed-inch lengths using a common denominator.</a:t>
            </a:r>
          </a:p>
          <a:p>
            <a:r>
              <a:t>Read: Textbook Chapter 4 pp.59–66</a:t>
            </a:r>
          </a:p>
          <a:p>
            <a:r>
              <a:t>Practise: Exercise Book 4A Q14 (p.26); 4B Q2–3 (p.27)</a:t>
            </a:r>
          </a:p>
          <a:p>
            <a:r>
              <a:t>Tool: Shape Canvas: label adjoining rectangles in inches. Use the Numeracy Hub Calculator after writing the sum.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Retrieve equivalent fractions and ask how many sixteenths make one whole.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a common denominator and carry a full group into the whole-number part. Connect the sum to adjoining pieces.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Solve 4A question 14(a), then 4B question 2 with a labelled strip diagram.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4A question 14(b) and 4B question 3. Draw the lengths or layers and show the written addition before calculator checking.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Redo 4A question 14(b) and explain the carry into the whole number.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14(b) = 10 5/16. 4B question 3 = 1 1/2 in. Answer Key page 13.</a:t>
            </a:r>
          </a:p>
          <a:p/>
          <a:p>
            <a:r>
              <a:t>Next: subtract lengths and regroup across a whole inch.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1:10 PM–1:25 PM. All slides with this phase share these 15 minutes; do not restart the time allocation for each slide.</a:t>
            </a:r>
          </a:p>
          <a:p/>
          <a:p>
            <a:r>
              <a:t>ACCESS EXERCISE BOOK: 4A-Q14a</a:t>
            </a:r>
          </a:p>
          <a:p>
            <a:r>
              <a:t>Exact question: Add. (a)   5/16 +  3/4</a:t>
            </a:r>
          </a:p>
          <a:p>
            <a:r>
              <a:t>Instructor answer: (a)  1 1/16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W03-L01 | 2026-11-09 | 12:45 PM–2:00 PM | 75 minutes</a:t>
            </a:r>
          </a:p>
          <a:p>
            <a:r>
              <a:t>Adding fractional lengths</a:t>
            </a:r>
          </a:p>
          <a:p>
            <a:r>
              <a:t>Mode: Math</a:t>
            </a:r>
          </a:p>
          <a:p>
            <a:r>
              <a:t>Goal: Add fractional and mixed-inch lengths using a common denominator.</a:t>
            </a:r>
          </a:p>
          <a:p>
            <a:r>
              <a:t>Read: Textbook Chapter 4 pp.59–66</a:t>
            </a:r>
          </a:p>
          <a:p>
            <a:r>
              <a:t>Practise: Exercise Book 4A Q14 (p.26); 4B Q2–3 (p.27)</a:t>
            </a:r>
          </a:p>
          <a:p>
            <a:r>
              <a:t>Tool: Shape Canvas: label adjoining rectangles in inches. Use the Numeracy Hub Calculator after writing the sum.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Retrieve equivalent fractions and ask how many sixteenths make one whole.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a common denominator and carry a full group into the whole-number part. Connect the sum to adjoining pieces.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Solve 4A question 14(a), then 4B question 2 with a labelled strip diagram.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4A question 14(b) and 4B question 3. Draw the lengths or layers and show the written addition before calculator checking.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Redo 4A question 14(b) and explain the carry into the whole number.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14(b) = 10 5/16. 4B question 3 = 1 1/2 in. Answer Key page 13.</a:t>
            </a:r>
          </a:p>
          <a:p/>
          <a:p>
            <a:r>
              <a:t>Next: subtract lengths and regroup across a whole inch.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1:25 PM–1:45 PM. All slides with this phase share these 20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W03-L01 | 2026-11-09 | 12:45 PM–2:00 PM | 75 minutes</a:t>
            </a:r>
          </a:p>
          <a:p>
            <a:r>
              <a:t>Adding fractional lengths</a:t>
            </a:r>
          </a:p>
          <a:p>
            <a:r>
              <a:t>Mode: Math</a:t>
            </a:r>
          </a:p>
          <a:p>
            <a:r>
              <a:t>Goal: Add fractional and mixed-inch lengths using a common denominator.</a:t>
            </a:r>
          </a:p>
          <a:p>
            <a:r>
              <a:t>Read: Textbook Chapter 4 pp.59–66</a:t>
            </a:r>
          </a:p>
          <a:p>
            <a:r>
              <a:t>Practise: Exercise Book 4A Q14 (p.26); 4B Q2–3 (p.27)</a:t>
            </a:r>
          </a:p>
          <a:p>
            <a:r>
              <a:t>Tool: Shape Canvas: label adjoining rectangles in inches. Use the Numeracy Hub Calculator after writing the sum.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Retrieve equivalent fractions and ask how many sixteenths make one whole.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a common denominator and carry a full group into the whole-number part. Connect the sum to adjoining pieces.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Solve 4A question 14(a), then 4B question 2 with a labelled strip diagram.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4A question 14(b) and 4B question 3. Draw the lengths or layers and show the written addition before calculator checking.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Redo 4A question 14(b) and explain the carry into the whole number.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14(b) = 10 5/16. 4B question 3 = 1 1/2 in. Answer Key page 13.</a:t>
            </a:r>
          </a:p>
          <a:p/>
          <a:p>
            <a:r>
              <a:t>Next: subtract lengths and regroup across a whole inch.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1:25 PM–1:45 PM. All slides with this phase share these 20 minutes; do not restart the time allocation for each slide.</a:t>
            </a:r>
          </a:p>
          <a:p/>
          <a:p>
            <a:r>
              <a:t>Demonstrate navigation, then open the tool and use the assigned values. Keep worked answers hidden until learners attempt the task. Include this activity within the allocated practice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W03-L01 | 2026-11-09 | 12:45 PM–2:00 PM | 75 minutes</a:t>
            </a:r>
          </a:p>
          <a:p>
            <a:r>
              <a:t>Adding fractional lengths</a:t>
            </a:r>
          </a:p>
          <a:p>
            <a:r>
              <a:t>Mode: Math</a:t>
            </a:r>
          </a:p>
          <a:p>
            <a:r>
              <a:t>Goal: Add fractional and mixed-inch lengths using a common denominator.</a:t>
            </a:r>
          </a:p>
          <a:p>
            <a:r>
              <a:t>Read: Textbook Chapter 4 pp.59–66</a:t>
            </a:r>
          </a:p>
          <a:p>
            <a:r>
              <a:t>Practise: Exercise Book 4A Q14 (p.26); 4B Q2–3 (p.27)</a:t>
            </a:r>
          </a:p>
          <a:p>
            <a:r>
              <a:t>Tool: Shape Canvas: label adjoining rectangles in inches. Use the Numeracy Hub Calculator after writing the sum.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Retrieve equivalent fractions and ask how many sixteenths make one whole.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a common denominator and carry a full group into the whole-number part. Connect the sum to adjoining pieces.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Solve 4A question 14(a), then 4B question 2 with a labelled strip diagram.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4A question 14(b) and 4B question 3. Draw the lengths or layers and show the written addition before calculator checking.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Redo 4A question 14(b) and explain the carry into the whole number.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14(b) = 10 5/16. 4B question 3 = 1 1/2 in. Answer Key page 13.</a:t>
            </a:r>
          </a:p>
          <a:p/>
          <a:p>
            <a:r>
              <a:t>Next: subtract lengths and regroup across a whole inch.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1:25 PM–1:45 PM. All slides with this phase share these 20 minutes; do not restart the time allocation for each slide.</a:t>
            </a:r>
          </a:p>
          <a:p/>
          <a:p>
            <a:r>
              <a:t>Exact scheduled tool activity: Shape Canvas: label adjoining rectangles in inches. Use the Numeracy Hub Calculator after writing the sum.</a:t>
            </a:r>
          </a:p>
          <a:p>
            <a:r>
              <a:t>Supported: In Shape Canvas, label adjoining rectangles in inches for 4A Q14(a) or 4B Q2.</a:t>
            </a:r>
          </a:p>
          <a:p>
            <a:r>
              <a:t>Independent practice: Draw the lengths or layers for 4A Q14(b) and 4B Q3; write the full sum.</a:t>
            </a:r>
          </a:p>
          <a:p>
            <a:r>
              <a:t>Independent checking: Use Numeracy Hub Calculator after the sum; explain any carry into whole inches.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W03-L01 | 2026-11-09 | 12:45 PM–2:00 PM | 75 minutes</a:t>
            </a:r>
          </a:p>
          <a:p>
            <a:r>
              <a:t>Adding fractional lengths</a:t>
            </a:r>
          </a:p>
          <a:p>
            <a:r>
              <a:t>Mode: Math</a:t>
            </a:r>
          </a:p>
          <a:p>
            <a:r>
              <a:t>Goal: Add fractional and mixed-inch lengths using a common denominator.</a:t>
            </a:r>
          </a:p>
          <a:p>
            <a:r>
              <a:t>Read: Textbook Chapter 4 pp.59–66</a:t>
            </a:r>
          </a:p>
          <a:p>
            <a:r>
              <a:t>Practise: Exercise Book 4A Q14 (p.26); 4B Q2–3 (p.27)</a:t>
            </a:r>
          </a:p>
          <a:p>
            <a:r>
              <a:t>Tool: Shape Canvas: label adjoining rectangles in inches. Use the Numeracy Hub Calculator after writing the sum.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Retrieve equivalent fractions and ask how many sixteenths make one whole.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a common denominator and carry a full group into the whole-number part. Connect the sum to adjoining pieces.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Solve 4A question 14(a), then 4B question 2 with a labelled strip diagram.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4A question 14(b) and 4B question 3. Draw the lengths or layers and show the written addition before calculator checking.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Redo 4A question 14(b) and explain the carry into the whole number.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14(b) = 10 5/16. 4B question 3 = 1 1/2 in. Answer Key page 13.</a:t>
            </a:r>
          </a:p>
          <a:p/>
          <a:p>
            <a:r>
              <a:t>Next: subtract lengths and regroup across a whole inch.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1:25 PM–1:45 PM. All slides with this phase share these 20 minutes; do not restart the time allocation for each slide.</a:t>
            </a:r>
          </a:p>
          <a:p/>
          <a:p>
            <a:r>
              <a:t>ACCESS EXERCISE BOOK: 4A-Q14b</a:t>
            </a:r>
          </a:p>
          <a:p>
            <a:r>
              <a:t>Exact question: Add. (b)  7 3/8 + 2 15/16</a:t>
            </a:r>
          </a:p>
          <a:p>
            <a:r>
              <a:t>Instructor answer: (b)  10 5/16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W03-L01 | 2026-11-09 | 12:45 PM–2:00 PM | 75 minutes</a:t>
            </a:r>
          </a:p>
          <a:p>
            <a:r>
              <a:t>Adding fractional lengths</a:t>
            </a:r>
          </a:p>
          <a:p>
            <a:r>
              <a:t>Mode: Math</a:t>
            </a:r>
          </a:p>
          <a:p>
            <a:r>
              <a:t>Goal: Add fractional and mixed-inch lengths using a common denominator.</a:t>
            </a:r>
          </a:p>
          <a:p>
            <a:r>
              <a:t>Read: Textbook Chapter 4 pp.59–66</a:t>
            </a:r>
          </a:p>
          <a:p>
            <a:r>
              <a:t>Practise: Exercise Book 4A Q14 (p.26); 4B Q2–3 (p.27)</a:t>
            </a:r>
          </a:p>
          <a:p>
            <a:r>
              <a:t>Tool: Shape Canvas: label adjoining rectangles in inches. Use the Numeracy Hub Calculator after writing the sum.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Retrieve equivalent fractions and ask how many sixteenths make one whole.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a common denominator and carry a full group into the whole-number part. Connect the sum to adjoining pieces.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Solve 4A question 14(a), then 4B question 2 with a labelled strip diagram.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4A question 14(b) and 4B question 3. Draw the lengths or layers and show the written addition before calculator checking.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Redo 4A question 14(b) and explain the carry into the whole number.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14(b) = 10 5/16. 4B question 3 = 1 1/2 in. Answer Key page 13.</a:t>
            </a:r>
          </a:p>
          <a:p/>
          <a:p>
            <a:r>
              <a:t>Next: subtract lengths and regroup across a whole inch.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1:25 PM–1:45 PM. All slides with this phase share these 20 minutes; do not restart the time allocation for each slide.</a:t>
            </a:r>
          </a:p>
          <a:p/>
          <a:p>
            <a:r>
              <a:t>ACCESS EXERCISE BOOK: 4B-Q3</a:t>
            </a:r>
          </a:p>
          <a:p>
            <a:r>
              <a:t>Exact question: A bolt passes through a  5/8 in plate, a  3/4 in plate and a  1/8 in washer. What is the total thickness it clamps?</a:t>
            </a:r>
          </a:p>
          <a:p>
            <a:r>
              <a:t>Instructor answer: 1 1/2 in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W03-L01 | 2026-11-09 | 12:45 PM–2:00 PM | 75 minutes</a:t>
            </a:r>
          </a:p>
          <a:p>
            <a:r>
              <a:t>Adding fractional lengths</a:t>
            </a:r>
          </a:p>
          <a:p>
            <a:r>
              <a:t>Mode: Math</a:t>
            </a:r>
          </a:p>
          <a:p>
            <a:r>
              <a:t>Goal: Add fractional and mixed-inch lengths using a common denominator.</a:t>
            </a:r>
          </a:p>
          <a:p>
            <a:r>
              <a:t>Read: Textbook Chapter 4 pp.59–66</a:t>
            </a:r>
          </a:p>
          <a:p>
            <a:r>
              <a:t>Practise: Exercise Book 4A Q14 (p.26); 4B Q2–3 (p.27)</a:t>
            </a:r>
          </a:p>
          <a:p>
            <a:r>
              <a:t>Tool: Shape Canvas: label adjoining rectangles in inches. Use the Numeracy Hub Calculator after writing the sum.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Retrieve equivalent fractions and ask how many sixteenths make one whole.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a common denominator and carry a full group into the whole-number part. Connect the sum to adjoining pieces.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Solve 4A question 14(a), then 4B question 2 with a labelled strip diagram.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4A question 14(b) and 4B question 3. Draw the lengths or layers and show the written addition before calculator checking.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Redo 4A question 14(b) and explain the carry into the whole number.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14(b) = 10 5/16. 4B question 3 = 1 1/2 in. Answer Key page 13.</a:t>
            </a:r>
          </a:p>
          <a:p/>
          <a:p>
            <a:r>
              <a:t>Next: subtract lengths and regroup across a whole inch.</a:t>
            </a:r>
          </a:p>
          <a:p/>
          <a:p>
            <a:r>
              <a:t>Keep activities within the allocated phase time.</a:t>
            </a:r>
          </a:p>
          <a:p>
            <a:r>
              <a:t>PHASE TIMING: Check, 1:45 PM–1:55 PM. All slides with this phase share these 10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W03-L01 | 2026-11-09 | 12:45 PM–2:00 PM | 75 minutes</a:t>
            </a:r>
          </a:p>
          <a:p>
            <a:r>
              <a:t>Adding fractional lengths</a:t>
            </a:r>
          </a:p>
          <a:p>
            <a:r>
              <a:t>Mode: Math</a:t>
            </a:r>
          </a:p>
          <a:p>
            <a:r>
              <a:t>Goal: Add fractional and mixed-inch lengths using a common denominator.</a:t>
            </a:r>
          </a:p>
          <a:p>
            <a:r>
              <a:t>Read: Textbook Chapter 4 pp.59–66</a:t>
            </a:r>
          </a:p>
          <a:p>
            <a:r>
              <a:t>Practise: Exercise Book 4A Q14 (p.26); 4B Q2–3 (p.27)</a:t>
            </a:r>
          </a:p>
          <a:p>
            <a:r>
              <a:t>Tool: Shape Canvas: label adjoining rectangles in inches. Use the Numeracy Hub Calculator after writing the sum.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Retrieve equivalent fractions and ask how many sixteenths make one whole.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a common denominator and carry a full group into the whole-number part. Connect the sum to adjoining pieces.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Solve 4A question 14(a), then 4B question 2 with a labelled strip diagram.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4A question 14(b) and 4B question 3. Draw the lengths or layers and show the written addition before calculator checking.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Redo 4A question 14(b) and explain the carry into the whole number.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14(b) = 10 5/16. 4B question 3 = 1 1/2 in. Answer Key page 13.</a:t>
            </a:r>
          </a:p>
          <a:p/>
          <a:p>
            <a:r>
              <a:t>Next: subtract lengths and regroup across a whole inch.</a:t>
            </a:r>
          </a:p>
          <a:p/>
          <a:p>
            <a:r>
              <a:t>Keep activities within the allocated phase time.</a:t>
            </a:r>
          </a:p>
          <a:p>
            <a:r>
              <a:t>PHASE TIMING: Check, 1:45 PM–1:55 PM. All slides with this phase share these 10 minutes; do not restart the time allocation for each slide.</a:t>
            </a:r>
          </a:p>
          <a:p/>
          <a:p>
            <a:r>
              <a:t>ACCESS EXERCISE BOOK: 4A-Q14b</a:t>
            </a:r>
          </a:p>
          <a:p>
            <a:r>
              <a:t>Exact question: Add. (b)  7 3/8 + 2 15/16</a:t>
            </a:r>
          </a:p>
          <a:p>
            <a:r>
              <a:t>Instructor answer: (b)  10 5/16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W03-L01 | 2026-11-09 | 12:45 PM–2:00 PM | 75 minutes</a:t>
            </a:r>
          </a:p>
          <a:p>
            <a:r>
              <a:t>Adding fractional lengths</a:t>
            </a:r>
          </a:p>
          <a:p>
            <a:r>
              <a:t>Mode: Math</a:t>
            </a:r>
          </a:p>
          <a:p>
            <a:r>
              <a:t>Goal: Add fractional and mixed-inch lengths using a common denominator.</a:t>
            </a:r>
          </a:p>
          <a:p>
            <a:r>
              <a:t>Read: Textbook Chapter 4 pp.59–66</a:t>
            </a:r>
          </a:p>
          <a:p>
            <a:r>
              <a:t>Practise: Exercise Book 4A Q14 (p.26); 4B Q2–3 (p.27)</a:t>
            </a:r>
          </a:p>
          <a:p>
            <a:r>
              <a:t>Tool: Shape Canvas: label adjoining rectangles in inches. Use the Numeracy Hub Calculator after writing the sum.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Retrieve equivalent fractions and ask how many sixteenths make one whole.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a common denominator and carry a full group into the whole-number part. Connect the sum to adjoining pieces.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Solve 4A question 14(a), then 4B question 2 with a labelled strip diagram.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4A question 14(b) and 4B question 3. Draw the lengths or layers and show the written addition before calculator checking.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Redo 4A question 14(b) and explain the carry into the whole number.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14(b) = 10 5/16. 4B question 3 = 1 1/2 in. Answer Key page 13.</a:t>
            </a:r>
          </a:p>
          <a:p/>
          <a:p>
            <a:r>
              <a:t>Next: subtract lengths and regroup across a whole inch.</a:t>
            </a:r>
          </a:p>
          <a:p/>
          <a:p>
            <a:r>
              <a:t>Keep activities within the allocated phase time.</a:t>
            </a:r>
          </a:p>
          <a:p>
            <a:r>
              <a:t>PHASE TIMING: Wrap up, 1:55 PM–2:00 PM. All slides with this phase share these 5 minutes; do not restart the time allocation for each slide.</a:t>
            </a:r>
          </a:p>
          <a:p/>
          <a:p>
            <a:r>
              <a:t>Next scheduled learning: Next: subtract lengths and regroup across a whole inch.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Scheduled break, 15 minutes. Resume at 2:15 PM. Do not move the following math block into the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  <a:p>
            <a:r>
              <a:t>PHASE TIMING: Start, 2:15 PM–2:20 PM. All slides with this phase share these 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  <a:p>
            <a:r>
              <a:t>PHASE TIMING: Recall, 2:20 PM–2:25 PM. All slides with this phase share these 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  <a:p>
            <a:r>
              <a:t>PHASE TIMING: Teach, 2:25 PM–2:40 PM. All slides with this phase share these 15 minutes; do not restart the time allocation for each slide.</a:t>
            </a:r>
          </a:p>
          <a:p/>
          <a:p>
            <a:r>
              <a:t>Teaching references:</a:t>
            </a:r>
          </a:p>
          <a:p>
            <a:r>
              <a:t>Textbook Chapter 4 pp.64–66</a:t>
            </a:r>
          </a:p>
          <a:p>
            <a:r>
              <a:t>ACCESS Trades Numeracy Textbook, PDF/printed p.66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  <a:p>
            <a:r>
              <a:t>PHASE TIMING: Teach, 2:25 PM–2:40 PM. All slides with this phase share these 15 minutes; do not restart the time allocation for each slide.</a:t>
            </a:r>
          </a:p>
          <a:p/>
          <a:p>
            <a:r>
              <a:t>Teaching references:</a:t>
            </a:r>
          </a:p>
          <a:p>
            <a:r>
              <a:t>Textbook Chapter 4 pp.64–66</a:t>
            </a:r>
          </a:p>
          <a:p>
            <a:r>
              <a:t>ACCESS Trades Numeracy Textbook, PDF/printed p.66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  <a:p>
            <a:r>
              <a:t>PHASE TIMING: Teach, 2:25 PM–2:40 PM. All slides with this phase share these 15 minutes; do not restart the time allocation for each slide.</a:t>
            </a:r>
          </a:p>
          <a:p/>
          <a:p>
            <a:r>
              <a:t>Textbook visual: Textbook p.66 · Example 4.10: regroup a whole inch to find an offcut.</a:t>
            </a:r>
          </a:p>
          <a:p>
            <a:r>
              <a:t>Exact PDF/printed page: 66. ACCESS Textbook excerpt.</a:t>
            </a:r>
          </a:p>
          <a:p>
            <a:r>
              <a:t>Example 4.10 uses a stock/offcut drawing to show borrowing one whole and checking by adding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  <a:p>
            <a:r>
              <a:t>PHASE TIMING: Teach, 2:25 PM–2:40 PM. All slides with this phase share these 15 minutes; do not restart the time allocation for each slide.</a:t>
            </a:r>
          </a:p>
          <a:p/>
          <a:p>
            <a:r>
              <a:t>Textbook visual: Textbook p.66 · Add the remainder back to verify the original length.</a:t>
            </a:r>
          </a:p>
          <a:p>
            <a:r>
              <a:t>Exact PDF/printed page: 66. ACCESS Textbook excerpt.</a:t>
            </a:r>
          </a:p>
          <a:p>
            <a:r>
              <a:t>Example 4.10 uses a stock/offcut drawing to show borrowing one whole and checking by adding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  <a:p>
            <a:r>
              <a:t>PHASE TIMING: Teach, 2:25 PM–2:40 PM. All slides with this phase share these 15 minutes; do not restart the time allocation for each slide.</a:t>
            </a:r>
          </a:p>
          <a:p/>
          <a:p>
            <a:r>
              <a:t>Pause on the prompt before discussing the correction. This is included within the scheduled Teach block, not an additional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2:40 PM–2:55 PM. All slides with this phase share these 15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2:40 PM–2:55 PM. All slides with this phase share these 15 minutes; do not restart the time allocation for each slide.</a:t>
            </a:r>
          </a:p>
          <a:p/>
          <a:p>
            <a:r>
              <a:t>ACCESS EXERCISE BOOK: 4A-Q15a</a:t>
            </a:r>
          </a:p>
          <a:p>
            <a:r>
              <a:t>Exact question: Subtract. (a)  5 − 1 11/16</a:t>
            </a:r>
          </a:p>
          <a:p>
            <a:r>
              <a:t>Instructor answer: (a)  3 5/16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2:40 PM–2:55 PM. All slides with this phase share these 15 minutes; do not restart the time allocation for each slide.</a:t>
            </a:r>
          </a:p>
          <a:p/>
          <a:p>
            <a:r>
              <a:t>ACCESS EXERCISE BOOK: 4A-Q15a</a:t>
            </a:r>
          </a:p>
          <a:p>
            <a:r>
              <a:t>Exact question: Subtract. (a)  5 − 1 11/16</a:t>
            </a:r>
          </a:p>
          <a:p>
            <a:r>
              <a:t>Instructor answer: (a)  3 5/16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2:55 PM–3:15 PM. All slides with this phase share these 20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2:55 PM–3:15 PM. All slides with this phase share these 20 minutes; do not restart the time allocation for each slide.</a:t>
            </a:r>
          </a:p>
          <a:p/>
          <a:p>
            <a:r>
              <a:t>Demonstrate navigation, then open the tool and use the assigned values. Keep worked answers hidden until learners attempt the task. Include this activity within the allocated practice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2:55 PM–3:15 PM. All slides with this phase share these 20 minutes; do not restart the time allocation for each slide.</a:t>
            </a:r>
          </a:p>
          <a:p/>
          <a:p>
            <a:r>
              <a:t>Exact scheduled tool activity: Shape Canvas: show an overall length and labelled parts. Hide one dimension; attempt it on paper before checking.</a:t>
            </a:r>
          </a:p>
          <a:p>
            <a:r>
              <a:t>Supported: In Shape Canvas, show the overall length and known parts for the scheduled drawing.</a:t>
            </a:r>
          </a:p>
          <a:p>
            <a:r>
              <a:t>Independent practice: Hide the missing dimension and solve it on paper before revealing a value.</a:t>
            </a:r>
          </a:p>
          <a:p>
            <a:r>
              <a:t>Independent checking: Add the found piece to the known parts and verify the overall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2:55 PM–3:15 PM. All slides with this phase share these 20 minutes; do not restart the time allocation for each slide.</a:t>
            </a:r>
          </a:p>
          <a:p/>
          <a:p>
            <a:r>
              <a:t>ACCESS EXERCISE BOOK: 4A-Q15b</a:t>
            </a:r>
          </a:p>
          <a:p>
            <a:r>
              <a:t>Exact question: Subtract. (b)  9 1/8 − 4 3/4</a:t>
            </a:r>
          </a:p>
          <a:p>
            <a:r>
              <a:t>Instructor answer: (b)  4 3/8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2:55 PM–3:15 PM. All slides with this phase share these 20 minutes; do not restart the time allocation for each slide.</a:t>
            </a:r>
          </a:p>
          <a:p/>
          <a:p>
            <a:r>
              <a:t>ACCESS EXERCISE BOOK: 4C-Q2</a:t>
            </a:r>
          </a:p>
          <a:p>
            <a:r>
              <a:t>Exact question: Find the hidden height.</a:t>
            </a:r>
          </a:p>
          <a:p>
            <a:r>
              <a:t>Instructor answer: 6 5/8 in</a:t>
            </a:r>
          </a:p>
          <a:p>
            <a:r>
              <a:t>Working: 9 1/2 − 2 7/8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  <a:p>
            <a:r>
              <a:t>PHASE TIMING: Check, 3:15 PM–3:25 PM. All slides with this phase share these 10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  <a:p>
            <a:r>
              <a:t>PHASE TIMING: Check, 3:15 PM–3:25 PM. All slides with this phase share these 10 minutes; do not restart the time allocation for each slide.</a:t>
            </a:r>
          </a:p>
          <a:p/>
          <a:p>
            <a:r>
              <a:t>ACCESS EXERCISE BOOK: 4A-Q15b</a:t>
            </a:r>
          </a:p>
          <a:p>
            <a:r>
              <a:t>Exact question: Subtract. (b)  9 1/8 − 4 3/4</a:t>
            </a:r>
          </a:p>
          <a:p>
            <a:r>
              <a:t>Instructor answer: (b)  4 3/8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  <a:p>
            <a:r>
              <a:t>PHASE TIMING: Check, 3:15 PM–3:25 PM. All slides with this phase share these 10 minutes; do not restart the time allocation for each slide.</a:t>
            </a:r>
          </a:p>
          <a:p/>
          <a:p>
            <a:r>
              <a:t>ACCESS EXERCISE BOOK: 4C-Q3</a:t>
            </a:r>
          </a:p>
          <a:p>
            <a:r>
              <a:t>Exact question: The shaft is 14 1/2 in long overall. Find the missing step.</a:t>
            </a:r>
          </a:p>
          <a:p>
            <a:r>
              <a:t>Instructor answer: 4 1/4 in</a:t>
            </a:r>
          </a:p>
          <a:p>
            <a:r>
              <a:t>Working: 14 1/2 − 2 5/8 − 3 1/4 − 4 3/8 = 4 1/4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W03-L02 | 2026-11-09 | 2:15 PM–3:30 PM | 75 minutes</a:t>
            </a:r>
          </a:p>
          <a:p>
            <a:r>
              <a:t>Subtracting and regrouping fractions</a:t>
            </a:r>
          </a:p>
          <a:p>
            <a:r>
              <a:t>Mode: Math</a:t>
            </a:r>
          </a:p>
          <a:p>
            <a:r>
              <a:t>Goal: Find a remaining or missing length by subtracting mixed numbers accurately.</a:t>
            </a:r>
          </a:p>
          <a:p>
            <a:r>
              <a:t>Read: Textbook Chapter 4 pp.64–66</a:t>
            </a:r>
          </a:p>
          <a:p>
            <a:r>
              <a:t>Practise: Exercise Book 4A Q15 (p.26); 4C Q1–3 (p.29)</a:t>
            </a:r>
          </a:p>
          <a:p>
            <a:r>
              <a:t>Tool: Shape Canvas: show an overall length and labelled parts. Hide one dimension; attempt it on paper before checking.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goal and connect it to a carpentry drawing or job quantity.</a:t>
            </a:r>
          </a:p>
          <a:p>
            <a:r>
              <a:t>Learners: Name one use for today’s skill.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how 5 can be written as 4 plus sixteenths. Retrieve one common-denominator example.</a:t>
            </a:r>
          </a:p>
          <a:p>
            <a:r>
              <a:t>Learners: Try first without displayed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regrouping one whole inch into fractional units and verify by adding the remainder back.</a:t>
            </a:r>
          </a:p>
          <a:p>
            <a:r>
              <a:t>Learners: Follow the example; explain the next step.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Solve 4A question 15(a) and 4C question 1 with a drawing.</a:t>
            </a:r>
          </a:p>
          <a:p>
            <a:r>
              <a:t>Learners: Work in pairs; alternate solver and checker.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4A question 15(b) and 4C questions 2–3. Add the found piece back to the known parts to verify the overall length.</a:t>
            </a:r>
          </a:p>
          <a:p>
            <a:r>
              <a:t>Learners: Show working and units; estimate, then check.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Complete 4A question 15(b) and 4C question 3 independently.</a:t>
            </a:r>
          </a:p>
          <a:p>
            <a:r>
              <a:t>Learners: Answer independently and show the method.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for one learning point and one skill to practise next.</a:t>
            </a:r>
          </a:p>
          <a:p>
            <a:r>
              <a:t>Learners: Record a takeaway and next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4A question 15(b) = 4 3/8. 4C question 3 = 4 1/4 in. Answer Key pages 13–14. Answer Key pp.13–14</a:t>
            </a:r>
          </a:p>
          <a:p/>
          <a:p>
            <a:r>
              <a:t>Next: repeated pieces, halves and equal groups.</a:t>
            </a:r>
          </a:p>
          <a:p/>
          <a:p>
            <a:r>
              <a:t>Keep activities within the allocated phase time.</a:t>
            </a:r>
          </a:p>
          <a:p>
            <a:r>
              <a:t>PHASE TIMING: Wrap up, 3:25 PM–3:30 PM. All slides with this phase share these 5 minutes; do not restart the time allocation for each slide.</a:t>
            </a:r>
          </a:p>
          <a:p/>
          <a:p>
            <a:r>
              <a:t>Next scheduled learning: Next: repeated pieces, halves and equal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" TargetMode="External"/><Relationship Id="rId5" Type="http://schemas.openxmlformats.org/officeDocument/2006/relationships/hyperlink" Target="../../../books/ACCESS-Trades-Numeracy-Exercise-Book.pdf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59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59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59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59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59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59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hyperlink" Target="../../../books/ACCESS-Trades-Numeracy-Textbook.pdf#page=65" TargetMode="External"/><Relationship Id="rId6" Type="http://schemas.openxmlformats.org/officeDocument/2006/relationships/hyperlink" Target="../../../books/ACCESS-Trades-Numeracy-Exercise-Book.pdf#page=26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hyperlink" Target="../../../books/ACCESS-Trades-Numeracy-Textbook.pdf#page=65" TargetMode="External"/><Relationship Id="rId6" Type="http://schemas.openxmlformats.org/officeDocument/2006/relationships/hyperlink" Target="../../../books/ACCESS-Trades-Numeracy-Exercise-Book.pdf#page=26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59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59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hyperlink" Target="../../../books/ACCESS-Trades-Numeracy-Textbook.pdf#page=59" TargetMode="External"/><Relationship Id="rId6" Type="http://schemas.openxmlformats.org/officeDocument/2006/relationships/hyperlink" Target="../../../books/ACCESS-Trades-Numeracy-Exercise-Book.pdf#page=2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hyperlink" Target="../../../books/ACCESS-Trades-Numeracy-Textbook.pdf#page=59" TargetMode="External"/><Relationship Id="rId6" Type="http://schemas.openxmlformats.org/officeDocument/2006/relationships/hyperlink" Target="../../../books/ACCESS-Trades-Numeracy-Exercise-Book.pdf#page=2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59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hyperlink" Target="../../../books/ACCESS-Trades-Numeracy-Textbook.pdf#page=59" TargetMode="External"/><Relationship Id="rId6" Type="http://schemas.openxmlformats.org/officeDocument/2006/relationships/hyperlink" Target="../../../books/ACCESS-Trades-Numeracy-Exercise-Book.pdf#page=26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59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hyperlink" Target="../../../books/ACCESS-Trades-Numeracy-Textbook.pdf#page=59" TargetMode="External"/><Relationship Id="rId6" Type="http://schemas.openxmlformats.org/officeDocument/2006/relationships/hyperlink" Target="../../../books/ACCESS-Trades-Numeracy-Exercise-Book.pdf#page=2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hyperlink" Target="../../../books/ACCESS-Trades-Numeracy-Textbook.pdf#page=59" TargetMode="External"/><Relationship Id="rId6" Type="http://schemas.openxmlformats.org/officeDocument/2006/relationships/hyperlink" Target="../../../books/ACCESS-Trades-Numeracy-Exercise-Book.pdf#page=27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59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hyperlink" Target="../../../books/ACCESS-Trades-Numeracy-Textbook.pdf#page=59" TargetMode="External"/><Relationship Id="rId6" Type="http://schemas.openxmlformats.org/officeDocument/2006/relationships/hyperlink" Target="../../../books/ACCESS-Trades-Numeracy-Exercise-Book.pdf#page=2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59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" TargetMode="External"/><Relationship Id="rId5" Type="http://schemas.openxmlformats.org/officeDocument/2006/relationships/hyperlink" Target="../../../books/ACCESS-Trades-Numeracy-Exercise-Book.pdf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64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64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64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64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64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hyperlink" Target="../../../books/ACCESS-Trades-Numeracy-Textbook.pdf#page=66" TargetMode="External"/><Relationship Id="rId6" Type="http://schemas.openxmlformats.org/officeDocument/2006/relationships/hyperlink" Target="../../../books/ACCESS-Trades-Numeracy-Exercise-Book.pdf#page=26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hyperlink" Target="../../../books/ACCESS-Trades-Numeracy-Textbook.pdf#page=66" TargetMode="External"/><Relationship Id="rId6" Type="http://schemas.openxmlformats.org/officeDocument/2006/relationships/hyperlink" Target="../../../books/ACCESS-Trades-Numeracy-Exercise-Book.pdf#page=26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64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64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hyperlink" Target="../../../books/ACCESS-Trades-Numeracy-Textbook.pdf#page=64" TargetMode="External"/><Relationship Id="rId6" Type="http://schemas.openxmlformats.org/officeDocument/2006/relationships/hyperlink" Target="../../../books/ACCESS-Trades-Numeracy-Exercise-Book.pdf#page=2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hyperlink" Target="../../../books/ACCESS-Trades-Numeracy-Textbook.pdf#page=64" TargetMode="External"/><Relationship Id="rId6" Type="http://schemas.openxmlformats.org/officeDocument/2006/relationships/hyperlink" Target="../../../books/ACCESS-Trades-Numeracy-Exercise-Book.pdf#page=2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64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hyperlink" Target="../../../books/ACCESS-Trades-Numeracy-Textbook.pdf#page=64" TargetMode="External"/><Relationship Id="rId6" Type="http://schemas.openxmlformats.org/officeDocument/2006/relationships/hyperlink" Target="../../../books/ACCESS-Trades-Numeracy-Exercise-Book.pdf#page=26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64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hyperlink" Target="../../../books/ACCESS-Trades-Numeracy-Textbook.pdf#page=64" TargetMode="External"/><Relationship Id="rId6" Type="http://schemas.openxmlformats.org/officeDocument/2006/relationships/hyperlink" Target="../../../books/ACCESS-Trades-Numeracy-Exercise-Book.pdf#page=2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hyperlink" Target="../../../books/ACCESS-Trades-Numeracy-Textbook.pdf#page=64" TargetMode="External"/><Relationship Id="rId6" Type="http://schemas.openxmlformats.org/officeDocument/2006/relationships/hyperlink" Target="../../../books/ACCESS-Trades-Numeracy-Exercise-Book.pdf#page=29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64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hyperlink" Target="../../../books/ACCESS-Trades-Numeracy-Textbook.pdf#page=64" TargetMode="External"/><Relationship Id="rId6" Type="http://schemas.openxmlformats.org/officeDocument/2006/relationships/hyperlink" Target="../../../books/ACCESS-Trades-Numeracy-Exercise-Book.pdf#page=2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hyperlink" Target="../../../books/ACCESS-Trades-Numeracy-Textbook.pdf#page=64" TargetMode="External"/><Relationship Id="rId6" Type="http://schemas.openxmlformats.org/officeDocument/2006/relationships/hyperlink" Target="../../../books/ACCESS-Trades-Numeracy-Exercise-Book.pdf#page=29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13.png"/><Relationship Id="rId4" Type="http://schemas.openxmlformats.org/officeDocument/2006/relationships/hyperlink" Target="../../../books/ACCESS-Trades-Numeracy-Textbook.pdf#page=64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3891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D2181F"/>
                </a:solidFill>
                <a:latin typeface="Arial"/>
              </a:defRPr>
            </a:pPr>
            <a:r>
              <a:t>ACCESS  /  CARPENTRY FOUNDATION  /  INTAKE 141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143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600" b="1">
                <a:solidFill>
                  <a:srgbClr val="1A1A1A"/>
                </a:solidFill>
                <a:latin typeface="Arial"/>
              </a:defRPr>
            </a:pPr>
            <a:r>
              <a:t>Day 08  |  Monday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88366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600" b="0">
                <a:solidFill>
                  <a:srgbClr val="4A4E54"/>
                </a:solidFill>
                <a:latin typeface="Arial"/>
              </a:defRPr>
            </a:pPr>
            <a:r>
              <a:t>November 9,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2633472"/>
            <a:ext cx="109728" cy="2194560"/>
          </a:xfrm>
          <a:prstGeom prst="rect">
            <a:avLst/>
          </a:prstGeom>
          <a:solidFill>
            <a:srgbClr val="D2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32688" y="2743200"/>
            <a:ext cx="10287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1A1A1A"/>
                </a:solidFill>
                <a:latin typeface="Arial"/>
              </a:defRPr>
            </a:pPr>
            <a:r>
              <a:t>Adding fractional lengths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2004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4A4E54"/>
                </a:solidFill>
                <a:latin typeface="Arial"/>
              </a:defRPr>
            </a:pPr>
            <a:r>
              <a:t>12:45 PM–2:00 PM  •  Math  •  75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840480"/>
            <a:ext cx="10287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1A1A1A"/>
                </a:solidFill>
                <a:latin typeface="Arial"/>
              </a:defRPr>
            </a:pPr>
            <a:r>
              <a:t>Subtracting and regrouping fractions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2976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4A4E54"/>
                </a:solidFill>
                <a:latin typeface="Arial"/>
              </a:defRPr>
            </a:pPr>
            <a:r>
              <a:t>2:15 PM–3:30 PM  •  Math  •  75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44068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D2181F"/>
                </a:solidFill>
                <a:latin typeface="Arial"/>
              </a:defRPr>
            </a:pPr>
            <a:r>
              <a:t>Week 3  •  2 scheduled blocks  •  150 teaching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59436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t>Estimate. Show the method. Label units. Check the result.</a:t>
            </a:r>
          </a:p>
        </p:txBody>
      </p:sp>
      <p:pic>
        <p:nvPicPr>
          <p:cNvPr id="12" name="Picture 11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t>Day 08  •  2026-11-09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9418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D2181F"/>
                </a:solidFill>
                <a:latin typeface="Arial"/>
              </a:defRPr>
            </a:pPr>
            <a:r>
              <a:rPr/>
              <a:t>DAY 08  /  WEEK 3  /  CLASS TIMETABLE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000" b="1">
                <a:solidFill>
                  <a:srgbClr val="1A1A1A"/>
                </a:solidFill>
                <a:latin typeface="Arial"/>
              </a:defRPr>
            </a:pPr>
            <a:r>
              <a:rPr/>
              <a:t>Today’s exact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27632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D2181F"/>
                </a:solidFill>
                <a:latin typeface="Arial"/>
              </a:defRPr>
            </a:pPr>
            <a:r>
              <a:rPr/>
              <a:t>12:45 PM–2:00 PM  •  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048256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A1A1A"/>
                </a:solidFill>
                <a:latin typeface="Arial"/>
              </a:defRPr>
            </a:pPr>
            <a:r>
              <a:rPr/>
              <a:t>Adding fractional lengths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8529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12:45 PM–12:50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8648" y="28529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7528" y="28529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20954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12:50 PM–12:55 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320954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32095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5661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12:55 PM–1:10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35661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Teach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35661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92277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1:10 PM–1:25 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392277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Together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39227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27939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1:25 PM–1:45 PM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42793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Practise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4279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636007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1:45 PM–1:55 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8648" y="4636007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463600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992623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1:55 PM–2:00 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8648" y="4992623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Wrap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4992623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522976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Math  •  Math Week 3, Lesson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1627632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D2181F"/>
                </a:solidFill>
                <a:latin typeface="Arial"/>
              </a:defRPr>
            </a:pPr>
            <a:r>
              <a:rPr/>
              <a:t>2:15 PM–3:30 PM  •  75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2048256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A1A1A"/>
                </a:solidFill>
                <a:latin typeface="Arial"/>
              </a:defRPr>
            </a:pPr>
            <a:r>
              <a:rPr/>
              <a:t>Subtracting and regrouping fractions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28529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2:15 PM–2:20 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28529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Start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91088" y="28529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320954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2:20 PM–2:25 PM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20954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Recall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91088" y="32095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35661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2:25 PM–2:40 PM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35661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Teach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91088" y="35661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392277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2:40 PM–2:55 PM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22208" y="392277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Together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91088" y="39227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427939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2:55 PM–3:15 PM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22208" y="42793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Practise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91088" y="4279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4636007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3:15 PM–3:25 PM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22208" y="4636007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Check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91088" y="463600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4992623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3:25 PM–3:30 PM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22208" y="4992623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Wrap 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91088" y="4992623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5522976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Math  •  Math Week 3, Lesson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6053328"/>
            <a:ext cx="10927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1A1A1A"/>
                </a:solidFill>
                <a:latin typeface="Arial"/>
              </a:defRPr>
            </a:pPr>
            <a:r>
              <a:rPr/>
              <a:t>Break: 2:00 PM–2:15 PM  •  15 minutes  •  excluded from teaching time</a:t>
            </a:r>
          </a:p>
        </p:txBody>
      </p:sp>
      <p:pic>
        <p:nvPicPr>
          <p:cNvPr id="53" name="Picture 5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55" name="TextBox 5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W03-L01  •  START  •  12:45 PM–12:50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Adding fractional lengths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pp.59–66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56231"/>
            <a:ext cx="10927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1A1A1A"/>
                </a:solidFill>
                <a:latin typeface="Arial"/>
              </a:defRPr>
            </a:pPr>
            <a:r>
              <a:rPr/>
              <a:t>Today’s goal: Add fractional and mixed-inch lengths using a common denominator.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154680"/>
            <a:ext cx="10927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Name one use for today’s skill.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4114800"/>
            <a:ext cx="10927080" cy="13716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41248" y="42976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A1A1A"/>
                </a:solidFill>
                <a:latin typeface="Arial"/>
              </a:defRPr>
            </a:pPr>
            <a:r>
              <a:rPr/>
              <a:t>Textbook Chapter 4 pp.59–66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9011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4A4E54"/>
                </a:solidFill>
                <a:latin typeface="Arial"/>
              </a:defRPr>
            </a:pPr>
            <a:r>
              <a:rPr/>
              <a:t>Exercise Book 4A Q14 (p.26); 4B Q2–3 (p.27)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80644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D2181F"/>
                </a:solidFill>
                <a:latin typeface="Arial"/>
              </a:defRPr>
            </a:pPr>
            <a:r>
              <a:rPr/>
              <a:t>Keep your notebook, assigned ACCESS books and chosen calculator ready.</a:t>
            </a:r>
          </a:p>
        </p:txBody>
      </p:sp>
      <p:pic>
        <p:nvPicPr>
          <p:cNvPr id="11" name="Picture 10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W03-L01  •  RECALL  •  12:50 PM–12:55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Recall and reconnect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pp.59–66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Retrieve equivalent fractions and ask how many sixteenths make one whole.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Try first without displayed answers.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4A Q14 (p.26); 4B Q2–3 (p.27)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W03-L01  •  TEACH  •  12:55 PM–1:10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Add equal-sized fractional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pp.59–66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0195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Choose a common denominator before adding fractional lengths.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6207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3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Rename each fraction using that denominator.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2219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5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Add numerators and whole-number parts; do not add denominators.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82312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A strip diagram joins the lengths end to end to show the total.</a:t>
            </a:r>
          </a:p>
        </p:txBody>
      </p:sp>
      <p:pic>
        <p:nvPicPr>
          <p:cNvPr id="13" name="Picture 1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W03-L01  •  TEACH  •  12:55 PM–1:10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Carry a complete set into the whole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pp.59–66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0195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When the numerator reaches the denominator, the fraction contains a whole unit.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6207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3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Move each complete whole into the whole-number part.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2219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5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Keep the remaining fractional part and simplify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82312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Check that the total is longer than either positive piece being added.</a:t>
            </a:r>
          </a:p>
        </p:txBody>
      </p:sp>
      <p:pic>
        <p:nvPicPr>
          <p:cNvPr id="13" name="Picture 1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609585" y="381000"/>
            <a:ext cx="94183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 sz="1150">
                <a:solidFill>
                  <a:srgbClr val="D2181F"/>
                </a:solidFill>
                <a:latin typeface="Arial"/>
              </a:defRPr>
            </a:pPr>
            <a:r>
              <a:rPr/>
              <a:t>W03-L01  •  TEACH  •  12:55 PM–1:10 PM  •  15 MIN TOTAL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781050"/>
            <a:ext cx="1097252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Regroup a full set into one whole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1762125"/>
            <a:ext cx="10972526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5/8 + 1 7/8 = 3 12/8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3 + 1 + 4/8 = 4 1/2 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585" y="3143250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eighths contain one whole inch and four eighths.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2.625 + 1.875 = 4.5 in.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4524375"/>
            <a:ext cx="10972526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• Solve 4A Q14(a), then 4B Q2.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adjoining labelled strips. Explain the carry into the whole number before checking with Numeracy Hub Calculator.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6345936"/>
            <a:ext cx="108813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Week 3 L1 • Classroom example • Shape Canvas inch labels support the written sum</a:t>
            </a:r>
            <a:endParaRPr lang="en-US" sz="1050" dirty="0"/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07</a:t>
            </a:r>
          </a:p>
        </p:txBody>
      </p:sp>
    </p:spTree>
    <p:extLst>
      <p:ext uri="{BB962C8B-B14F-4D97-AF65-F5344CB8AC3E}">
        <p14:creationId xmlns:p14="http://schemas.microsoft.com/office/powerpoint/2010/main" val="1186088616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W03-L01  •  TEACH  •  12:55 PM–1:10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ACCESS Textbook  |  page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pp.59–66</a:t>
            </a:r>
          </a:p>
        </p:txBody>
      </p:sp>
      <p:pic>
        <p:nvPicPr>
          <p:cNvPr id="5" name="Picture 4" descr="W03-L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66243"/>
            <a:ext cx="10698480" cy="37198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52160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4A4E54"/>
                </a:solidFill>
                <a:latin typeface="Arial"/>
              </a:defRPr>
            </a:pPr>
            <a:r>
              <a:rPr/>
              <a:t>Textbook p.65 · Figure 4.9: adjoining mixed-inch lengths.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W03-L01  •  TEACH  •  12:55 PM–1:10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ACCESS Textbook  |  page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pp.59–66</a:t>
            </a:r>
          </a:p>
        </p:txBody>
      </p:sp>
      <p:pic>
        <p:nvPicPr>
          <p:cNvPr id="5" name="Picture 4" descr="W03-L01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50144"/>
            <a:ext cx="10698480" cy="29520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52160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4A4E54"/>
                </a:solidFill>
                <a:latin typeface="Arial"/>
              </a:defRPr>
            </a:pPr>
            <a:r>
              <a:rPr/>
              <a:t>Textbook p.65 · Example 4.9: carry a whole from the fractional total.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W03-L01  •  TEACH  •  12:55 PM–1:10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Spot the mistake. Explain the correction.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pp.59–66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47088"/>
            <a:ext cx="10927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A1A1A"/>
                </a:solidFill>
                <a:latin typeface="Arial"/>
              </a:defRPr>
            </a:pPr>
            <a:r>
              <a:rPr/>
              <a:t>A learner writes 1/2 + 1/4 = 2/6. Why cannot the denominators be added?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0332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D2181F"/>
                </a:solidFill>
                <a:latin typeface="Arial"/>
              </a:defRPr>
            </a:pPr>
            <a:r>
              <a:rPr/>
              <a:t>Discuss the method before checking the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617720"/>
            <a:ext cx="10927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4A4E54"/>
                </a:solidFill>
                <a:latin typeface="Arial"/>
              </a:defRPr>
            </a:pPr>
            <a:r>
              <a:rPr/>
              <a:t>The parts have different sizes. Rename 1/2 as 2/4; then 2/4 + 1/4 = 3/4.</a:t>
            </a:r>
          </a:p>
        </p:txBody>
      </p:sp>
      <p:pic>
        <p:nvPicPr>
          <p:cNvPr id="8" name="Picture 7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W03-L01  •  TOGETHER  •  1:10 PM–1:25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pp.59–66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Solve 4A question 14(a), then 4B question 2 with a labelled strip diagram.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Work in pairs; alternate solver and checker.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4A Q14 (p.26); 4B Q2–3 (p.27)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W03-L01  •  TOGETHER  •  1:10 PM–1:25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Guided practice  |  4A Q14a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pp.59–66</a:t>
            </a:r>
          </a:p>
        </p:txBody>
      </p:sp>
      <p:pic>
        <p:nvPicPr>
          <p:cNvPr id="5" name="Picture 4" descr="4A-Q1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58160"/>
            <a:ext cx="10698480" cy="10434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Work with a partner. Take turns explaining the next step.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W03-L01  •  TOGETHER  •  1:10 PM–1:25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Compare your method  |  4A Q14a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pp.59–66</a:t>
            </a:r>
          </a:p>
        </p:txBody>
      </p:sp>
      <p:pic>
        <p:nvPicPr>
          <p:cNvPr id="5" name="Picture 4" descr="4A-Q1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15744"/>
            <a:ext cx="10698480" cy="10434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611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D2181F"/>
                </a:solidFill>
                <a:latin typeface="Arial"/>
              </a:defRPr>
            </a:pPr>
            <a:r>
              <a:rPr/>
              <a:t>CHECK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14800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A1A1A"/>
                </a:solidFill>
                <a:latin typeface="Arial"/>
              </a:defRPr>
            </a:pPr>
            <a:r>
              <a:rPr/>
              <a:t>(a)  1 1/16</a:t>
            </a:r>
          </a:p>
        </p:txBody>
      </p:sp>
      <p:pic>
        <p:nvPicPr>
          <p:cNvPr id="8" name="Picture 7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W03-L01  •  PRACTISE  •  1:25 PM–1:45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Your scheduled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pp.59–66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Complete 4A question 14(b) and 4B question 3. Draw the lengths or layers and show the written addition before calculator checking.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Show working and units; estimate, then 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4A Q14 (p.26); 4B Q2–3 (p.27)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W03-L01  •  PRACTISE  •  1:25 PM–1:45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Open the ACCESS tool for this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pp.59–66</a:t>
            </a:r>
          </a:p>
        </p:txBody>
      </p:sp>
      <p:pic>
        <p:nvPicPr>
          <p:cNvPr id="5" name="Picture 4" descr="shape-rect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776" y="1664208"/>
            <a:ext cx="6122822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5998464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50" b="0">
                <a:solidFill>
                  <a:srgbClr val="4A4E54"/>
                </a:solidFill>
                <a:latin typeface="Arial"/>
              </a:defRPr>
            </a:pPr>
            <a:r>
              <a:rPr/>
              <a:t>Navigation example. Use the values and units in the assigned task.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W03-L01  •  PRACTISE  •  1:25 PM–1:45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Your tool activity: try, compare and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pp.59–66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828800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Supported: In Shape Canvas, label adjoining rectangles in inches for 4A Q14(a) or 4B Q2.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127248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127248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Independent practice: Draw the lengths or layers for 4A Q14(b) and 4B Q3; write the full sum.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425696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25696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Independent checking: Use Numeracy Hub Calculator after the sum; explain any carry into whole inches.</a:t>
            </a:r>
          </a:p>
        </p:txBody>
      </p:sp>
      <p:pic>
        <p:nvPicPr>
          <p:cNvPr id="11" name="Picture 10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W03-L01  •  PRACTISE  •  1:25 PM–1:45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Practise from the Exercise Book  |  4A Q14b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pp.59–66</a:t>
            </a:r>
          </a:p>
        </p:txBody>
      </p:sp>
      <p:pic>
        <p:nvPicPr>
          <p:cNvPr id="5" name="Picture 4" descr="4A-Q1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58160"/>
            <a:ext cx="10698480" cy="10434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W03-L01  •  PRACTISE  •  1:25 PM–1:45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Practise from the Exercise Book  |  4B 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pp.59–66</a:t>
            </a:r>
          </a:p>
        </p:txBody>
      </p:sp>
      <p:pic>
        <p:nvPicPr>
          <p:cNvPr id="5" name="Picture 4" descr="4B-Q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20416"/>
            <a:ext cx="10698480" cy="15189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W03-L01  •  CHECK  •  1:45 PM–1:55 PM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Check independently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pp.59–66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Redo 4A question 14(b) and explain the carry into the whole number.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Answer independently and show the method.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4A Q14 (p.26); 4B Q2–3 (p.27)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W03-L01  •  CHECK  •  1:45 PM–1:55 PM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Independent check  |  4A Q14b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pp.59–66</a:t>
            </a:r>
          </a:p>
        </p:txBody>
      </p:sp>
      <p:pic>
        <p:nvPicPr>
          <p:cNvPr id="5" name="Picture 4" descr="4A-Q1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58160"/>
            <a:ext cx="10698480" cy="10434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Answer independently. Keep worked solutions closed.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W03-L01  •  WRAP UP  •  1:55 PM–2:00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Wrap up and choose the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pp.59–66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Share one learning point and one skill to practise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Record a takeaway and next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4A Q14 (p.26); 4B Q2–3 (p.27)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D2181F"/>
                </a:solidFill>
                <a:latin typeface="Arial"/>
              </a:defRPr>
            </a:pPr>
            <a:r>
              <a:t>DAY 08  •  SCHEDULED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3716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4400" b="1">
                <a:solidFill>
                  <a:srgbClr val="1A1A1A"/>
                </a:solidFill>
                <a:latin typeface="Arial"/>
              </a:defRPr>
            </a:pPr>
            <a: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743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200" b="0">
                <a:solidFill>
                  <a:srgbClr val="D2181F"/>
                </a:solidFill>
                <a:latin typeface="Arial"/>
              </a:defRPr>
            </a:pPr>
            <a:r>
              <a:t>2:00 PM–2:15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794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300" b="0">
                <a:solidFill>
                  <a:srgbClr val="1A1A1A"/>
                </a:solidFill>
                <a:latin typeface="Arial"/>
              </a:defRPr>
            </a:pPr>
            <a:r>
              <a:t>Return ready for: Subtracting and regrouping fractions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4A4E54"/>
                </a:solidFill>
                <a:latin typeface="Arial"/>
              </a:defRPr>
            </a:pPr>
            <a:r>
              <a:t>This break is excluded from teaching minutes.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t>Day 08  •  2026-11-09  •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W03-L02  •  START  •  2:15 PM–2:20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Subtracting and regrouping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pp.64–66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56231"/>
            <a:ext cx="10927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1A1A1A"/>
                </a:solidFill>
                <a:latin typeface="Arial"/>
              </a:defRPr>
            </a:pPr>
            <a:r>
              <a:rPr/>
              <a:t>Today’s goal: Find a remaining or missing length by subtracting mixed numbers accurately.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154680"/>
            <a:ext cx="10927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Name one use for today’s skill.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4114800"/>
            <a:ext cx="10927080" cy="13716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41248" y="42976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A1A1A"/>
                </a:solidFill>
                <a:latin typeface="Arial"/>
              </a:defRPr>
            </a:pPr>
            <a:r>
              <a:rPr/>
              <a:t>Textbook Chapter 4 pp.64–66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9011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4A4E54"/>
                </a:solidFill>
                <a:latin typeface="Arial"/>
              </a:defRPr>
            </a:pPr>
            <a:r>
              <a:rPr/>
              <a:t>Exercise Book 4A Q15 (p.26); 4C Q1–3 (p.29)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80644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D2181F"/>
                </a:solidFill>
                <a:latin typeface="Arial"/>
              </a:defRPr>
            </a:pPr>
            <a:r>
              <a:rPr/>
              <a:t>Keep your notebook, assigned ACCESS books and chosen calculator ready.</a:t>
            </a:r>
          </a:p>
        </p:txBody>
      </p:sp>
      <p:pic>
        <p:nvPicPr>
          <p:cNvPr id="11" name="Picture 10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W03-L02  •  RECALL  •  2:20 PM–2:25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Recall and reconnect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pp.64–66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Explain how 5 can be written as 4 plus sixteenths. Retrieve one common-denominator example.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Try first without displayed answers.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4A Q15 (p.26); 4C Q1–3 (p.29)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W03-L02  •  TEACH  •  2:25 PM–2:40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Regroup one whole without changing the length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pp.64–66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0195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Match the denominators before subtracting.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6207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3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If the top fractional part is too small, rename one whole as fractional units.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2219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5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Reduce the whole-number part by one and add one denominator to the numerator.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82312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Subtract the equal-sized parts, then simplify the result.</a:t>
            </a:r>
          </a:p>
        </p:txBody>
      </p:sp>
      <p:pic>
        <p:nvPicPr>
          <p:cNvPr id="13" name="Picture 1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W03-L02  •  TEACH  •  2:25 PM–2:40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Use the overall dimension to check the remainder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pp.64–66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0195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Label the overall length and the known part or parts on a drawing.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6207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3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Subtract the known parts from the overall length.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2219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5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Add the found remainder back to the known parts.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82312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The reconstructed length must equal the original overall dimension.</a:t>
            </a:r>
          </a:p>
        </p:txBody>
      </p:sp>
      <p:pic>
        <p:nvPicPr>
          <p:cNvPr id="13" name="Picture 1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609585" y="381000"/>
            <a:ext cx="94183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 sz="1150">
                <a:solidFill>
                  <a:srgbClr val="D2181F"/>
                </a:solidFill>
                <a:latin typeface="Arial"/>
              </a:defRPr>
            </a:pPr>
            <a:r>
              <a:rPr/>
              <a:t>W03-L02  •  TEACH  •  2:25 PM–2:40 PM  •  15 MIN TOTAL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781050"/>
            <a:ext cx="1097252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one whole for eight eighths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1666875"/>
            <a:ext cx="10972526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1/4 − 2 7/8 = 5 2/8 − 2 7/8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4 10/8 − 2 7/8 = 2 3/8 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585" y="3143250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2 3/8 + 2 7/8 = 5 2/8 = 5 1/4 in.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 remainder restores the original length.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4524375"/>
            <a:ext cx="10972526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• Solve 4A Q15(a) and 4C Q1 with a drawing.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Canvas: show the overall length and known parts; hide the missing dimension until after the paper attempt.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6345936"/>
            <a:ext cx="108813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 L2 • Classroom example • Add-back checking is essential</a:t>
            </a:r>
            <a:endParaRPr lang="en-US" sz="1050" dirty="0"/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27</a:t>
            </a:r>
          </a:p>
        </p:txBody>
      </p:sp>
    </p:spTree>
    <p:extLst>
      <p:ext uri="{BB962C8B-B14F-4D97-AF65-F5344CB8AC3E}">
        <p14:creationId xmlns:p14="http://schemas.microsoft.com/office/powerpoint/2010/main" val="2054976604"/>
      </p:ext>
    </p:extLst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W03-L02  •  TEACH  •  2:25 PM–2:40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ACCESS Textbook  |  page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pp.64–66</a:t>
            </a:r>
          </a:p>
        </p:txBody>
      </p:sp>
      <p:pic>
        <p:nvPicPr>
          <p:cNvPr id="5" name="Picture 4" descr="W03-L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47904"/>
            <a:ext cx="10698480" cy="3756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52160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4A4E54"/>
                </a:solidFill>
                <a:latin typeface="Arial"/>
              </a:defRPr>
            </a:pPr>
            <a:r>
              <a:rPr/>
              <a:t>Textbook p.66 · Example 4.10: regroup a whole inch to find an offcut.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W03-L02  •  TEACH  •  2:25 PM–2:40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ACCESS Textbook  |  page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pp.64–66</a:t>
            </a:r>
          </a:p>
        </p:txBody>
      </p:sp>
      <p:pic>
        <p:nvPicPr>
          <p:cNvPr id="5" name="Picture 4" descr="W03-L02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06302"/>
            <a:ext cx="10698480" cy="14397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52160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4A4E54"/>
                </a:solidFill>
                <a:latin typeface="Arial"/>
              </a:defRPr>
            </a:pPr>
            <a:r>
              <a:rPr/>
              <a:t>Textbook p.66 · Add the remainder back to verify the original length.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W03-L02  •  TEACH  •  2:25 PM–2:40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Spot the mistake. Explain the correction.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pp.64–66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47088"/>
            <a:ext cx="10927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A1A1A"/>
                </a:solidFill>
                <a:latin typeface="Arial"/>
              </a:defRPr>
            </a:pPr>
            <a:r>
              <a:rPr/>
              <a:t>In 5 1/4 − 2 7/8, can you subtract 7 eighths from 2 eighths without regrouping?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0332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D2181F"/>
                </a:solidFill>
                <a:latin typeface="Arial"/>
              </a:defRPr>
            </a:pPr>
            <a:r>
              <a:rPr/>
              <a:t>Discuss the method before checking the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617720"/>
            <a:ext cx="10927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4A4E54"/>
                </a:solidFill>
                <a:latin typeface="Arial"/>
              </a:defRPr>
            </a:pPr>
            <a:r>
              <a:rPr/>
              <a:t>Regroup first: 5 2/8 becomes 4 10/8. Now subtract the equal-sized parts, then check by adding back.</a:t>
            </a:r>
          </a:p>
        </p:txBody>
      </p:sp>
      <p:pic>
        <p:nvPicPr>
          <p:cNvPr id="8" name="Picture 7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W03-L02  •  TOGETHER  •  2:40 PM–2:55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pp.64–66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Solve 4A question 15(a) and 4C question 1 with a drawing.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Work in pairs; alternate solver and checker.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4A Q15 (p.26); 4C Q1–3 (p.29)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W03-L02  •  TOGETHER  •  2:40 PM–2:55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Guided practice  |  4A Q15a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pp.64–66</a:t>
            </a:r>
          </a:p>
        </p:txBody>
      </p:sp>
      <p:pic>
        <p:nvPicPr>
          <p:cNvPr id="5" name="Picture 4" descr="4A-Q1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58160"/>
            <a:ext cx="10698480" cy="10434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Work with a partner. Take turns explaining the next step.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W03-L02  •  TOGETHER  •  2:40 PM–2:55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Compare your method  |  4A Q15a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pp.64–66</a:t>
            </a:r>
          </a:p>
        </p:txBody>
      </p:sp>
      <p:pic>
        <p:nvPicPr>
          <p:cNvPr id="5" name="Picture 4" descr="4A-Q1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15744"/>
            <a:ext cx="10698480" cy="10434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611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D2181F"/>
                </a:solidFill>
                <a:latin typeface="Arial"/>
              </a:defRPr>
            </a:pPr>
            <a:r>
              <a:rPr/>
              <a:t>CHECK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14800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A1A1A"/>
                </a:solidFill>
                <a:latin typeface="Arial"/>
              </a:defRPr>
            </a:pPr>
            <a:r>
              <a:rPr/>
              <a:t>(a)  3 5/16</a:t>
            </a:r>
          </a:p>
        </p:txBody>
      </p:sp>
      <p:pic>
        <p:nvPicPr>
          <p:cNvPr id="8" name="Picture 7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W03-L02  •  PRACTISE  •  2:55 PM–3:15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Your scheduled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pp.64–66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Complete 4A question 15(b) and 4C questions 2–3. Add the found piece back to the known parts to verify the overall length.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Show working and units; estimate, then 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4A Q15 (p.26); 4C Q1–3 (p.29)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W03-L02  •  PRACTISE  •  2:55 PM–3:15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Open the ACCESS tool for this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pp.64–66</a:t>
            </a:r>
          </a:p>
        </p:txBody>
      </p:sp>
      <p:pic>
        <p:nvPicPr>
          <p:cNvPr id="5" name="Picture 4" descr="shape-rect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776" y="1664208"/>
            <a:ext cx="6122822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5998464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50" b="0">
                <a:solidFill>
                  <a:srgbClr val="4A4E54"/>
                </a:solidFill>
                <a:latin typeface="Arial"/>
              </a:defRPr>
            </a:pPr>
            <a:r>
              <a:rPr/>
              <a:t>Navigation example. Use the values and units in the assigned task.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W03-L02  •  PRACTISE  •  2:55 PM–3:15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Your tool activity: try, compare and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pp.64–66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828800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Supported: In Shape Canvas, show the overall length and known parts for the scheduled drawing.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127248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127248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Independent practice: Hide the missing dimension and solve it on paper before revealing a value.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425696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25696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Independent checking: Add the found piece to the known parts and verify the overall length.</a:t>
            </a:r>
          </a:p>
        </p:txBody>
      </p:sp>
      <p:pic>
        <p:nvPicPr>
          <p:cNvPr id="11" name="Picture 10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W03-L02  •  PRACTISE  •  2:55 PM–3:15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Practise from the Exercise Book  |  4A Q15b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pp.64–66</a:t>
            </a:r>
          </a:p>
        </p:txBody>
      </p:sp>
      <p:pic>
        <p:nvPicPr>
          <p:cNvPr id="5" name="Picture 4" descr="4A-Q1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58160"/>
            <a:ext cx="10698480" cy="10434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W03-L02  •  PRACTISE  •  2:55 PM–3:15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Practise from the Exercise Book  |  4C 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pp.64–66</a:t>
            </a:r>
          </a:p>
        </p:txBody>
      </p:sp>
      <p:pic>
        <p:nvPicPr>
          <p:cNvPr id="5" name="Picture 4" descr="4C-Q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278" y="1773936"/>
            <a:ext cx="8865523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W03-L02  •  CHECK  •  3:15 PM–3:25 PM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Check independently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pp.64–66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Complete 4A question 15(b) and 4C question 3 independently.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Answer independently and show the method.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4A Q15 (p.26); 4C Q1–3 (p.29)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W03-L02  •  CHECK  •  3:15 PM–3:25 PM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Independent check  |  4A Q15b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pp.64–66</a:t>
            </a:r>
          </a:p>
        </p:txBody>
      </p:sp>
      <p:pic>
        <p:nvPicPr>
          <p:cNvPr id="5" name="Picture 4" descr="4A-Q1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58160"/>
            <a:ext cx="10698480" cy="10434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Answer independently. Keep worked solutions closed.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W03-L02  •  CHECK  •  3:15 PM–3:25 PM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Independent check  |  4C 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pp.64–66</a:t>
            </a:r>
          </a:p>
        </p:txBody>
      </p:sp>
      <p:pic>
        <p:nvPicPr>
          <p:cNvPr id="5" name="Picture 4" descr="4C-Q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57" y="1773936"/>
            <a:ext cx="9917365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Answer independently. Keep worked solutions closed.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W03-L02  •  WRAP UP  •  3:25 PM–3:30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Wrap up and choose the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 pp.64–66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Share one learning point and one skill to practise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Record a takeaway and next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4A Q15 (p.26); 4C Q1–3 (p.29)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08  •  2026-11-09  •  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34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0FB143F-4C5F-4CFA-83D4-CE599B274CB0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e15ce61c-59d5-4165-9b38-ae3aa70e2273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96CE026-134B-41F5-918B-2FB126868299}">
  <we:reference id="wa200010215" version="2.0.0.1" store="en-US" storeType="OMEX"/>
  <we:alternateReferences>
    <we:reference id="WA200010215" version="2.0.0.1" store="" storeType="OMEX"/>
  </we:alternateReferences>
  <we:properties>
    <we:property name="bps.codex_control.document_id" value="&quot;fd5b780e-6113-4733-b1f1-d8726169f48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42</Slides>
  <Notes>42</Notes>
  <HiddenSlides>0</HiddenSlide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 Carpentry Math | Full Day 08 | 2026-11-09</dc:title>
  <dc:creator>ACCESS Trades</dc:creator>
  <dc:subject>Adding fractional lengths; Subtracting and regrouping fractions</dc:subject>
</cp:coreProperties>
</file>