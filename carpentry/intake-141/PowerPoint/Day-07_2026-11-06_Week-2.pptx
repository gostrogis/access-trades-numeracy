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309" r:id="rId42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312" r:id="rId45"/>
    <p:sldId id="459" r:id="rId196"/>
    <p:sldId id="460" r:id="rId197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2" Type="http://schemas.openxmlformats.org/officeDocument/2006/relationships/slide" Target="slides/slide7.xml"/><Relationship Id="rId45" Type="http://schemas.openxmlformats.org/officeDocument/2006/relationships/slide" Target="slides/slide26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7.xml"/><Relationship Id="rId197" Type="http://schemas.openxmlformats.org/officeDocument/2006/relationships/slide" Target="slides/slide28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pp.56–63</a:t>
            </a:r>
          </a:p>
          <a:p>
            <a:r>
              <a:t>ACCESS Trades Numeracy Textbook, PDF/printed p.57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pp.56–63</a:t>
            </a:r>
          </a:p>
          <a:p>
            <a:r>
              <a:t>ACCESS Trades Numeracy Textbook, PDF/printed p.57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p.57 · Figure 4.3: transfer the written measurement, not the screen size.</a:t>
            </a:r>
          </a:p>
          <a:p>
            <a:r>
              <a:t>Exact PDF/printed page: 57. ACCESS Textbook excerpt.</a:t>
            </a:r>
          </a:p>
          <a:p>
            <a:r>
              <a:t>Figure 4.3 provides a dimension-reading ruler for demonstrating transfer to a paper strip.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Textbook p.57 · Four steps for rereading a mark from the last whole inch.</a:t>
            </a:r>
          </a:p>
          <a:p>
            <a:r>
              <a:t>Exact PDF/printed page: 57. ACCESS Textbook excerpt.</a:t>
            </a:r>
          </a:p>
          <a:p>
            <a:r>
              <a:t>Figure 4.3 provides a dimension-reading ruler for demonstrating transfer to a paper strip.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Shape Canvas: create rectangles with the question’s labelled dimensions. Use the labels, not the screen’s physical size, to mark a paper strip.</a:t>
            </a:r>
          </a:p>
          <a:p>
            <a:r>
              <a:t>Supported: In Shape Canvas, create rectangles labelled with the four values from 4A Q3.</a:t>
            </a:r>
          </a:p>
          <a:p>
            <a:r>
              <a:t>Independent practice: Use the labels and an actual rule to mark a paper strip from one start point.</a:t>
            </a:r>
          </a:p>
          <a:p>
            <a:r>
              <a:t>Independent checking: Exchange strips, reread from zero and explain any corrected disagreement.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4A-Q8</a:t>
            </a:r>
          </a:p>
          <a:p>
            <a:r>
              <a:t>Exact question: Which is longer,  9/16 in or  5/8 in? By how much?</a:t>
            </a:r>
          </a:p>
          <a:p>
            <a:r>
              <a:t>Instructor answer: 5/8 in, by  1/16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4A-Q9</a:t>
            </a:r>
          </a:p>
          <a:p>
            <a:r>
              <a:t>Exact question: Put in order from smallest:  13/32,  3/8,  7/16.</a:t>
            </a:r>
          </a:p>
          <a:p>
            <a:r>
              <a:t>Instructor answer: 3/8,  13/32,  7/16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W02-L09 | 2026-11-06 | 9:00 AM–10:15 AM | 75 minutes</a:t>
            </a:r>
          </a:p>
          <a:p>
            <a:r>
              <a:t>Marking fractional dimensions</a:t>
            </a:r>
          </a:p>
          <a:p>
            <a:r>
              <a:t>Mode: Math</a:t>
            </a:r>
          </a:p>
          <a:p>
            <a:r>
              <a:t>Goal: Transfer a labelled inch dimension to a paper strip and check it with a partner.</a:t>
            </a:r>
          </a:p>
          <a:p>
            <a:r>
              <a:t>Read: Textbook Chapter 4 pp.56–63</a:t>
            </a:r>
          </a:p>
          <a:p>
            <a:r>
              <a:t>Practise: Exercise Book 4A Q3 (p.25), Q8–11 (p.26)</a:t>
            </a:r>
          </a:p>
          <a:p>
            <a:r>
              <a:t>Tool: Shape Canvas: create rectangles with the question’s labelled dimensions. Use the labels, not the screen’s physical size, to mark a paper strip.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Ask what stays the same when a drawing is zoomed. Distinguish dimensions from screen size.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start point, whole inches and fractional spaces. Demonstrate a second reading from zero to catch counting errors.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Use the four values in 4A question 3 to mark and label a paper strip; partners verify each mark.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Create four dimension labels from questions 8–11, then mark them on paper. Compare readings, circle disagreements and correct them with a written reason.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Read two partner-created marks and simplify 14/32 and 36/64.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14/32 = 7/16; 36/64 = 9/16. Tape readings depend on the marks; compare against the labelled dimensions. Answer Key page 13.</a:t>
            </a:r>
          </a:p>
          <a:p/>
          <a:p>
            <a:r>
              <a:t>Next: check fraction foundations and choose a practice priority.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Next: check fraction foundations and choose a practice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pp.56–63</a:t>
            </a:r>
          </a:p>
          <a:p>
            <a:r>
              <a:t>ACCESS Trades Numeracy Textbook, PDF/printed p.61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4 pp.56–63</a:t>
            </a:r>
          </a:p>
          <a:p>
            <a:r>
              <a:t>ACCESS Trades Numeracy Textbook, PDF/printed p.61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p.61 · Different-number preparation: compare and order sizes.</a:t>
            </a:r>
          </a:p>
          <a:p>
            <a:r>
              <a:t>Exact PDF/printed page: 61. ACCESS Textbook excerpt.</a:t>
            </a:r>
          </a:p>
          <a:p>
            <a:r>
              <a:t>Example 4.5 shows ordered dimensions while Figure 4.8 connects improper fractions and mixed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Textbook p.61 · Figure 4.8: eleven quarters are two wholes and three quarters.</a:t>
            </a:r>
          </a:p>
          <a:p>
            <a:r>
              <a:t>Exact PDF/printed page: 61. ACCESS Textbook excerpt.</a:t>
            </a:r>
          </a:p>
          <a:p>
            <a:r>
              <a:t>Example 4.5 shows ordered dimensions while Figure 4.8 connects improper fractions and mixed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Use a rule, paper and the chosen calculator for checking after the first attempt. Shape Canvas supports one corrected dimension drawing.</a:t>
            </a:r>
          </a:p>
          <a:p>
            <a:r>
              <a:t>Independent first attempt: Use paper and a rule for 4A Q3,6,8,10–11 without displayed answers.</a:t>
            </a:r>
          </a:p>
          <a:p>
            <a:r>
              <a:t>Checking after completion: Use the chosen calculator or rule to locate and explain one error.</a:t>
            </a:r>
          </a:p>
          <a:p>
            <a:r>
              <a:t>Independent retry: Rebuild one corrected dimension in Shape Canvas, then solve a fresh missed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4A-Q3</a:t>
            </a:r>
          </a:p>
          <a:p>
            <a:r>
              <a:t>Exact question: Read marks A, B, C and D to the nearest  1/16 in.</a:t>
            </a:r>
          </a:p>
          <a:p>
            <a:r>
              <a:t>Instructor answer: A:  9/16 in, B: 1 5/8 in, C: 2 1/4 in, D: 2 13/16 in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4A-Q6</a:t>
            </a:r>
          </a:p>
          <a:p>
            <a:r>
              <a:t>Exact question: Write  14/32 and  36/64 in lowest terms.</a:t>
            </a:r>
          </a:p>
          <a:p>
            <a:r>
              <a:t>Instructor answer: 7/16 and  9/16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W02-L10 | 2026-11-06 | 10:30 AM–12:00 PM | 90 minutes</a:t>
            </a:r>
          </a:p>
          <a:p>
            <a:r>
              <a:t>Fraction foundations checkpoint</a:t>
            </a:r>
          </a:p>
          <a:p>
            <a:r>
              <a:t>Mode: Math</a:t>
            </a:r>
          </a:p>
          <a:p>
            <a:r>
              <a:t>Goal: Independently read, simplify, compare and convert fractions before progressing to operations.</a:t>
            </a:r>
          </a:p>
          <a:p>
            <a:r>
              <a:t>Read: Textbook Chapter 4 pp.56–63</a:t>
            </a:r>
          </a:p>
          <a:p>
            <a:r>
              <a:t>Practise: Exercise Book 4A Q3,6,8,10–11 (pp.25–26)</a:t>
            </a:r>
          </a:p>
          <a:p>
            <a:r>
              <a:t>Tool: Use a rule, paper and the chosen calculator for checking after the first attempt. Shape Canvas supports one corrected dimension drawing.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goal and connect it to a carpentry drawing or job quantity.</a:t>
            </a:r>
          </a:p>
          <a:p>
            <a:r>
              <a:t>Learners: Name one use for today’s skill.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Ask each learner to name the fraction skill they find hardest; review the meaning of simplest form.</a:t>
            </a:r>
          </a:p>
          <a:p>
            <a:r>
              <a:t>Learners: Try first without displayed answers.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Work one different example of each skill without giving the checkpoint answers.</a:t>
            </a:r>
          </a:p>
          <a:p>
            <a:r>
              <a:t>Learners: Follow the example; explain the next step.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Use fraction strips to explain equivalence; clarify question directions and required units.</a:t>
            </a:r>
          </a:p>
          <a:p>
            <a:r>
              <a:t>Learners: Work in pairs; alternate solver and checker.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Complete 4A questions 3,6,8,10–11 independently. Check, sort errors by reading or number form, and redo missed types with partner-created examples.</a:t>
            </a:r>
          </a:p>
          <a:p>
            <a:r>
              <a:t>Learners: Show working and units; estimate, then check.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Redo one missed type without prompts and explain how the check shows it is correct.</a:t>
            </a:r>
          </a:p>
          <a:p>
            <a:r>
              <a:t>Learners: Answer independently and show the method.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for one learning point and one skill to practise next.</a:t>
            </a:r>
          </a:p>
          <a:p>
            <a:r>
              <a:t>Learners: Record a takeaway and next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Use Answer Key page 13. Question 6: 7/16, 9/16; question 8: 5/8 is longer by 1/16; question 10: 4 5/8, 3 5/16; question 11: 71/16, 27/4. Answer Key p.13</a:t>
            </a:r>
          </a:p>
          <a:p/>
          <a:p>
            <a:r>
              <a:t>Week 3: practise fraction operations before the Week 4 job applications.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Week 3: practise fraction operations before the Week 4 job applications.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7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5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61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hyperlink" Target="../../../books/ACCESS-Trades-Numeracy-Textbook.pdf#page=56" TargetMode="External"/><Relationship Id="rId6" Type="http://schemas.openxmlformats.org/officeDocument/2006/relationships/hyperlink" Target="../../../books/ACCESS-Trades-Numeracy-Exercise-Book.pdf#page=2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0.png"/><Relationship Id="rId4" Type="http://schemas.openxmlformats.org/officeDocument/2006/relationships/hyperlink" Target="../../../books/ACCESS-Trades-Numeracy-Textbook.pdf#page=56" TargetMode="External"/><Relationship Id="rId5" Type="http://schemas.openxmlformats.org/officeDocument/2006/relationships/hyperlink" Target="../../../books/ACCESS-Trades-Numeracy-Exercise-Book.pdf#page=25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07  |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November 6,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Marking fractional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Fraction foundations checkpoint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2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07  •  2026-11-06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07  /  WEEK 2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Marking fractional dimensions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Fraction foundations checkpoint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 •  Math Week 2, Lesson 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Marking fractional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Transfer a labelled inch dimension to a paper strip and check it with a partner.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Q3 (p.25), Q8–11 (p.26)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stays the same when a drawing is zoomed. Distinguish dimensions from screen size.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 (p.25), Q8–11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Transfer a written dimension to a strip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Choose one start point and align the rule’s zero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Locate the whole inches before counting fractional spaces.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Mark the position clearly and write the full dimension with its unit.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drawing’s stated dimension, even when its screen size changes.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Verify the mark from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Ask a partner to reread the mark from zero without copying your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Compare the new reading with the original dimension label.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Circle a disagreement before adjusting the mark.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Record whether the error came from the start point, whole inches or fractional spaces.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once; reread independently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42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dimension: 3 7/16 in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09585" y="2524125"/>
            <a:ext cx="10972526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Align the rule’s zero with the chosen start point.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Find 3 whole inches.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Count seven sixteenth-inch spaces.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Mark and label; a partner rereads from zero.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42912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Use all four values in 4A Q3 to mark a strip.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verify each mark. In Shape Canvas, use the written dimension labels—not the physical size on the screen.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L9 • A zoom change must not change the dimension you mark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07</a:t>
            </a:r>
          </a:p>
        </p:txBody>
      </p:sp>
    </p:spTree>
    <p:extLst>
      <p:ext uri="{BB962C8B-B14F-4D97-AF65-F5344CB8AC3E}">
        <p14:creationId xmlns:p14="http://schemas.microsoft.com/office/powerpoint/2010/main" val="780670411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W02-L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37460"/>
            <a:ext cx="10698480" cy="2377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p.57 · Figure 4.3: transfer the written measurement, not the screen size.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W02-L09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84825"/>
            <a:ext cx="10698480" cy="22827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p.57 · Four steps for rereading a mark from the last whole inch.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Shape Canvas rectangle looks longer after zooming. Should its paper-strip dimension increase?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Zoom changes the display size. Use the unchanged written dimension label to mark the strip.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the four values in 4A question 3 to mark and label a paper strip; partners verify each mark.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 (p.25), Q8–11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2472"/>
            <a:ext cx="10698480" cy="2654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001" y="1783080"/>
            <a:ext cx="6080077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A:  9/16 in, B: 1 5/8 in, C: 2 1/4 in, D: 2 13/16 in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Create four dimension labels from questions 8–11, then mark them on paper. Compare readings, circle disagreements and correct them with a written reason.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 (p.25), Q8–11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Supported: In Shape Canvas, create rectangles labelled with the four values from 4A Q3.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practice: Use the labels and an actual rule to mark a paper strip from one start 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checking: Exchange strips, reread from zero and explain any corrected disagreement.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Read two partner-created marks and simplify 14/32 and 36/64.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 (p.25), Q8–11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W02-L09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 (p.25), Q8–11 (p.26)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07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Fraction foundations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07  •  2026-11-06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Fraction foundations 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Independently read, simplify, compare and convert fractions before progressing to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Name one use for today’s skill.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4A Q3,6,8,10–11 (pp.25–26)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Take a moment to name the fraction skill they find hardest; review the meaning of simplest form.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Try first without displayed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Q3,6,8,10–11 (pp.25–26)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Show the reading and the number 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tape mark, record the whole inches, fractional spaces and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simplification, divide numerator and denominator by the same 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a mixed number, account for all whole units before writing an improper fraction.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enough working to distinguish a reading error from a conversion error.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Use a checkpoint to locate the next practice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Complete the assigned questions before displaying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Sort errors into reading, simplifying, comparing or converting.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Explain the mistaken step before attempting a fresh example of that type.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fresh unprompted solution shows whether the correction is understood.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method on different examples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10972526" cy="1119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Simplify: 12/16 = 3/4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Compare: 3/8 = 6/16, so 7/16 is longer by 1/16</a:t>
            </a:r>
            <a:endParaRPr lang="en-US" sz="2100" dirty="0"/>
          </a:p>
          <a:p>
            <a:pPr marL="0" indent="0" algn="l">
              <a:buNone/>
            </a:pPr>
            <a:r>
              <a:rPr lang="en-US" sz="2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Convert: 2 1/4 = 9/4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09585" y="3381375"/>
            <a:ext cx="10972526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tape reading: identify whole inches, count spaces and simplify. Use a fresh mark on an actual rule.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4619625"/>
            <a:ext cx="10972526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fraction strips to explain equivalence. Clarify directions and units without giving the checkpoint answers.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W2 L10 • These are preparation examples, not the scored book items</a:t>
            </a:r>
            <a:endParaRPr lang="en-US" sz="1050" dirty="0"/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26</a:t>
            </a:r>
          </a:p>
        </p:txBody>
      </p:sp>
    </p:spTree>
    <p:extLst>
      <p:ext uri="{BB962C8B-B14F-4D97-AF65-F5344CB8AC3E}">
        <p14:creationId xmlns:p14="http://schemas.microsoft.com/office/powerpoint/2010/main" val="1004630731"/>
      </p:ext>
    </p:extLst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W02-L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7940" y="1691640"/>
            <a:ext cx="9614198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p.61 · Different-number preparation: compare and order sizes.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W02-L10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59502"/>
            <a:ext cx="10698480" cy="333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Textbook p.61 · Figure 4.8: eleven quarters are two wholes and three quarters.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learner simplifies 12/16 to 3/16 by dividing only the numerator. Has the value stayed the same?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No. Divide both numerator and denominator by 4: 12/16 = 3/4.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fraction strips to explain equivalence; clarify question directions and required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Work in pairs; alternate solver and checker.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Q3,6,8,10–11 (pp.25–26)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4A questions 3,6,8,10–11 independently. Check, sort errors by reading or number form, and redo missed types with partner-created examples.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Show working and units; estimate, then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Q3,6,8,10–11 (pp.25–26)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hub-mea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first attempt: Use paper and a rule for 4A Q3,6,8,10–11 without displayed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Checking after completion: Use the chosen calculator or rule to locate and explain one error.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Independent retry: Rebuild one corrected dimension in Shape Canvas, then solve a fresh missed type.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52472"/>
            <a:ext cx="10698480" cy="2654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4A Q6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pic>
        <p:nvPicPr>
          <p:cNvPr id="5" name="Picture 4" descr="4A-Q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58160"/>
            <a:ext cx="10698480" cy="10434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Redo one missed type without prompts and explain how the check shows it is correct.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Answer independently and show the method.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Q3,6,8,10–11 (pp.25–26)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W02-L10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4 pp.56–63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Share one learning point and one skill to practise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Record a takeaway and next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4A Q3,6,8,10–11 (pp.25–26)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07  •  2026-11-06  • 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37</Slides>
  <Notes>37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07 | 2026-11-06</dc:title>
  <dc:creator>ACCESS Trades</dc:creator>
  <dc:subject>Marking fractional dimensions; Fraction foundations checkpoint</dc:subject>
</cp:coreProperties>
</file>