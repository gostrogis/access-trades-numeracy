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356" r:id="rId89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359" r:id="rId92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9" Type="http://schemas.openxmlformats.org/officeDocument/2006/relationships/slide" Target="slides/slide8.xml"/><Relationship Id="rId92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  <a:p/>
          <a:p>
            <a:r>
              <a:t>ACCESS EXERCISE BOOK: 7A-Q1</a:t>
            </a:r>
          </a:p>
          <a:p>
            <a:r>
              <a:t>Exact question: Convert 4.75 m to mm.</a:t>
            </a:r>
          </a:p>
          <a:p>
            <a:r>
              <a:t>Instructor answer: 4,750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7.1–7.2 pp.108–110; sections 4.2 pp.57–58</a:t>
            </a:r>
          </a:p>
          <a:p>
            <a:r>
              <a:t>ACCESS Trades Numeracy Textbook p.110 — Example 7.3 — Adding feet and inches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7.1–7.2 pp.108–110; sections 4.2 pp.57–58</a:t>
            </a:r>
          </a:p>
          <a:p>
            <a:r>
              <a:t>ACCESS Trades Numeracy Textbook p.110 — Example 7.3 — Adding feet and inches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p.110 • Table 7.2 — Imperial length units</a:t>
            </a:r>
          </a:p>
          <a:p>
            <a:r>
              <a:t>Exact PDF/printed page: 110. ACCESS Textbook excerpt.</a:t>
            </a:r>
          </a:p>
          <a:p>
            <a:r>
              <a:t>Explain why a total of more than twelve inches must be carried into feet.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p.110 • Example 7.3 — Adding feet and inches</a:t>
            </a:r>
          </a:p>
          <a:p>
            <a:r>
              <a:t>Exact PDF/printed page: 110. ACCESS Textbook excerpt.</a:t>
            </a:r>
          </a:p>
          <a:p>
            <a:r>
              <a:t>Explain why a total of more than twelve inches must be carried into feet.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7A-Q2</a:t>
            </a:r>
          </a:p>
          <a:p>
            <a:r>
              <a:t>Exact question: Convert 625 mm to m.</a:t>
            </a:r>
          </a:p>
          <a:p>
            <a:r>
              <a:t>Instructor answer: 0.625 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7A-Q2</a:t>
            </a:r>
          </a:p>
          <a:p>
            <a:r>
              <a:t>Exact question: Convert 625 mm to m.</a:t>
            </a:r>
          </a:p>
          <a:p>
            <a:r>
              <a:t>Instructor answer: 0.625 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Hub: Measuring Tools: rule and tape reading; Numeracy Hub: Unit Conversions. Shape Canvas: read a rectangle in mm and in without treating screen size as a ruler.</a:t>
            </a:r>
          </a:p>
          <a:p>
            <a:r>
              <a:t>Use Numeracy Hub Measuring Tools to read a rule and a tape before checking.</a:t>
            </a:r>
          </a:p>
          <a:p>
            <a:r>
              <a:t>Use Unit Conversions to check the assigned within-system conversion.</a:t>
            </a:r>
          </a:p>
          <a:p>
            <a:r>
              <a:t>Read a Shape Canvas rectangle in mm and in from its labels, not its screen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7A-Q1</a:t>
            </a:r>
          </a:p>
          <a:p>
            <a:r>
              <a:t>Exact question: Convert 4.75 m to mm.</a:t>
            </a:r>
          </a:p>
          <a:p>
            <a:r>
              <a:t>Instructor answer: 4,750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5A-Q3</a:t>
            </a:r>
          </a:p>
          <a:p>
            <a:r>
              <a:t>Exact question: Read marks A, B, C and D to the nearest 0.5 mm.</a:t>
            </a:r>
          </a:p>
          <a:p>
            <a:r>
              <a:t>Instructor answer: A = 8.5 mm, B = 26 mm, C = 44.5 mm, D = 57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7A-Q8</a:t>
            </a:r>
          </a:p>
          <a:p>
            <a:r>
              <a:t>Exact question: Write 9′ 7 3/4″ in inches.</a:t>
            </a:r>
          </a:p>
          <a:p>
            <a:r>
              <a:t>Instructor answer: 115 3/4 in</a:t>
            </a:r>
          </a:p>
          <a:p>
            <a:r>
              <a:t>Working: 9 × 12 + 7.75 = 115.75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7A-Q9</a:t>
            </a:r>
          </a:p>
          <a:p>
            <a:r>
              <a:t>Exact question: Write 94 in in feet and inches.</a:t>
            </a:r>
          </a:p>
          <a:p>
            <a:r>
              <a:t>Instructor answer: 7′ 10″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W05-L01 | 2026-11-24 | 12:45 PM–2:00 PM | 75 minutes</a:t>
            </a:r>
          </a:p>
          <a:p>
            <a:r>
              <a:t>Measurement systems and readable dimensions</a:t>
            </a:r>
          </a:p>
          <a:p>
            <a:r>
              <a:t>Mode: Math</a:t>
            </a:r>
          </a:p>
          <a:p>
            <a:r>
              <a:t>Goal: Read metric and imperial lengths and convert within one system before using mixed-unit drawings.</a:t>
            </a:r>
          </a:p>
          <a:p>
            <a:r>
              <a:t>Read: Textbook sections 7.1–7.2 pp.108–110; sections 4.2 pp.57–58</a:t>
            </a:r>
          </a:p>
          <a:p>
            <a:r>
              <a:t>Practise: Exercise Book 7A Q1–10 (p.45); 5A Q3 (p.32)</a:t>
            </a:r>
          </a:p>
          <a:p>
            <a:r>
              <a:t>Tool: Numeracy Hub: Measuring Tools: rule and tape reading; Numeracy Hub: Unit Conversions. Shape Canvas: read a rectangle in mm and in without treating screen size as a ruler.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measurement systems and readable dimensions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Exercise Book 7A Q1,7; ask which quantities are lengths and which are capacities.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m–cm–mm and feet–inches conversions. Distinguish a labelled drawing size from a screen measurement.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7A Q2–3,8–10. Pair learners to read and say the units aloud.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7A Q1–10 and 5A Q3. Measure two classroom objects with rule/tape; record units and compare readings with a partner.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7A Q8–9; show conversion of mixed feet/inches and a reverse check.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Q8 = 115 3/4 in; Q9 = 7 ft 10 in. Answer Key p.21. Answer Key pp.16,20–21</a:t>
            </a:r>
          </a:p>
          <a:p/>
          <a:p>
            <a:r>
              <a:t>Use unit-prefix or feet/inches errors to group learners for metric–imperial conversion.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Use unit-prefix or feet/inches errors to group learners for metric–imperial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7.3 pp.111–112; conversion factors pp.220–221</a:t>
            </a:r>
          </a:p>
          <a:p>
            <a:r>
              <a:t>ACCESS Trades Numeracy Textbook p.111 — Example 7.4 — A fraction of an inch in millimetres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7.3 pp.111–112; conversion factors pp.220–221</a:t>
            </a:r>
          </a:p>
          <a:p>
            <a:r>
              <a:t>ACCESS Trades Numeracy Textbook p.111 — Example 7.4 — A fraction of an inch in millimetres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p.111 • Exact inch–millimetre conversion factors</a:t>
            </a:r>
          </a:p>
          <a:p>
            <a:r>
              <a:t>Exact PDF/printed page: 111. ACCESS Textbook excerpt.</a:t>
            </a:r>
          </a:p>
          <a:p>
            <a:r>
              <a:t>Identify the exact 25.4 factor and explain why the numerical millimetre count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p.111 • Example 7.4 — Fractional inches to millimetres</a:t>
            </a:r>
          </a:p>
          <a:p>
            <a:r>
              <a:t>Exact PDF/printed page: 111. ACCESS Textbook excerpt.</a:t>
            </a:r>
          </a:p>
          <a:p>
            <a:r>
              <a:t>Identify the exact 25.4 factor and explain why the numerical millimetre count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7A-Q11</a:t>
            </a:r>
          </a:p>
          <a:p>
            <a:r>
              <a:t>Exact question: Convert 5/8 in to mm.</a:t>
            </a:r>
          </a:p>
          <a:p>
            <a:r>
              <a:t>Instructor answer: 15.875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7A-Q11</a:t>
            </a:r>
          </a:p>
          <a:p>
            <a:r>
              <a:t>Exact question: Convert 5/8 in to mm.</a:t>
            </a:r>
          </a:p>
          <a:p>
            <a:r>
              <a:t>Instructor answer: 15.875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Numeracy Hub: Unit Conversions: length conversion practice. Shape Canvas: build the 7C Q1 rectangle and switch displayed units to check.</a:t>
            </a:r>
          </a:p>
          <a:p>
            <a:r>
              <a:t>Predict and calculate each assigned conversion on paper with the factor and units.</a:t>
            </a:r>
          </a:p>
          <a:p>
            <a:r>
              <a:t>Check a length conversion in Numeracy Hub Unit Conversions.</a:t>
            </a:r>
          </a:p>
          <a:p>
            <a:r>
              <a:t>Build the 7C Q1 rectangle in Shape Canvas; switch displayed units and compare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7B-Q1</a:t>
            </a:r>
          </a:p>
          <a:p>
            <a:r>
              <a:t>Exact question: A metric drawing gives a length of 2,235 mm. Your tape reads in feet and inches. What do you mark, to the nearest 1/16 in?</a:t>
            </a:r>
          </a:p>
          <a:p>
            <a:r>
              <a:t>Instructor answer: 7′ 4″ (88″)</a:t>
            </a:r>
          </a:p>
          <a:p>
            <a:r>
              <a:t>Working: 2,235 ÷ 25.4 = 87.9921 in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7C-Q1</a:t>
            </a:r>
          </a:p>
          <a:p>
            <a:r>
              <a:t>Exact question: Write both sizes of the sheet in millimetres.</a:t>
            </a:r>
          </a:p>
          <a:p>
            <a:r>
              <a:t>Instructor answer: 914.4 mm by 609.6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7A-Q11</a:t>
            </a:r>
          </a:p>
          <a:p>
            <a:r>
              <a:t>Exact question: Convert 5/8 in to mm.</a:t>
            </a:r>
          </a:p>
          <a:p>
            <a:r>
              <a:t>Instructor answer: 15.875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7B-Q1</a:t>
            </a:r>
          </a:p>
          <a:p>
            <a:r>
              <a:t>Exact question: A metric drawing gives a length of 2,235 mm. Your tape reads in feet and inches. What do you mark, to the nearest 1/16 in?</a:t>
            </a:r>
          </a:p>
          <a:p>
            <a:r>
              <a:t>Instructor answer: 7′ 4″ (88″)</a:t>
            </a:r>
          </a:p>
          <a:p>
            <a:r>
              <a:t>Working: 2,235 ÷ 25.4 = 87.9921 in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W05-L02 | 2026-11-24 | 2:15 PM–3:30 PM | 75 minutes</a:t>
            </a:r>
          </a:p>
          <a:p>
            <a:r>
              <a:t>Exact conversion factors and mixed-unit practice</a:t>
            </a:r>
          </a:p>
          <a:p>
            <a:r>
              <a:t>Mode: Math</a:t>
            </a:r>
          </a:p>
          <a:p>
            <a:r>
              <a:t>Goal: Convert inch and metric dimensions using the book factor, rounding only to the requested final precision.</a:t>
            </a:r>
          </a:p>
          <a:p>
            <a:r>
              <a:t>Read: Textbook sections 7.3 pp.111–112; conversion factors pp.220–221</a:t>
            </a:r>
          </a:p>
          <a:p>
            <a:r>
              <a:t>Practise: Exercise Book 7A Q11–16 (pp.45–46); 7B Q1–2 (p.47); 7C Q1–3 (p.49)</a:t>
            </a:r>
          </a:p>
          <a:p>
            <a:r>
              <a:t>Tool: Numeracy Hub: Unit Conversions: length conversion practice. Shape Canvas: build the 7C Q1 rectangle and switch displayed units to check.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exact conversion factors and mixed-unit practice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converting inches to millimetres should enlarge or shrink the number. Retrieve 1 in = 25.4 mm.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factor-label conversion and the difference between exact factors and rounded results. Work one conversion to a tape graduation.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7A Q11–14 together; check one by converting back before rounding.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7B Q1–2 and 7C Q1–3. Show the factor and units on paper; use the Numeracy Hub and Shape Canvas only after predicting the result.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7A Q11 and Exercise Book 7B Q1; show the exact result before final tape rounding.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7A Q11 = 15.875 mm. 7B Q1 = 7 ft 4 in to nearest 1/16 in. Answer Key p.21. Answer Key pp.20–21</a:t>
            </a:r>
          </a:p>
          <a:p/>
          <a:p>
            <a:r>
              <a:t>Carry consistent units into formula substitution; do not substitute mixed units.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Carry consistent units into formula substitution; do not substitute mixed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0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0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32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08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08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111" TargetMode="External"/><Relationship Id="rId6" Type="http://schemas.openxmlformats.org/officeDocument/2006/relationships/hyperlink" Target="../../../books/ACCESS-Trades-Numeracy-Exercise-Book.pdf#page=4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111" TargetMode="External"/><Relationship Id="rId5" Type="http://schemas.openxmlformats.org/officeDocument/2006/relationships/hyperlink" Target="../../../books/ACCESS-Trades-Numeracy-Exercise-Book.pdf#page=4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14  |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24,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Measurement systems and readable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Exact conversion factors and mixed-unit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5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14  •  2026-11-24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14  /  WEEK 5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Measurement systems and readable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5, Lesson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Exact conversion factors and mixed-unit practice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5, Lesson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Measurement systems and readable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Read metric and imperial lengths and convert within one system before using mixed-unit drawings.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7A Q1–10 (p.45); 5A Q3 (p.32)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Exercise Book 7A Q1,7; ask which quantities are lengths and which are capacities.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Q1–10 (p.45); 5A Q3 (p.32)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7A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7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Convert within the metric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1 m = 100 cm = 1,000 mm; 1 cm = 10 mm.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Moving to a smaller unit makes the numerical count larger.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Moving to a larger unit makes the numerical count smaller.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starting and ending units beside the conversion.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 feet, inches and drawing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1 ft = 12 in; convert the feet before adding the extra inches.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To reverse the conversion, group complete sets of 12 inches.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Read the tape’s graduation before naming a fractional inch.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written drawing dimensions; do not measure the displayed picture.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W05-L01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unit—not the length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 = 100 cm = 1,000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 m = 235 cm = 2,350 mm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000375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ft = 12 in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ft 7 in = 5 × 12 + 7 = 67 in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43338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7A Q2–3 and Q8–10. Read units aloud.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67 in by dividing into groups of 12: 5 whole feet and 7 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5429250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Numeracy Hub: Measuring Tools and Unit Conversions.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 L1 • Shape Canvas: compare labelled dimensions in mm and in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08</a:t>
            </a:r>
          </a:p>
        </p:txBody>
      </p:sp>
    </p:spTree>
    <p:extLst>
      <p:ext uri="{BB962C8B-B14F-4D97-AF65-F5344CB8AC3E}">
        <p14:creationId xmlns:p14="http://schemas.microsoft.com/office/powerpoint/2010/main" val="3529160324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W05-L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23842"/>
            <a:ext cx="10698480" cy="28046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p.110 • Table 7.2 — Imperial length units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W05-L0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62260"/>
            <a:ext cx="10698480" cy="39278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p.110 • Example 7.3 — Adding feet and inches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length is written in feet and inches. Can the two numbers simply be added?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Convert the feet to inches first, then add the remaining inches in the same unit.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7A Q2–3,8–10. Work with a partner to read and say the units aloud.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Q1–10 (p.45); 5A Q3 (p.32)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7A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7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7A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7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0.625 m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remaining 7A Q1–10 and 5A Q3. Measure two classroom objects with rule/tape; record units and compare readings with a partner.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Q1–10 (p.45); 5A Q3 (p.32)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hub-un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Numeracy Hub Measuring Tools to read a rule and a tape before checking.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Unit Conversions to check the assigned within-system conversion.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Read a Shape Canvas rectangle in mm and in from its labels, not its screen size.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7A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7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5A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5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41626"/>
            <a:ext cx="10698480" cy="2476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7A Q8–9; show conversion of mixed feet/inches and a reverse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Q1–10 (p.45); 5A Q3 (p.32)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7A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7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7A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pic>
        <p:nvPicPr>
          <p:cNvPr id="5" name="Picture 4" descr="7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W05-L01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7.1–7.2 pp.108–110; sections 4.2 pp.57–58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Q1–10 (p.45); 5A Q3 (p.32)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14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Exact conversion factors and mixed-unit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14  •  2026-11-24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Exact conversion factors and mixed-unit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Convert inch and metric dimensions using the book factor, rounding only to the requested final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7A Q11–16 (pp.45–46); 7B Q1–2 (p.47); 7C Q1–3 (p.49)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Discuss whether converting inches to millimetres should enlarge or shrink the number. Retrieve 1 in = 25.4 mm.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Q11–16 (pp.45–46); 7B Q1–2 (p.47); 7C Q1–3 (p.49)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Use a conversion factor with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1 in = 25.4 mm is an exact length conversion.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Inches to millimetres: multiply by 25.4.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Millimetres to inches: divide by 25.4.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factor so the original unit cancels and the target unit remains.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Separate exact values from rounded readings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exact factor and full calculation precision.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Predict whether the numerical result should increase or decrease.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Round only the final result to the requested unit or tape graduation.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Convert back before rounding to check the conversion direction.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W05-L02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Arrange the factor to cancel the unit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in × 25.4 mm/in = 19.05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mm ÷ 25.4 mm/in ≈ 1.968504 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14325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1/16 in: 0.968504 × 16 ≈ 15.496 → 15 sixteenths.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Rounded measurement = 1 15/16 in.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factor is not the same as the rounded result.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8101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7A Q11–14. Convert one answer back before rounding.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Numeracy Hub Unit Conversions; Shape Canvas for 7C Q1.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 L2 • Classroom examples • Check requested precision carefully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29</a:t>
            </a:r>
          </a:p>
        </p:txBody>
      </p:sp>
    </p:spTree>
    <p:extLst>
      <p:ext uri="{BB962C8B-B14F-4D97-AF65-F5344CB8AC3E}">
        <p14:creationId xmlns:p14="http://schemas.microsoft.com/office/powerpoint/2010/main" val="116186023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W05-L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10916"/>
            <a:ext cx="10698480" cy="20305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p.111 • Exact inch–millimetre conversion factors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W05-L0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1991"/>
            <a:ext cx="10698480" cy="2148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p.111 • Example 7.4 — Fractional inches to millimetres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divides an inch measurement by 25.4 to get millimetres. Does the size make sense?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One inch contains 25.4 millimetres, so the numerical count must increase; multiply.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7A Q11–14 together; check one by converting back before rounding.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Q11–16 (pp.45–46); 7B Q1–2 (p.47); 7C Q1–3 (p.49)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7A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7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7A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7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15.875 mm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7B Q1–2 and 7C Q1–3. Show the factor and units on paper; use the Numeracy Hub and Shape Canvas only after predicting the result.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Q11–16 (pp.45–46); 7B Q1–2 (p.47); 7C Q1–3 (p.49)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hub-un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Predict and calculate each assigned conversion on paper with the factor and units.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a length conversion in Numeracy Hub Unit Conversions.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Build the 7C Q1 rectangle in Shape Canvas; switch displayed units and compare labels.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7B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7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7C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7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7A Q11 and Exercise Book 7B Q1; show the exact result before final tape rounding.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Q11–16 (pp.45–46); 7B Q1–2 (p.47); 7C Q1–3 (p.49)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7A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7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7B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pic>
        <p:nvPicPr>
          <p:cNvPr id="5" name="Picture 4" descr="7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W05-L02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7.3 pp.111–112;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7A Q11–16 (pp.45–46); 7B Q1–2 (p.47); 7C Q1–3 (p.49)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14  •  2026-11-24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14 | 2026-11-24</dc:title>
  <dc:creator>ACCESS Trades</dc:creator>
  <dc:subject>Measurement systems and readable dimensions; Exact conversion factors and mixed-unit practice</dc:subject>
</cp:coreProperties>
</file>