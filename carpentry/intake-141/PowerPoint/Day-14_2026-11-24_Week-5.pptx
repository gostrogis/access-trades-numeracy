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8.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56" r:id="rId8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9" r:id="rId9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9" Type="http://schemas.openxmlformats.org/officeDocument/2006/relationships/slide" Target="slides/slide8.xml"/><Relationship Id="rId9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Worked teaching example retained from original slide 88.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Worked teaching example retained from original slide 91.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Schedule'!C50 | 'Math Week 5'!A22</a:t>
            </a:r>
          </a:p>
          <a:p>
            <a:r>
              <a:t>'Carpentry Schedule'!C52 | 'Math Week 5'!A39</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7A-Q1</a:t>
            </a:r>
          </a:p>
          <a:p>
            <a:r>
              <a:t>Exact question: Convert 4.75 m to mm.</a:t>
            </a:r>
          </a:p>
          <a:p>
            <a:r>
              <a:t>Instructor answer: 4,750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7.1–7.2 pp.108–110; sections 4.2 pp.57–58</a:t>
            </a:r>
          </a:p>
          <a:p>
            <a:r>
              <a:t>'Math Week 5'!B26</a:t>
            </a:r>
          </a:p>
          <a:p>
            <a:r>
              <a:t>'Math Week 5'!A30:F30</a:t>
            </a:r>
          </a:p>
          <a:p>
            <a:r>
              <a:t>ACCESS CARPENTRY SLIDES.pptx slides 87, 88, 89</a:t>
            </a:r>
          </a:p>
          <a:p>
            <a:r>
              <a:t>ACCESS Trades Numeracy Textbook p.110 — Example 7.3 — Adding feet and inches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7.1–7.2 pp.108–110; sections 4.2 pp.57–58</a:t>
            </a:r>
          </a:p>
          <a:p>
            <a:r>
              <a:t>'Math Week 5'!B26</a:t>
            </a:r>
          </a:p>
          <a:p>
            <a:r>
              <a:t>'Math Week 5'!A30:F30</a:t>
            </a:r>
          </a:p>
          <a:p>
            <a:r>
              <a:t>ACCESS CARPENTRY SLIDES.pptx slides 87, 88, 89</a:t>
            </a:r>
          </a:p>
          <a:p>
            <a:r>
              <a:t>ACCESS Trades Numeracy Textbook p.110 — Example 7.3 — Adding feet and inches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p.110 • Table 7.2 — Imperial length units</a:t>
            </a:r>
          </a:p>
          <a:p>
            <a:r>
              <a:t>Exact PDF/printed page: 110. Excerpt reproduced from the supplied ACCESS Textbook.</a:t>
            </a:r>
          </a:p>
          <a:p>
            <a:r>
              <a:t>Explain why a total of more than twelve inches must be carried into feet.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p.110 • Example 7.3 — Adding feet and inches</a:t>
            </a:r>
          </a:p>
          <a:p>
            <a:r>
              <a:t>Exact PDF/printed page: 110. Excerpt reproduced from the supplied ACCESS Textbook.</a:t>
            </a:r>
          </a:p>
          <a:p>
            <a:r>
              <a:t>Explain why a total of more than twelve inches must be carried into feet.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7A-Q2</a:t>
            </a:r>
          </a:p>
          <a:p>
            <a:r>
              <a:t>Exact question: Convert 625 mm to m.</a:t>
            </a:r>
          </a:p>
          <a:p>
            <a:r>
              <a:t>Instructor answer: 0.625 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7A-Q2</a:t>
            </a:r>
          </a:p>
          <a:p>
            <a:r>
              <a:t>Exact question: Convert 625 mm to m.</a:t>
            </a:r>
          </a:p>
          <a:p>
            <a:r>
              <a:t>Instructor answer: 0.625 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Numeracy Hub: Measuring Tools: rule and tape reading; Numeracy Hub: Unit Conversions. Shape Canvas: read a rectangle in mm and in without treating screen size as a ruler.</a:t>
            </a:r>
          </a:p>
          <a:p>
            <a:r>
              <a:t>Use Numeracy Hub Measuring Tools to read a rule and a tape before checking.</a:t>
            </a:r>
          </a:p>
          <a:p>
            <a:r>
              <a:t>Use Unit Conversions to check the assigned within-system conversion.</a:t>
            </a:r>
          </a:p>
          <a:p>
            <a:r>
              <a:t>Read a Shape Canvas rectangle in mm and in from its labels, not its screen size.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7A-Q1</a:t>
            </a:r>
          </a:p>
          <a:p>
            <a:r>
              <a:t>Exact question: Convert 4.75 m to mm.</a:t>
            </a:r>
          </a:p>
          <a:p>
            <a:r>
              <a:t>Instructor answer: 4,750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5A-Q3</a:t>
            </a:r>
          </a:p>
          <a:p>
            <a:r>
              <a:t>Exact question: Read marks A, B, C and D to the nearest 0.5 mm.</a:t>
            </a:r>
          </a:p>
          <a:p>
            <a:r>
              <a:t>Instructor answer: A = 8.5 mm, B = 26 mm, C = 44.5 mm, D = 57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7A-Q8</a:t>
            </a:r>
          </a:p>
          <a:p>
            <a:r>
              <a:t>Exact question: Write 9′ 7 3/4″ in inches.</a:t>
            </a:r>
          </a:p>
          <a:p>
            <a:r>
              <a:t>Instructor answer: 115 3/4 in</a:t>
            </a:r>
          </a:p>
          <a:p>
            <a:r>
              <a:t>Working: 9 × 12 + 7.75 = 115.75</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7A-Q9</a:t>
            </a:r>
          </a:p>
          <a:p>
            <a:r>
              <a:t>Exact question: Write 94 in in feet and inches.</a:t>
            </a:r>
          </a:p>
          <a:p>
            <a:r>
              <a:t>Instructor answer: 7′ 10″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W05-L01 | 2026-11-24 | 12:45 PM–2:00 PM | 75 minutes</a:t>
            </a:r>
          </a:p>
          <a:p>
            <a:r>
              <a:t>Measurement systems and readable dimensions</a:t>
            </a:r>
          </a:p>
          <a:p>
            <a:r>
              <a:t>Mode: Math</a:t>
            </a:r>
          </a:p>
          <a:p>
            <a:r>
              <a:t>Goal: Read metric and imperial lengths and convert within one system before using mixed-unit drawings.</a:t>
            </a:r>
          </a:p>
          <a:p>
            <a:r>
              <a:t>Read: Textbook sections 7.1–7.2 pp.108–110; sections 4.2 pp.57–58</a:t>
            </a:r>
          </a:p>
          <a:p>
            <a:r>
              <a:t>Practise: Exercise Book 7A Q1–10 (p.45); 5A Q3 (p.32)</a:t>
            </a:r>
          </a:p>
          <a:p>
            <a:r>
              <a:t>Tool: Numeracy Hub: Measuring Tools: rule and tape reading; Numeracy Hub: Unit Conversions. Shape Canvas: read a rectangle in mm and in without treating screen size as a ruler.</a:t>
            </a:r>
          </a:p>
          <a:p/>
          <a:p>
            <a:r>
              <a:t>EXACT SCHEDULED STEPS</a:t>
            </a:r>
          </a:p>
          <a:p>
            <a:r>
              <a:t>12:45 PM–12:50 PM | 1 Start | 5 min</a:t>
            </a:r>
          </a:p>
          <a:p>
            <a:r>
              <a:t>Instructor: Connect measurement systems and readable dimensions to a dimensioned carpentry drawing. State the objective.</a:t>
            </a:r>
          </a:p>
          <a:p>
            <a:r>
              <a:t>Learners: Describe a prior use of the skill; identify the given and unknown quantities.</a:t>
            </a:r>
          </a:p>
          <a:p>
            <a:r>
              <a:t>Materials/check: Notebook; calculator</a:t>
            </a:r>
          </a:p>
          <a:p>
            <a:r>
              <a:t>Source: 'Math Week 5'!A28:F28</a:t>
            </a:r>
          </a:p>
          <a:p/>
          <a:p>
            <a:r>
              <a:t>12:50 PM–12:55 PM | 2 Recall | 5 min</a:t>
            </a:r>
          </a:p>
          <a:p>
            <a:r>
              <a:t>Instructor: Use Exercise Book 7A Q1,7; ask which quantities are lengths and which are capacities.</a:t>
            </a:r>
          </a:p>
          <a:p>
            <a:r>
              <a:t>Learners: Attempt the retrieval task independently; explain the method before checking.</a:t>
            </a:r>
          </a:p>
          <a:p>
            <a:r>
              <a:t>Materials/check: Identify support needs</a:t>
            </a:r>
          </a:p>
          <a:p>
            <a:r>
              <a:t>Source: 'Math Week 5'!A29:F29</a:t>
            </a:r>
          </a:p>
          <a:p/>
          <a:p>
            <a:r>
              <a:t>12:55 PM–1:10 PM | 3 Teach | 15 min</a:t>
            </a:r>
          </a:p>
          <a:p>
            <a:r>
              <a:t>Instructor: Model m–cm–mm and feet–inches conversions. Distinguish a labelled drawing size from a screen measurement.</a:t>
            </a:r>
          </a:p>
          <a:p>
            <a:r>
              <a:t>Learners: Annotate the example and predict the next step; ask about unclear units or symbols.</a:t>
            </a:r>
          </a:p>
          <a:p>
            <a:r>
              <a:t>Materials/check: Textbook; worked example</a:t>
            </a:r>
          </a:p>
          <a:p>
            <a:r>
              <a:t>Source: 'Math Week 5'!A30:F30</a:t>
            </a:r>
          </a:p>
          <a:p/>
          <a:p>
            <a:r>
              <a:t>1:10 PM–1:25 PM | 4 Together | 15 min</a:t>
            </a:r>
          </a:p>
          <a:p>
            <a:r>
              <a:t>Instructor: Work Exercise Book 7A Q2–3,8–10. Pair learners to read and say the units aloud.</a:t>
            </a:r>
          </a:p>
          <a:p>
            <a:r>
              <a:t>Learners: Work in pairs, alternating solver and checker. Write a diagram, formula, units and estimate.</a:t>
            </a:r>
          </a:p>
          <a:p>
            <a:r>
              <a:t>Materials/check: Exercise Book; tool above</a:t>
            </a:r>
          </a:p>
          <a:p>
            <a:r>
              <a:t>Source: 'Math Week 5'!A31:F31</a:t>
            </a:r>
          </a:p>
          <a:p/>
          <a:p>
            <a:r>
              <a:t>1:25 PM–1:45 PM | 5 Practise | 20 min</a:t>
            </a:r>
          </a:p>
          <a:p>
            <a:r>
              <a:t>Instructor: Complete remaining 7A Q1–10 and 5A Q3. Measure two classroom objects with rule/tape; record units and compare readings with a partner.</a:t>
            </a:r>
          </a:p>
          <a:p>
            <a:r>
              <a:t>Learners: Solve on paper first; check with tools; correct one error and explain the change.</a:t>
            </a:r>
          </a:p>
          <a:p>
            <a:r>
              <a:t>Materials/check: Paper first; tool second</a:t>
            </a:r>
          </a:p>
          <a:p>
            <a:r>
              <a:t>Source: 'Math Week 5'!A32:F32</a:t>
            </a:r>
          </a:p>
          <a:p/>
          <a:p>
            <a:r>
              <a:t>1:45 PM–1:55 PM | 6 Check | 10 min</a:t>
            </a:r>
          </a:p>
          <a:p>
            <a:r>
              <a:t>Instructor: Exercise Book 7A Q8–9; show conversion of mixed feet/inches and a reverse check.</a:t>
            </a:r>
          </a:p>
          <a:p>
            <a:r>
              <a:t>Learners: Solve without displayed answers; include working, units and final rounding.</a:t>
            </a:r>
          </a:p>
          <a:p>
            <a:r>
              <a:t>Materials/check: Teacher answers below</a:t>
            </a:r>
          </a:p>
          <a:p>
            <a:r>
              <a:t>Source: 'Math Week 5'!A33:F33</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5'!A34:F34</a:t>
            </a:r>
          </a:p>
          <a:p/>
          <a:p>
            <a:r>
              <a:t>INSTRUCTOR ONLY: REVEAL ASSESSMENT ANSWERS AFTER THE ATTEMPT</a:t>
            </a:r>
          </a:p>
          <a:p>
            <a:r>
              <a:t>7A Q8 = 115 3/4 in; Q9 = 7 ft 10 in. Answer Key p.21. Answer Key pp.16,20–21</a:t>
            </a:r>
          </a:p>
          <a:p/>
          <a:p>
            <a:r>
              <a:t>Use unit-prefix or feet/inches errors to group learners for metric–imperial conversion.</a:t>
            </a:r>
          </a:p>
          <a:p/>
          <a:p>
            <a:r>
              <a:t>Sources: 'Math Week 5'!A10:E10; 'Carpentry Schedule'!C50; 'Math Week 5'!A22</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Use unit-prefix or feet/inches errors to group learners for metric–imperial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7.3 pp.111–112; conversion factors pp.220–221</a:t>
            </a:r>
          </a:p>
          <a:p>
            <a:r>
              <a:t>'Math Week 5'!B43</a:t>
            </a:r>
          </a:p>
          <a:p>
            <a:r>
              <a:t>'Math Week 5'!A47:F47</a:t>
            </a:r>
          </a:p>
          <a:p>
            <a:r>
              <a:t>ACCESS CARPENTRY SLIDES.pptx slides 90, 91, 92</a:t>
            </a:r>
          </a:p>
          <a:p>
            <a:r>
              <a:t>ACCESS Trades Numeracy Textbook p.111 — Example 7.4 — A fraction of an inch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7.3 pp.111–112; conversion factors pp.220–221</a:t>
            </a:r>
          </a:p>
          <a:p>
            <a:r>
              <a:t>'Math Week 5'!B43</a:t>
            </a:r>
          </a:p>
          <a:p>
            <a:r>
              <a:t>'Math Week 5'!A47:F47</a:t>
            </a:r>
          </a:p>
          <a:p>
            <a:r>
              <a:t>ACCESS CARPENTRY SLIDES.pptx slides 90, 91, 92</a:t>
            </a:r>
          </a:p>
          <a:p>
            <a:r>
              <a:t>ACCESS Trades Numeracy Textbook p.111 — Example 7.4 — A fraction of an inch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p.111 • Exact inch–millimetre conversion factors</a:t>
            </a:r>
          </a:p>
          <a:p>
            <a:r>
              <a:t>Exact PDF/printed page: 111. Excerpt reproduced from the supplied ACCESS Textbook.</a:t>
            </a:r>
          </a:p>
          <a:p>
            <a:r>
              <a:t>Identify the exact 25.4 factor and explain why the numerical millimetre count increases.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p.111 • Example 7.4 — Fractional inches to millimetres</a:t>
            </a:r>
          </a:p>
          <a:p>
            <a:r>
              <a:t>Exact PDF/printed page: 111. Excerpt reproduced from the supplied ACCESS Textbook.</a:t>
            </a:r>
          </a:p>
          <a:p>
            <a:r>
              <a:t>Identify the exact 25.4 factor and explain why the numerical millimetre count increases.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7A-Q11</a:t>
            </a:r>
          </a:p>
          <a:p>
            <a:r>
              <a:t>Exact question: Convert 5/8 in to mm.</a:t>
            </a:r>
          </a:p>
          <a:p>
            <a:r>
              <a:t>Instructor answer: 15.875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7A-Q11</a:t>
            </a:r>
          </a:p>
          <a:p>
            <a:r>
              <a:t>Exact question: Convert 5/8 in to mm.</a:t>
            </a:r>
          </a:p>
          <a:p>
            <a:r>
              <a:t>Instructor answer: 15.875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Numeracy Hub: Unit Conversions: length conversion practice. Shape Canvas: build the 7C Q1 rectangle and switch displayed units to check.</a:t>
            </a:r>
          </a:p>
          <a:p>
            <a:r>
              <a:t>Predict and calculate each assigned conversion on paper with the factor and units.</a:t>
            </a:r>
          </a:p>
          <a:p>
            <a:r>
              <a:t>Check a length conversion in Numeracy Hub Unit Conversions.</a:t>
            </a:r>
          </a:p>
          <a:p>
            <a:r>
              <a:t>Build the 7C Q1 rectangle in Shape Canvas; switch displayed units and compare labels.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7B-Q1</a:t>
            </a:r>
          </a:p>
          <a:p>
            <a:r>
              <a:t>Exact question: A metric drawing gives a length of 2,235 mm. Your tape reads in feet and inches. What do you mark, to the nearest 1/16 in?</a:t>
            </a:r>
          </a:p>
          <a:p>
            <a:r>
              <a:t>Instructor answer: 7′ 4″ (88″)</a:t>
            </a:r>
          </a:p>
          <a:p>
            <a:r>
              <a:t>Working: 2,235 ÷ 25.4 = 87.9921 in</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7C-Q1</a:t>
            </a:r>
          </a:p>
          <a:p>
            <a:r>
              <a:t>Exact question: Write both sizes of the sheet in millimetres.</a:t>
            </a:r>
          </a:p>
          <a:p>
            <a:r>
              <a:t>Instructor answer: 914.4 mm by 609.6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7A-Q11</a:t>
            </a:r>
          </a:p>
          <a:p>
            <a:r>
              <a:t>Exact question: Convert 5/8 in to mm.</a:t>
            </a:r>
          </a:p>
          <a:p>
            <a:r>
              <a:t>Instructor answer: 15.875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7B-Q1</a:t>
            </a:r>
          </a:p>
          <a:p>
            <a:r>
              <a:t>Exact question: A metric drawing gives a length of 2,235 mm. Your tape reads in feet and inches. What do you mark, to the nearest 1/16 in?</a:t>
            </a:r>
          </a:p>
          <a:p>
            <a:r>
              <a:t>Instructor answer: 7′ 4″ (88″)</a:t>
            </a:r>
          </a:p>
          <a:p>
            <a:r>
              <a:t>Working: 2,235 ÷ 25.4 = 87.9921 in</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W05-L02 | 2026-11-24 | 2:15 PM–3:30 PM | 75 minutes</a:t>
            </a:r>
          </a:p>
          <a:p>
            <a:r>
              <a:t>Exact conversion factors and mixed-unit practice</a:t>
            </a:r>
          </a:p>
          <a:p>
            <a:r>
              <a:t>Mode: Math</a:t>
            </a:r>
          </a:p>
          <a:p>
            <a:r>
              <a:t>Goal: Convert inch and metric dimensions using the book factor, rounding only to the requested final precision.</a:t>
            </a:r>
          </a:p>
          <a:p>
            <a:r>
              <a:t>Read: Textbook sections 7.3 pp.111–112; conversion factors pp.220–221</a:t>
            </a:r>
          </a:p>
          <a:p>
            <a:r>
              <a:t>Practise: Exercise Book 7A Q11–16 (pp.45–46); 7B Q1–2 (p.47); 7C Q1–3 (p.49)</a:t>
            </a:r>
          </a:p>
          <a:p>
            <a:r>
              <a:t>Tool: Numeracy Hub: Unit Conversions: length conversion practice. Shape Canvas: build the 7C Q1 rectangle and switch displayed units to check.</a:t>
            </a:r>
          </a:p>
          <a:p/>
          <a:p>
            <a:r>
              <a:t>EXACT SCHEDULED STEPS</a:t>
            </a:r>
          </a:p>
          <a:p>
            <a:r>
              <a:t>2:15 PM–2:20 PM | 1 Start | 5 min</a:t>
            </a:r>
          </a:p>
          <a:p>
            <a:r>
              <a:t>Instructor: Connect exact conversion factors and mixed-unit practice to a dimensioned carpentry drawing. State the objective.</a:t>
            </a:r>
          </a:p>
          <a:p>
            <a:r>
              <a:t>Learners: Describe a prior use of the skill; identify the given and unknown quantities.</a:t>
            </a:r>
          </a:p>
          <a:p>
            <a:r>
              <a:t>Materials/check: Notebook; calculator</a:t>
            </a:r>
          </a:p>
          <a:p>
            <a:r>
              <a:t>Source: 'Math Week 5'!A45:F45</a:t>
            </a:r>
          </a:p>
          <a:p/>
          <a:p>
            <a:r>
              <a:t>2:20 PM–2:25 PM | 2 Recall | 5 min</a:t>
            </a:r>
          </a:p>
          <a:p>
            <a:r>
              <a:t>Instructor: Ask whether converting inches to millimetres should enlarge or shrink the number. Retrieve 1 in = 25.4 mm.</a:t>
            </a:r>
          </a:p>
          <a:p>
            <a:r>
              <a:t>Learners: Attempt the retrieval task independently; explain the method before checking.</a:t>
            </a:r>
          </a:p>
          <a:p>
            <a:r>
              <a:t>Materials/check: Identify support needs</a:t>
            </a:r>
          </a:p>
          <a:p>
            <a:r>
              <a:t>Source: 'Math Week 5'!A46:F46</a:t>
            </a:r>
          </a:p>
          <a:p/>
          <a:p>
            <a:r>
              <a:t>2:25 PM–2:40 PM | 3 Teach | 15 min</a:t>
            </a:r>
          </a:p>
          <a:p>
            <a:r>
              <a:t>Instructor: Model factor-label conversion and the difference between exact factors and rounded results. Work one conversion to a tape graduation.</a:t>
            </a:r>
          </a:p>
          <a:p>
            <a:r>
              <a:t>Learners: Annotate the example and predict the next step; ask about unclear units or symbols.</a:t>
            </a:r>
          </a:p>
          <a:p>
            <a:r>
              <a:t>Materials/check: Textbook; worked example</a:t>
            </a:r>
          </a:p>
          <a:p>
            <a:r>
              <a:t>Source: 'Math Week 5'!A47:F47</a:t>
            </a:r>
          </a:p>
          <a:p/>
          <a:p>
            <a:r>
              <a:t>2:40 PM–2:55 PM | 4 Together | 15 min</a:t>
            </a:r>
          </a:p>
          <a:p>
            <a:r>
              <a:t>Instructor: Solve Exercise Book 7A Q11–14 together; check one by converting back before rounding.</a:t>
            </a:r>
          </a:p>
          <a:p>
            <a:r>
              <a:t>Learners: Work in pairs, alternating solver and checker. Write a diagram, formula, units and estimate.</a:t>
            </a:r>
          </a:p>
          <a:p>
            <a:r>
              <a:t>Materials/check: Exercise Book; tool above</a:t>
            </a:r>
          </a:p>
          <a:p>
            <a:r>
              <a:t>Source: 'Math Week 5'!A48:F48</a:t>
            </a:r>
          </a:p>
          <a:p/>
          <a:p>
            <a:r>
              <a:t>2:55 PM–3:15 PM | 5 Practise | 20 min</a:t>
            </a:r>
          </a:p>
          <a:p>
            <a:r>
              <a:t>Instructor: Complete Exercise Book 7B Q1–2 and 7C Q1–3. Show the factor and units on paper; use the Numeracy Hub and Shape Canvas only after predicting the result.</a:t>
            </a:r>
          </a:p>
          <a:p>
            <a:r>
              <a:t>Learners: Solve on paper first; check with tools; correct one error and explain the change.</a:t>
            </a:r>
          </a:p>
          <a:p>
            <a:r>
              <a:t>Materials/check: Paper first; tool second</a:t>
            </a:r>
          </a:p>
          <a:p>
            <a:r>
              <a:t>Source: 'Math Week 5'!A49:F49</a:t>
            </a:r>
          </a:p>
          <a:p/>
          <a:p>
            <a:r>
              <a:t>3:15 PM–3:25 PM | 6 Check | 10 min</a:t>
            </a:r>
          </a:p>
          <a:p>
            <a:r>
              <a:t>Instructor: Exercise Book 7A Q11 and Exercise Book 7B Q1; show the exact result before final tape rounding.</a:t>
            </a:r>
          </a:p>
          <a:p>
            <a:r>
              <a:t>Learners: Solve without displayed answers; include working, units and final rounding.</a:t>
            </a:r>
          </a:p>
          <a:p>
            <a:r>
              <a:t>Materials/check: Teacher answers below</a:t>
            </a:r>
          </a:p>
          <a:p>
            <a:r>
              <a:t>Source: 'Math Week 5'!A50:F50</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5'!A51:F51</a:t>
            </a:r>
          </a:p>
          <a:p/>
          <a:p>
            <a:r>
              <a:t>INSTRUCTOR ONLY: REVEAL ASSESSMENT ANSWERS AFTER THE ATTEMPT</a:t>
            </a:r>
          </a:p>
          <a:p>
            <a:r>
              <a:t>7A Q11 = 15.875 mm. 7B Q1 = 7 ft 4 in to nearest 1/16 in. Answer Key p.21. Answer Key pp.20–21</a:t>
            </a:r>
          </a:p>
          <a:p/>
          <a:p>
            <a:r>
              <a:t>Carry consistent units into formula substitution; do not substitute mixed units.</a:t>
            </a:r>
          </a:p>
          <a:p/>
          <a:p>
            <a:r>
              <a:t>Sources: 'Math Week 5'!A11:E11; 'Carpentry Schedule'!C52; 'Math Week 5'!A39</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Carry consistent units into formula substitution; do not substitute mixed units.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Resources/ACCESS-Tools/books/ACCESS-Trades-Numeracy-Textbook.pdf#page=110"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Resources/ACCESS-Tools/books/ACCESS-Trades-Numeracy-Textbook.pdf#page=110"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Resources/ACCESS-Tools/books/ACCESS-Trades-Numeracy-Textbook.pdf#page=108"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Resources/ACCESS-Tools/books/ACCESS-Trades-Numeracy-Textbook.pdf#page=108"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111" TargetMode="External"/><Relationship Id="rId6" Type="http://schemas.openxmlformats.org/officeDocument/2006/relationships/hyperlink" Target="../Resources/ACCESS-Tools/books/ACCESS-Trades-Numeracy-Exercise-Book.pdf#page=4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Resources/ACCESS-Tools/books/ACCESS-Trades-Numeracy-Textbook.pdf#page=111" TargetMode="External"/><Relationship Id="rId5" Type="http://schemas.openxmlformats.org/officeDocument/2006/relationships/hyperlink" Target="../Resources/ACCESS-Tools/books/ACCESS-Trades-Numeracy-Exercise-Book.pdf#page=4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14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24,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Measurement systems and readable dimensions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Exact conversion factors and mixed-unit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14  •  2026-11-24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14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Measurement systems and readable dimensions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Exact conversion factors and mixed-unit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Measurement systems and readable dimensions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Read metric and imperial lengths and convert within one system before using mixed-unit drawings.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7.1–7.2 pp.108–110; sections 4.2 pp.57–58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7A Q1–10 (p.45); 5A Q3 (p.32)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Exercise Book 7A Q1,7; ask which quantities are lengths and which are capacities.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7A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Convert within the metric system</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1 m = 100 cm = 1,000 mm; 1 cm = 10 mm.</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Moving to a smaller unit makes the numerical count larger.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Moving to a larger unit makes the numerical count smaller.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starting and ending units beside the conversion.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Read feet, inches and drawing labels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1 ft = 12 in; convert the feet before adding the extra inches.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To reverse the conversion, group complete sets of 12 inches.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Read the tape’s graduation before naming a fractional inch.</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written drawing dimensions; do not measure the displayed picture.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Change the unit—not the length</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1 m = 100 cm = 1,000 mm</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2.35 m = 235 cm = 2,350 mm</a:t>
            </a:r>
            <a:endParaRPr lang="en-US" sz="2400" dirty="0"/>
          </a:p>
        </p:txBody>
      </p:sp>
      <p:sp>
        <p:nvSpPr>
          <p:cNvPr id="6" name="Text 4"/>
          <p:cNvSpPr/>
          <p:nvPr/>
        </p:nvSpPr>
        <p:spPr>
          <a:xfrm>
            <a:off x="609585" y="3000375"/>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1 ft = 12 in</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5 ft 7 in = 5 × 12 + 7 = 67 in</a:t>
            </a:r>
            <a:endParaRPr lang="en-US" sz="2400" dirty="0"/>
          </a:p>
        </p:txBody>
      </p:sp>
      <p:sp>
        <p:nvSpPr>
          <p:cNvPr id="7" name="Text 5"/>
          <p:cNvSpPr/>
          <p:nvPr/>
        </p:nvSpPr>
        <p:spPr>
          <a:xfrm>
            <a:off x="609585" y="43338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7A Q2–3 and Q8–10. Read units aloud.</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Check 67 in by dividing into groups of 12: 5 whole feet and 7 in.</a:t>
            </a:r>
            <a:endParaRPr lang="en-US" sz="1800" dirty="0"/>
          </a:p>
        </p:txBody>
      </p:sp>
      <p:sp>
        <p:nvSpPr>
          <p:cNvPr id="8" name="Text 6"/>
          <p:cNvSpPr/>
          <p:nvPr/>
        </p:nvSpPr>
        <p:spPr>
          <a:xfrm>
            <a:off x="609585" y="5429250"/>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Numeracy Hub: Measuring Tools and Unit Conversions.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W5 L1 • Shape Canvas: compare labelled dimensions in mm and in</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08</a:t>
            </a:r>
          </a:p>
        </p:txBody>
      </p:sp>
    </p:spTree>
    <p:extLst>
      <p:ext uri="{BB962C8B-B14F-4D97-AF65-F5344CB8AC3E}">
        <p14:creationId xmlns:p14="http://schemas.microsoft.com/office/powerpoint/2010/main" val="352916032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W05-L01.png"/>
          <p:cNvPicPr>
            <a:picLocks noChangeAspect="1"/>
          </p:cNvPicPr>
          <p:nvPr/>
        </p:nvPicPr>
        <p:blipFill>
          <a:blip r:embed="rId3"/>
          <a:stretch>
            <a:fillRect/>
          </a:stretch>
        </p:blipFill>
        <p:spPr>
          <a:xfrm>
            <a:off x="685800" y="2323842"/>
            <a:ext cx="10698480" cy="28046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p.110 • Table 7.2 — Imperial length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W05-L01-2.png"/>
          <p:cNvPicPr>
            <a:picLocks noChangeAspect="1"/>
          </p:cNvPicPr>
          <p:nvPr/>
        </p:nvPicPr>
        <p:blipFill>
          <a:blip r:embed="rId3"/>
          <a:stretch>
            <a:fillRect/>
          </a:stretch>
        </p:blipFill>
        <p:spPr>
          <a:xfrm>
            <a:off x="685800" y="1762260"/>
            <a:ext cx="10698480" cy="39278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p.110 • Example 7.3 — Adding feet and inches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length is written in feet and inches. Can the two numbers simply be added?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Convert the feet to inches first, then add the remaining inches in the same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7A Q2–3,8–10. Work with a partner to read and say the units aloud.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7A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7A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0.625 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remaining 7A Q1–10 and 5A Q3. Measure two classroom objects with rule/tape; record units and compare readings with a partner.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Numeracy Hub Measuring Tools to read a rule and a tape before checking.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Unit Conversions to check the assigned within-system conversion.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Read a Shape Canvas rectangle in mm and in from its labels, not its screen size.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7A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5A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7A Q8–9; show conversion of mixed feet/inches and a reverse check.</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7A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7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7A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pic>
        <p:nvPicPr>
          <p:cNvPr id="5" name="Picture 4" descr="7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Exact conversion factors and mixed-unit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14  •  2026-11-24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Exact conversion factors and mixed-unit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Convert inch and metric dimensions using the book factor, rounding only to the requested final precision.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7.3 pp.111–112;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7A Q11–16 (pp.45–46); 7B Q1–2 (p.47); 7C Q1–3 (p.49)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Discuss whether converting inches to millimetres should enlarge or shrink the number. Retrieve 1 in = 25.4 mm.</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a conversion factor with direction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1 in = 25.4 mm is an exact length conversion.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Inches to millimetres: multiply by 25.4.</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Millimetres to inches: divide by 25.4.</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factor so the original unit cancels and the target unit remains.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Separate exact values from rounded readings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exact factor and full calculation precision.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Predict whether the numerical result should increase or decrease.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Round only the final result to the requested unit or tape graduation.</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back before rounding to check the conversion direction.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Arrange the factor to cancel the unit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3/4 in × 25.4 mm/in = 19.05 mm</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50 mm ÷ 25.4 mm/in ≈ 1.968504 in</a:t>
            </a:r>
            <a:endParaRPr lang="en-US" sz="2400" dirty="0"/>
          </a:p>
        </p:txBody>
      </p:sp>
      <p:sp>
        <p:nvSpPr>
          <p:cNvPr id="6" name="Text 4"/>
          <p:cNvSpPr/>
          <p:nvPr/>
        </p:nvSpPr>
        <p:spPr>
          <a:xfrm>
            <a:off x="609585" y="3143250"/>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Nearest 1/16 in: 0.968504 × 16 ≈ 15.496 → 15 sixteenths.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Rounded measurement = 1 15/16 in.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The exact factor is not the same as the rounded result.</a:t>
            </a:r>
            <a:endParaRPr lang="en-US" sz="1800" dirty="0"/>
          </a:p>
        </p:txBody>
      </p:sp>
      <p:sp>
        <p:nvSpPr>
          <p:cNvPr id="7" name="Text 5"/>
          <p:cNvSpPr/>
          <p:nvPr/>
        </p:nvSpPr>
        <p:spPr>
          <a:xfrm>
            <a:off x="609585" y="48101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7A Q11–14. Convert one answer back before rounding.</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Numeracy Hub Unit Conversions; Shape Canvas for 7C Q1.</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W5 L2 • Classroom examples • Check requested precision carefully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29</a:t>
            </a:r>
          </a:p>
        </p:txBody>
      </p:sp>
    </p:spTree>
    <p:extLst>
      <p:ext uri="{BB962C8B-B14F-4D97-AF65-F5344CB8AC3E}">
        <p14:creationId xmlns:p14="http://schemas.microsoft.com/office/powerpoint/2010/main" val="11618602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W05-L02.png"/>
          <p:cNvPicPr>
            <a:picLocks noChangeAspect="1"/>
          </p:cNvPicPr>
          <p:nvPr/>
        </p:nvPicPr>
        <p:blipFill>
          <a:blip r:embed="rId3"/>
          <a:stretch>
            <a:fillRect/>
          </a:stretch>
        </p:blipFill>
        <p:spPr>
          <a:xfrm>
            <a:off x="685800" y="2710916"/>
            <a:ext cx="10698480" cy="20305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p.111 • Exact inch–millimetre conversion factors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W05-L02-2.png"/>
          <p:cNvPicPr>
            <a:picLocks noChangeAspect="1"/>
          </p:cNvPicPr>
          <p:nvPr/>
        </p:nvPicPr>
        <p:blipFill>
          <a:blip r:embed="rId3"/>
          <a:stretch>
            <a:fillRect/>
          </a:stretch>
        </p:blipFill>
        <p:spPr>
          <a:xfrm>
            <a:off x="685800" y="2651991"/>
            <a:ext cx="10698480" cy="214837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p.111 • Example 7.4 — Fractional inches to millimetres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learner divides an inch measurement by 25.4 to get millimetres. Does the size make sense?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One inch contains 25.4 millimetres, so the numerical count must increase; multiply.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7A Q11–14 together; check one by converting back before rounding.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15.875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7B Q1–2 and 7C Q1–3. Show the factor and units on paper; use the Numeracy Hub and Shape Canvas only after predicting the result.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Predict and calculate each assigned conversion on paper with the factor and units.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a length conversion in Numeracy Hub Unit Conversions.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Build the 7C Q1 rectangle in Shape Canvas; switch displayed units and compare labels.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7B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7C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7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7A Q11 and Exercise Book 7B Q1; show the exact result before final tape rounding.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7B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14  •  2026-11-24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14 | 2026-11-24</dc:title>
  <dc:creator>ACCESS Trades</dc:creator>
  <cp:lastModifiedBy>Gabriel Ostrowidzki</cp:lastModifiedBy>
  <cp:revision>3</cp:revision>
  <dcterms:created xsi:type="dcterms:W3CDTF">2026-10-19T18:44:52Z</dcterms:created>
  <dcterms:modified xsi:type="dcterms:W3CDTF">2026-10-19T19:22:04Z</dcterms:modified>
  <dc:subject>Measurement systems and readable dimensions; Exact conversion factors and mixed-unit practice</dc:subject>
</cp:coreProperties>
</file>