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7"/>
  </p:notesMasterIdLst>
  <p:sldIdLst>
    <p:sldId id="435" r:id="rId172"/>
    <p:sldId id="436" r:id="rId173"/>
    <p:sldId id="437" r:id="rId174"/>
    <p:sldId id="438" r:id="rId175"/>
    <p:sldId id="439" r:id="rId176"/>
    <p:sldId id="440" r:id="rId177"/>
    <p:sldId id="303" r:id="rId36"/>
    <p:sldId id="441" r:id="rId178"/>
    <p:sldId id="442" r:id="rId179"/>
    <p:sldId id="443" r:id="rId180"/>
    <p:sldId id="444" r:id="rId181"/>
    <p:sldId id="445" r:id="rId182"/>
    <p:sldId id="446" r:id="rId183"/>
    <p:sldId id="447" r:id="rId184"/>
    <p:sldId id="448" r:id="rId185"/>
    <p:sldId id="449" r:id="rId186"/>
    <p:sldId id="450" r:id="rId187"/>
    <p:sldId id="451" r:id="rId188"/>
    <p:sldId id="452" r:id="rId189"/>
    <p:sldId id="453" r:id="rId190"/>
    <p:sldId id="454" r:id="rId191"/>
    <p:sldId id="455" r:id="rId192"/>
    <p:sldId id="456" r:id="rId193"/>
    <p:sldId id="457" r:id="rId194"/>
    <p:sldId id="458" r:id="rId195"/>
    <p:sldId id="459" r:id="rId196"/>
    <p:sldId id="460" r:id="rId197"/>
    <p:sldId id="306" r:id="rId39"/>
    <p:sldId id="461" r:id="rId198"/>
    <p:sldId id="462" r:id="rId199"/>
    <p:sldId id="463" r:id="rId200"/>
    <p:sldId id="464" r:id="rId201"/>
    <p:sldId id="465" r:id="rId202"/>
    <p:sldId id="466" r:id="rId203"/>
    <p:sldId id="467" r:id="rId204"/>
    <p:sldId id="468" r:id="rId205"/>
    <p:sldId id="469" r:id="rId206"/>
    <p:sldId id="470" r:id="rId207"/>
    <p:sldId id="471" r:id="rId208"/>
    <p:sldId id="472" r:id="rId209"/>
    <p:sldId id="473" r:id="rId210"/>
    <p:sldId id="474" r:id="rId211"/>
    <p:sldId id="475" r:id="rId2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0520" autoAdjust="0"/>
  </p:normalViewPr>
  <p:slideViewPr>
    <p:cSldViewPr snapToGrid="0">
      <p:cViewPr varScale="1">
        <p:scale>
          <a:sx n="65" d="100"/>
          <a:sy n="65" d="100"/>
        </p:scale>
        <p:origin x="23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6" Type="http://schemas.openxmlformats.org/officeDocument/2006/relationships/slide" Target="slides/slide7.xml"/><Relationship Id="rId39" Type="http://schemas.openxmlformats.org/officeDocument/2006/relationships/slide" Target="slides/slide28.xml"/><Relationship Id="rId167" Type="http://schemas.openxmlformats.org/officeDocument/2006/relationships/notesMaster" Target="notesMasters/notesMaster1.xml"/><Relationship Id="rId168" Type="http://schemas.openxmlformats.org/officeDocument/2006/relationships/presProps" Target="presProps.xml"/><Relationship Id="rId169" Type="http://schemas.openxmlformats.org/officeDocument/2006/relationships/viewProps" Target="viewProps.xml"/><Relationship Id="rId170" Type="http://schemas.openxmlformats.org/officeDocument/2006/relationships/theme" Target="theme/theme1.xml"/><Relationship Id="rId171" Type="http://schemas.openxmlformats.org/officeDocument/2006/relationships/tableStyles" Target="tableStyles.xml"/><Relationship Id="rId172" Type="http://schemas.openxmlformats.org/officeDocument/2006/relationships/slide" Target="slides/slide1.xml"/><Relationship Id="rId173" Type="http://schemas.openxmlformats.org/officeDocument/2006/relationships/slide" Target="slides/slide2.xml"/><Relationship Id="rId174" Type="http://schemas.openxmlformats.org/officeDocument/2006/relationships/slide" Target="slides/slide3.xml"/><Relationship Id="rId175" Type="http://schemas.openxmlformats.org/officeDocument/2006/relationships/slide" Target="slides/slide4.xml"/><Relationship Id="rId176" Type="http://schemas.openxmlformats.org/officeDocument/2006/relationships/slide" Target="slides/slide5.xml"/><Relationship Id="rId177" Type="http://schemas.openxmlformats.org/officeDocument/2006/relationships/slide" Target="slides/slide6.xml"/><Relationship Id="rId178" Type="http://schemas.openxmlformats.org/officeDocument/2006/relationships/slide" Target="slides/slide8.xml"/><Relationship Id="rId179" Type="http://schemas.openxmlformats.org/officeDocument/2006/relationships/slide" Target="slides/slide9.xml"/><Relationship Id="rId180" Type="http://schemas.openxmlformats.org/officeDocument/2006/relationships/slide" Target="slides/slide10.xml"/><Relationship Id="rId181" Type="http://schemas.openxmlformats.org/officeDocument/2006/relationships/slide" Target="slides/slide11.xml"/><Relationship Id="rId182" Type="http://schemas.openxmlformats.org/officeDocument/2006/relationships/slide" Target="slides/slide12.xml"/><Relationship Id="rId183" Type="http://schemas.openxmlformats.org/officeDocument/2006/relationships/slide" Target="slides/slide13.xml"/><Relationship Id="rId184" Type="http://schemas.openxmlformats.org/officeDocument/2006/relationships/slide" Target="slides/slide14.xml"/><Relationship Id="rId185" Type="http://schemas.openxmlformats.org/officeDocument/2006/relationships/slide" Target="slides/slide15.xml"/><Relationship Id="rId186" Type="http://schemas.openxmlformats.org/officeDocument/2006/relationships/slide" Target="slides/slide16.xml"/><Relationship Id="rId187" Type="http://schemas.openxmlformats.org/officeDocument/2006/relationships/slide" Target="slides/slide17.xml"/><Relationship Id="rId188" Type="http://schemas.openxmlformats.org/officeDocument/2006/relationships/slide" Target="slides/slide18.xml"/><Relationship Id="rId189" Type="http://schemas.openxmlformats.org/officeDocument/2006/relationships/slide" Target="slides/slide19.xml"/><Relationship Id="rId190" Type="http://schemas.openxmlformats.org/officeDocument/2006/relationships/slide" Target="slides/slide20.xml"/><Relationship Id="rId191" Type="http://schemas.openxmlformats.org/officeDocument/2006/relationships/slide" Target="slides/slide21.xml"/><Relationship Id="rId192" Type="http://schemas.openxmlformats.org/officeDocument/2006/relationships/slide" Target="slides/slide22.xml"/><Relationship Id="rId193" Type="http://schemas.openxmlformats.org/officeDocument/2006/relationships/slide" Target="slides/slide23.xml"/><Relationship Id="rId194" Type="http://schemas.openxmlformats.org/officeDocument/2006/relationships/slide" Target="slides/slide24.xml"/><Relationship Id="rId195" Type="http://schemas.openxmlformats.org/officeDocument/2006/relationships/slide" Target="slides/slide25.xml"/><Relationship Id="rId196" Type="http://schemas.openxmlformats.org/officeDocument/2006/relationships/slide" Target="slides/slide26.xml"/><Relationship Id="rId197" Type="http://schemas.openxmlformats.org/officeDocument/2006/relationships/slide" Target="slides/slide27.xml"/><Relationship Id="rId198" Type="http://schemas.openxmlformats.org/officeDocument/2006/relationships/slide" Target="slides/slide29.xml"/><Relationship Id="rId199" Type="http://schemas.openxmlformats.org/officeDocument/2006/relationships/slide" Target="slides/slide30.xml"/><Relationship Id="rId200" Type="http://schemas.openxmlformats.org/officeDocument/2006/relationships/slide" Target="slides/slide31.xml"/><Relationship Id="rId201" Type="http://schemas.openxmlformats.org/officeDocument/2006/relationships/slide" Target="slides/slide32.xml"/><Relationship Id="rId202" Type="http://schemas.openxmlformats.org/officeDocument/2006/relationships/slide" Target="slides/slide33.xml"/><Relationship Id="rId203" Type="http://schemas.openxmlformats.org/officeDocument/2006/relationships/slide" Target="slides/slide34.xml"/><Relationship Id="rId204" Type="http://schemas.openxmlformats.org/officeDocument/2006/relationships/slide" Target="slides/slide35.xml"/><Relationship Id="rId205" Type="http://schemas.openxmlformats.org/officeDocument/2006/relationships/slide" Target="slides/slide36.xml"/><Relationship Id="rId206" Type="http://schemas.openxmlformats.org/officeDocument/2006/relationships/slide" Target="slides/slide37.xml"/><Relationship Id="rId207" Type="http://schemas.openxmlformats.org/officeDocument/2006/relationships/slide" Target="slides/slide38.xml"/><Relationship Id="rId208" Type="http://schemas.openxmlformats.org/officeDocument/2006/relationships/slide" Target="slides/slide39.xml"/><Relationship Id="rId209" Type="http://schemas.openxmlformats.org/officeDocument/2006/relationships/slide" Target="slides/slide40.xml"/><Relationship Id="rId210" Type="http://schemas.openxmlformats.org/officeDocument/2006/relationships/slide" Target="slides/slide41.xml"/><Relationship Id="rId211" Type="http://schemas.openxmlformats.org/officeDocument/2006/relationships/slide" Target="slides/slide42.xml"/><Relationship Id="rId212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2A43CA-EE69-4B9A-80F8-91B7489D0DD8}" type="datetimeFigureOut">
              <a:rPr lang="en-CA" smtClean="0"/>
              <a:t>2026-10-19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99165C-7370-4B52-8859-B50CCB89355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68613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W02-L07 | 2026-11-05 | 9:00 AM–10:15 AM | 75 minutes</a:t>
            </a:r>
          </a:p>
          <a:p>
            <a:r>
              <a:t>Equivalent fractions and comparing lengths</a:t>
            </a:r>
          </a:p>
          <a:p>
            <a:r>
              <a:t>Mode: Math</a:t>
            </a:r>
          </a:p>
          <a:p>
            <a:r>
              <a:t>Goal: Use equivalent fractions to order dimensions and explain the difference between two lengths.</a:t>
            </a:r>
          </a:p>
          <a:p>
            <a:r>
              <a:t>Read: Textbook Chapter 4 pp.59–61</a:t>
            </a:r>
          </a:p>
          <a:p>
            <a:r>
              <a:t>Practise: Exercise Book 4A Q6–11 (p.26)</a:t>
            </a:r>
          </a:p>
          <a:p>
            <a:r>
              <a:t>Tool: Shape Canvas: select in units and compare labelled rectangles. Use a fraction strip or rule to explain equivalence.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Show 1/2 and 8/16 on a rule. Ask why they refer to the same point.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reducing fractions and creating a common denominator before comparing lengths.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4A questions 6–8 with fraction strips; confirm the longer length on a rule.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4A questions 9–11. Place three labelled dimensions in order and explain the comparison to a partner.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4A questions 6 and 8, showing the common denominator.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6 = 7/16 and 9/16. Question 8: 5/8 in is longer by 1/16 in. Answer Key page 13.</a:t>
            </a:r>
          </a:p>
          <a:p/>
          <a:p>
            <a:r>
              <a:t>Next: switch between mixed numbers and improper fractions.</a:t>
            </a:r>
          </a:p>
          <a:p/>
          <a:p>
            <a:r>
              <a:t>Keep activities within the allocated phase time.</a:t>
            </a:r>
          </a:p>
          <a:p>
            <a:r>
              <a:t>Use this worked example within the scheduled Teach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W02-L08 | 2026-11-05 | 10:30 AM–12:00 PM | 90 minutes</a:t>
            </a:r>
          </a:p>
          <a:p>
            <a:r>
              <a:t>Mixed numbers and fraction calculator entry</a:t>
            </a:r>
          </a:p>
          <a:p>
            <a:r>
              <a:t>Mode: Math</a:t>
            </a:r>
          </a:p>
          <a:p>
            <a:r>
              <a:t>Goal: Convert mixed and improper fractions and match the calculator display to the written value.</a:t>
            </a:r>
          </a:p>
          <a:p>
            <a:r>
              <a:t>Read: Textbook Chapter 4 pp.61–63; Chapter 2 p.34</a:t>
            </a:r>
          </a:p>
          <a:p>
            <a:r>
              <a:t>Practise: Exercise Book 4A Q10–13 (p.26); 2A Q9 (p.14)</a:t>
            </a:r>
          </a:p>
          <a:p>
            <a:r>
              <a:t>Tool: Numeracy Hub: Calculator: select the learner’s model. Use the Textbook’s fraction-key sequence.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how many eighths are in 4 5/8. Check the meaning of numerator and denominator.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whole × denominator + numerator, then division with a remainder for the reverse conversion. Read the fraction display aloud.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Complete 4A questions 10–12. Compare paper conversions with calculator displays.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question 13 and practise entering the values in questions 10–12 without changing them. Use 2A question 9 as a supported extension, not an addition-speed test.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Complete 4A questions 10–11 without the calculator, then check.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10 = 4 5/8 and 3 5/16. Question 11 = 71/16 and 27/4. Answer Key page 13. Answer Key pp.8,13</a:t>
            </a:r>
          </a:p>
          <a:p/>
          <a:p>
            <a:r>
              <a:t>Next: read and mark fractional dimensions from a drawing.</a:t>
            </a:r>
          </a:p>
          <a:p/>
          <a:p>
            <a:r>
              <a:t>Keep activities within the allocated phase time.</a:t>
            </a:r>
          </a:p>
          <a:p>
            <a:r>
              <a:t>Use this worked example within the scheduled Teach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today’s math topics and review the timetable.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W02-L07 | 2026-11-05 | 9:00 AM–10:15 AM | 75 minutes</a:t>
            </a:r>
          </a:p>
          <a:p>
            <a:r>
              <a:t>Equivalent fractions and comparing lengths</a:t>
            </a:r>
          </a:p>
          <a:p>
            <a:r>
              <a:t>Mode: Math</a:t>
            </a:r>
          </a:p>
          <a:p>
            <a:r>
              <a:t>Goal: Use equivalent fractions to order dimensions and explain the difference between two lengths.</a:t>
            </a:r>
          </a:p>
          <a:p>
            <a:r>
              <a:t>Read: Textbook Chapter 4 pp.59–61</a:t>
            </a:r>
          </a:p>
          <a:p>
            <a:r>
              <a:t>Practise: Exercise Book 4A Q6–11 (p.26)</a:t>
            </a:r>
          </a:p>
          <a:p>
            <a:r>
              <a:t>Tool: Shape Canvas: select in units and compare labelled rectangles. Use a fraction strip or rule to explain equivalence.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Show 1/2 and 8/16 on a rule. Ask why they refer to the same point.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reducing fractions and creating a common denominator before comparing lengths.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4A questions 6–8 with fraction strips; confirm the longer length on a rule.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4A questions 9–11. Place three labelled dimensions in order and explain the comparison to a partner.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4A questions 6 and 8, showing the common denominator.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6 = 7/16 and 9/16. Question 8: 5/8 in is longer by 1/16 in. Answer Key page 13.</a:t>
            </a:r>
          </a:p>
          <a:p/>
          <a:p>
            <a:r>
              <a:t>Next: switch between mixed numbers and improper fractions.</a:t>
            </a:r>
          </a:p>
          <a:p/>
          <a:p>
            <a:r>
              <a:t>Keep activities within the allocated phase time.</a:t>
            </a:r>
          </a:p>
          <a:p/>
          <a:p>
            <a:r>
              <a:t>W02-L08 | 2026-11-05 | 10:30 AM–12:00 PM | 90 minutes</a:t>
            </a:r>
          </a:p>
          <a:p>
            <a:r>
              <a:t>Mixed numbers and fraction calculator entry</a:t>
            </a:r>
          </a:p>
          <a:p>
            <a:r>
              <a:t>Mode: Math</a:t>
            </a:r>
          </a:p>
          <a:p>
            <a:r>
              <a:t>Goal: Convert mixed and improper fractions and match the calculator display to the written value.</a:t>
            </a:r>
          </a:p>
          <a:p>
            <a:r>
              <a:t>Read: Textbook Chapter 4 pp.61–63; Chapter 2 p.34</a:t>
            </a:r>
          </a:p>
          <a:p>
            <a:r>
              <a:t>Practise: Exercise Book 4A Q10–13 (p.26); 2A Q9 (p.14)</a:t>
            </a:r>
          </a:p>
          <a:p>
            <a:r>
              <a:t>Tool: Numeracy Hub: Calculator: select the learner’s model. Use the Textbook’s fraction-key sequence.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how many eighths are in 4 5/8. Check the meaning of numerator and denominator.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whole × denominator + numerator, then division with a remainder for the reverse conversion. Read the fraction display aloud.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Complete 4A questions 10–12. Compare paper conversions with calculator displays.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question 13 and practise entering the values in questions 10–12 without changing them. Use 2A question 9 as a supported extension, not an addition-speed test.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Complete 4A questions 10–11 without the calculator, then check.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10 = 4 5/8 and 3 5/16. Question 11 = 71/16 and 27/4. Answer Key page 13. Answer Key pp.8,13</a:t>
            </a:r>
          </a:p>
          <a:p/>
          <a:p>
            <a:r>
              <a:t>Next: read and mark fractional dimensions from a drawing.</a:t>
            </a:r>
          </a:p>
          <a:p/>
          <a:p>
            <a:r>
              <a:t>Keep activities within the allocated phase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W02-L07 | 2026-11-05 | 9:00 AM–10:15 AM | 75 minutes</a:t>
            </a:r>
          </a:p>
          <a:p>
            <a:r>
              <a:t>Equivalent fractions and comparing lengths</a:t>
            </a:r>
          </a:p>
          <a:p>
            <a:r>
              <a:t>Mode: Math</a:t>
            </a:r>
          </a:p>
          <a:p>
            <a:r>
              <a:t>Goal: Use equivalent fractions to order dimensions and explain the difference between two lengths.</a:t>
            </a:r>
          </a:p>
          <a:p>
            <a:r>
              <a:t>Read: Textbook Chapter 4 pp.59–61</a:t>
            </a:r>
          </a:p>
          <a:p>
            <a:r>
              <a:t>Practise: Exercise Book 4A Q6–11 (p.26)</a:t>
            </a:r>
          </a:p>
          <a:p>
            <a:r>
              <a:t>Tool: Shape Canvas: select in units and compare labelled rectangles. Use a fraction strip or rule to explain equivalence.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Show 1/2 and 8/16 on a rule. Ask why they refer to the same point.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reducing fractions and creating a common denominator before comparing lengths.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4A questions 6–8 with fraction strips; confirm the longer length on a rule.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4A questions 9–11. Place three labelled dimensions in order and explain the comparison to a partner.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4A questions 6 and 8, showing the common denominator.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6 = 7/16 and 9/16. Question 8: 5/8 in is longer by 1/16 in. Answer Key page 13.</a:t>
            </a:r>
          </a:p>
          <a:p/>
          <a:p>
            <a:r>
              <a:t>Next: switch between mixed numbers and improper fractions.</a:t>
            </a:r>
          </a:p>
          <a:p/>
          <a:p>
            <a:r>
              <a:t>Keep activities within the allocated phase time.</a:t>
            </a:r>
          </a:p>
          <a:p>
            <a:r>
              <a:t>PHASE TIMING: Start, 9:00 AM–9:05 AM.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W02-L07 | 2026-11-05 | 9:00 AM–10:15 AM | 75 minutes</a:t>
            </a:r>
          </a:p>
          <a:p>
            <a:r>
              <a:t>Equivalent fractions and comparing lengths</a:t>
            </a:r>
          </a:p>
          <a:p>
            <a:r>
              <a:t>Mode: Math</a:t>
            </a:r>
          </a:p>
          <a:p>
            <a:r>
              <a:t>Goal: Use equivalent fractions to order dimensions and explain the difference between two lengths.</a:t>
            </a:r>
          </a:p>
          <a:p>
            <a:r>
              <a:t>Read: Textbook Chapter 4 pp.59–61</a:t>
            </a:r>
          </a:p>
          <a:p>
            <a:r>
              <a:t>Practise: Exercise Book 4A Q6–11 (p.26)</a:t>
            </a:r>
          </a:p>
          <a:p>
            <a:r>
              <a:t>Tool: Shape Canvas: select in units and compare labelled rectangles. Use a fraction strip or rule to explain equivalence.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Show 1/2 and 8/16 on a rule. Ask why they refer to the same point.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reducing fractions and creating a common denominator before comparing lengths.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4A questions 6–8 with fraction strips; confirm the longer length on a rule.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4A questions 9–11. Place three labelled dimensions in order and explain the comparison to a partner.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4A questions 6 and 8, showing the common denominator.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6 = 7/16 and 9/16. Question 8: 5/8 in is longer by 1/16 in. Answer Key page 13.</a:t>
            </a:r>
          </a:p>
          <a:p/>
          <a:p>
            <a:r>
              <a:t>Next: switch between mixed numbers and improper fractions.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9:05 AM–9:10 AM.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W02-L07 | 2026-11-05 | 9:00 AM–10:15 AM | 75 minutes</a:t>
            </a:r>
          </a:p>
          <a:p>
            <a:r>
              <a:t>Equivalent fractions and comparing lengths</a:t>
            </a:r>
          </a:p>
          <a:p>
            <a:r>
              <a:t>Mode: Math</a:t>
            </a:r>
          </a:p>
          <a:p>
            <a:r>
              <a:t>Goal: Use equivalent fractions to order dimensions and explain the difference between two lengths.</a:t>
            </a:r>
          </a:p>
          <a:p>
            <a:r>
              <a:t>Read: Textbook Chapter 4 pp.59–61</a:t>
            </a:r>
          </a:p>
          <a:p>
            <a:r>
              <a:t>Practise: Exercise Book 4A Q6–11 (p.26)</a:t>
            </a:r>
          </a:p>
          <a:p>
            <a:r>
              <a:t>Tool: Shape Canvas: select in units and compare labelled rectangles. Use a fraction strip or rule to explain equivalence.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Show 1/2 and 8/16 on a rule. Ask why they refer to the same point.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reducing fractions and creating a common denominator before comparing lengths.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4A questions 6–8 with fraction strips; confirm the longer length on a rule.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4A questions 9–11. Place three labelled dimensions in order and explain the comparison to a partner.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4A questions 6 and 8, showing the common denominator.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6 = 7/16 and 9/16. Question 8: 5/8 in is longer by 1/16 in. Answer Key page 13.</a:t>
            </a:r>
          </a:p>
          <a:p/>
          <a:p>
            <a:r>
              <a:t>Next: switch between mixed numbers and improper fractions.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9:10 AM–9:25 AM.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Chapter 4 pp.59–61</a:t>
            </a:r>
          </a:p>
          <a:p>
            <a:r>
              <a:t>ACCESS Trades Numeracy Textbook, PDF/printed p.59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W02-L07 | 2026-11-05 | 9:00 AM–10:15 AM | 75 minutes</a:t>
            </a:r>
          </a:p>
          <a:p>
            <a:r>
              <a:t>Equivalent fractions and comparing lengths</a:t>
            </a:r>
          </a:p>
          <a:p>
            <a:r>
              <a:t>Mode: Math</a:t>
            </a:r>
          </a:p>
          <a:p>
            <a:r>
              <a:t>Goal: Use equivalent fractions to order dimensions and explain the difference between two lengths.</a:t>
            </a:r>
          </a:p>
          <a:p>
            <a:r>
              <a:t>Read: Textbook Chapter 4 pp.59–61</a:t>
            </a:r>
          </a:p>
          <a:p>
            <a:r>
              <a:t>Practise: Exercise Book 4A Q6–11 (p.26)</a:t>
            </a:r>
          </a:p>
          <a:p>
            <a:r>
              <a:t>Tool: Shape Canvas: select in units and compare labelled rectangles. Use a fraction strip or rule to explain equivalence.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Show 1/2 and 8/16 on a rule. Ask why they refer to the same point.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reducing fractions and creating a common denominator before comparing lengths.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4A questions 6–8 with fraction strips; confirm the longer length on a rule.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4A questions 9–11. Place three labelled dimensions in order and explain the comparison to a partner.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4A questions 6 and 8, showing the common denominator.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6 = 7/16 and 9/16. Question 8: 5/8 in is longer by 1/16 in. Answer Key page 13.</a:t>
            </a:r>
          </a:p>
          <a:p/>
          <a:p>
            <a:r>
              <a:t>Next: switch between mixed numbers and improper fractions.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9:10 AM–9:25 AM.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Chapter 4 pp.59–61</a:t>
            </a:r>
          </a:p>
          <a:p>
            <a:r>
              <a:t>ACCESS Trades Numeracy Textbook, PDF/printed p.59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W02-L07 | 2026-11-05 | 9:00 AM–10:15 AM | 75 minutes</a:t>
            </a:r>
          </a:p>
          <a:p>
            <a:r>
              <a:t>Equivalent fractions and comparing lengths</a:t>
            </a:r>
          </a:p>
          <a:p>
            <a:r>
              <a:t>Mode: Math</a:t>
            </a:r>
          </a:p>
          <a:p>
            <a:r>
              <a:t>Goal: Use equivalent fractions to order dimensions and explain the difference between two lengths.</a:t>
            </a:r>
          </a:p>
          <a:p>
            <a:r>
              <a:t>Read: Textbook Chapter 4 pp.59–61</a:t>
            </a:r>
          </a:p>
          <a:p>
            <a:r>
              <a:t>Practise: Exercise Book 4A Q6–11 (p.26)</a:t>
            </a:r>
          </a:p>
          <a:p>
            <a:r>
              <a:t>Tool: Shape Canvas: select in units and compare labelled rectangles. Use a fraction strip or rule to explain equivalence.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Show 1/2 and 8/16 on a rule. Ask why they refer to the same point.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reducing fractions and creating a common denominator before comparing lengths.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4A questions 6–8 with fraction strips; confirm the longer length on a rule.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4A questions 9–11. Place three labelled dimensions in order and explain the comparison to a partner.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4A questions 6 and 8, showing the common denominator.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6 = 7/16 and 9/16. Question 8: 5/8 in is longer by 1/16 in. Answer Key page 13.</a:t>
            </a:r>
          </a:p>
          <a:p/>
          <a:p>
            <a:r>
              <a:t>Next: switch between mixed numbers and improper fractions.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9:10 AM–9:25 AM. All slides with this phase share these 15 minutes; do not restart the time allocation for each slide.</a:t>
            </a:r>
          </a:p>
          <a:p/>
          <a:p>
            <a:r>
              <a:t>Textbook visual: Textbook p.59 · Figure 4.7: equivalent fractions mark the same length.</a:t>
            </a:r>
          </a:p>
          <a:p>
            <a:r>
              <a:t>Exact PDF/printed page: 59. ACCESS Textbook excerpt.</a:t>
            </a:r>
          </a:p>
          <a:p>
            <a:r>
              <a:t>Figure 4.7 visually aligns one-half, two-quarters, four-eighths and eight-sixteenths.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W02-L07 | 2026-11-05 | 9:00 AM–10:15 AM | 75 minutes</a:t>
            </a:r>
          </a:p>
          <a:p>
            <a:r>
              <a:t>Equivalent fractions and comparing lengths</a:t>
            </a:r>
          </a:p>
          <a:p>
            <a:r>
              <a:t>Mode: Math</a:t>
            </a:r>
          </a:p>
          <a:p>
            <a:r>
              <a:t>Goal: Use equivalent fractions to order dimensions and explain the difference between two lengths.</a:t>
            </a:r>
          </a:p>
          <a:p>
            <a:r>
              <a:t>Read: Textbook Chapter 4 pp.59–61</a:t>
            </a:r>
          </a:p>
          <a:p>
            <a:r>
              <a:t>Practise: Exercise Book 4A Q6–11 (p.26)</a:t>
            </a:r>
          </a:p>
          <a:p>
            <a:r>
              <a:t>Tool: Shape Canvas: select in units and compare labelled rectangles. Use a fraction strip or rule to explain equivalence.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Show 1/2 and 8/16 on a rule. Ask why they refer to the same point.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reducing fractions and creating a common denominator before comparing lengths.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4A questions 6–8 with fraction strips; confirm the longer length on a rule.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4A questions 9–11. Place three labelled dimensions in order and explain the comparison to a partner.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4A questions 6 and 8, showing the common denominator.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6 = 7/16 and 9/16. Question 8: 5/8 in is longer by 1/16 in. Answer Key page 13.</a:t>
            </a:r>
          </a:p>
          <a:p/>
          <a:p>
            <a:r>
              <a:t>Next: switch between mixed numbers and improper fractions.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9:10 AM–9:25 AM. All slides with this phase share these 15 minutes; do not restart the time allocation for each slide.</a:t>
            </a:r>
          </a:p>
          <a:p/>
          <a:p>
            <a:r>
              <a:t>Textbook visual: Textbook p.61 · Example 4.5: compare common denominators and confirm on the rule.</a:t>
            </a:r>
          </a:p>
          <a:p>
            <a:r>
              <a:t>Exact PDF/printed page: 61. ACCESS Textbook excerpt.</a:t>
            </a:r>
          </a:p>
          <a:p>
            <a:r>
              <a:t>Figure 4.7 visually aligns one-half, two-quarters, four-eighths and eight-sixteenths.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W02-L07 | 2026-11-05 | 9:00 AM–10:15 AM | 75 minutes</a:t>
            </a:r>
          </a:p>
          <a:p>
            <a:r>
              <a:t>Equivalent fractions and comparing lengths</a:t>
            </a:r>
          </a:p>
          <a:p>
            <a:r>
              <a:t>Mode: Math</a:t>
            </a:r>
          </a:p>
          <a:p>
            <a:r>
              <a:t>Goal: Use equivalent fractions to order dimensions and explain the difference between two lengths.</a:t>
            </a:r>
          </a:p>
          <a:p>
            <a:r>
              <a:t>Read: Textbook Chapter 4 pp.59–61</a:t>
            </a:r>
          </a:p>
          <a:p>
            <a:r>
              <a:t>Practise: Exercise Book 4A Q6–11 (p.26)</a:t>
            </a:r>
          </a:p>
          <a:p>
            <a:r>
              <a:t>Tool: Shape Canvas: select in units and compare labelled rectangles. Use a fraction strip or rule to explain equivalence.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Show 1/2 and 8/16 on a rule. Ask why they refer to the same point.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reducing fractions and creating a common denominator before comparing lengths.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4A questions 6–8 with fraction strips; confirm the longer length on a rule.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4A questions 9–11. Place three labelled dimensions in order and explain the comparison to a partner.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4A questions 6 and 8, showing the common denominator.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6 = 7/16 and 9/16. Question 8: 5/8 in is longer by 1/16 in. Answer Key page 13.</a:t>
            </a:r>
          </a:p>
          <a:p/>
          <a:p>
            <a:r>
              <a:t>Next: switch between mixed numbers and improper fractions.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9:10 AM–9:25 AM. All slides with this phase share these 15 minutes; do not restart the time allocation for each slide.</a:t>
            </a:r>
          </a:p>
          <a:p/>
          <a:p>
            <a:r>
              <a:t>Pause on the prompt before discussing the correction. This is included within the scheduled Teach block, not an additional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W02-L07 | 2026-11-05 | 9:00 AM–10:15 AM | 75 minutes</a:t>
            </a:r>
          </a:p>
          <a:p>
            <a:r>
              <a:t>Equivalent fractions and comparing lengths</a:t>
            </a:r>
          </a:p>
          <a:p>
            <a:r>
              <a:t>Mode: Math</a:t>
            </a:r>
          </a:p>
          <a:p>
            <a:r>
              <a:t>Goal: Use equivalent fractions to order dimensions and explain the difference between two lengths.</a:t>
            </a:r>
          </a:p>
          <a:p>
            <a:r>
              <a:t>Read: Textbook Chapter 4 pp.59–61</a:t>
            </a:r>
          </a:p>
          <a:p>
            <a:r>
              <a:t>Practise: Exercise Book 4A Q6–11 (p.26)</a:t>
            </a:r>
          </a:p>
          <a:p>
            <a:r>
              <a:t>Tool: Shape Canvas: select in units and compare labelled rectangles. Use a fraction strip or rule to explain equivalence.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Show 1/2 and 8/16 on a rule. Ask why they refer to the same point.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reducing fractions and creating a common denominator before comparing lengths.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4A questions 6–8 with fraction strips; confirm the longer length on a rule.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4A questions 9–11. Place three labelled dimensions in order and explain the comparison to a partner.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4A questions 6 and 8, showing the common denominator.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6 = 7/16 and 9/16. Question 8: 5/8 in is longer by 1/16 in. Answer Key page 13.</a:t>
            </a:r>
          </a:p>
          <a:p/>
          <a:p>
            <a:r>
              <a:t>Next: switch between mixed numbers and improper fractions.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9:25 AM–9:40 AM. All slides with this phase share these 15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W02-L07 | 2026-11-05 | 9:00 AM–10:15 AM | 75 minutes</a:t>
            </a:r>
          </a:p>
          <a:p>
            <a:r>
              <a:t>Equivalent fractions and comparing lengths</a:t>
            </a:r>
          </a:p>
          <a:p>
            <a:r>
              <a:t>Mode: Math</a:t>
            </a:r>
          </a:p>
          <a:p>
            <a:r>
              <a:t>Goal: Use equivalent fractions to order dimensions and explain the difference between two lengths.</a:t>
            </a:r>
          </a:p>
          <a:p>
            <a:r>
              <a:t>Read: Textbook Chapter 4 pp.59–61</a:t>
            </a:r>
          </a:p>
          <a:p>
            <a:r>
              <a:t>Practise: Exercise Book 4A Q6–11 (p.26)</a:t>
            </a:r>
          </a:p>
          <a:p>
            <a:r>
              <a:t>Tool: Shape Canvas: select in units and compare labelled rectangles. Use a fraction strip or rule to explain equivalence.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Show 1/2 and 8/16 on a rule. Ask why they refer to the same point.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reducing fractions and creating a common denominator before comparing lengths.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4A questions 6–8 with fraction strips; confirm the longer length on a rule.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4A questions 9–11. Place three labelled dimensions in order and explain the comparison to a partner.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4A questions 6 and 8, showing the common denominator.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6 = 7/16 and 9/16. Question 8: 5/8 in is longer by 1/16 in. Answer Key page 13.</a:t>
            </a:r>
          </a:p>
          <a:p/>
          <a:p>
            <a:r>
              <a:t>Next: switch between mixed numbers and improper fractions.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9:25 AM–9:40 AM. All slides with this phase share these 15 minutes; do not restart the time allocation for each slide.</a:t>
            </a:r>
          </a:p>
          <a:p/>
          <a:p>
            <a:r>
              <a:t>ACCESS EXERCISE BOOK: 4A-Q6</a:t>
            </a:r>
          </a:p>
          <a:p>
            <a:r>
              <a:t>Exact question: Write  14/32 and  36/64 in lowest terms.</a:t>
            </a:r>
          </a:p>
          <a:p>
            <a:r>
              <a:t>Instructor answer: 7/16 and  9/16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W02-L07 | 2026-11-05 | 9:00 AM–10:15 AM | 75 minutes</a:t>
            </a:r>
          </a:p>
          <a:p>
            <a:r>
              <a:t>Equivalent fractions and comparing lengths</a:t>
            </a:r>
          </a:p>
          <a:p>
            <a:r>
              <a:t>Mode: Math</a:t>
            </a:r>
          </a:p>
          <a:p>
            <a:r>
              <a:t>Goal: Use equivalent fractions to order dimensions and explain the difference between two lengths.</a:t>
            </a:r>
          </a:p>
          <a:p>
            <a:r>
              <a:t>Read: Textbook Chapter 4 pp.59–61</a:t>
            </a:r>
          </a:p>
          <a:p>
            <a:r>
              <a:t>Practise: Exercise Book 4A Q6–11 (p.26)</a:t>
            </a:r>
          </a:p>
          <a:p>
            <a:r>
              <a:t>Tool: Shape Canvas: select in units and compare labelled rectangles. Use a fraction strip or rule to explain equivalence.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Show 1/2 and 8/16 on a rule. Ask why they refer to the same point.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reducing fractions and creating a common denominator before comparing lengths.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4A questions 6–8 with fraction strips; confirm the longer length on a rule.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4A questions 9–11. Place three labelled dimensions in order and explain the comparison to a partner.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4A questions 6 and 8, showing the common denominator.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6 = 7/16 and 9/16. Question 8: 5/8 in is longer by 1/16 in. Answer Key page 13.</a:t>
            </a:r>
          </a:p>
          <a:p/>
          <a:p>
            <a:r>
              <a:t>Next: switch between mixed numbers and improper fractions.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9:25 AM–9:40 AM. All slides with this phase share these 15 minutes; do not restart the time allocation for each slide.</a:t>
            </a:r>
          </a:p>
          <a:p/>
          <a:p>
            <a:r>
              <a:t>ACCESS EXERCISE BOOK: 4A-Q6</a:t>
            </a:r>
          </a:p>
          <a:p>
            <a:r>
              <a:t>Exact question: Write  14/32 and  36/64 in lowest terms.</a:t>
            </a:r>
          </a:p>
          <a:p>
            <a:r>
              <a:t>Instructor answer: 7/16 and  9/16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W02-L07 | 2026-11-05 | 9:00 AM–10:15 AM | 75 minutes</a:t>
            </a:r>
          </a:p>
          <a:p>
            <a:r>
              <a:t>Equivalent fractions and comparing lengths</a:t>
            </a:r>
          </a:p>
          <a:p>
            <a:r>
              <a:t>Mode: Math</a:t>
            </a:r>
          </a:p>
          <a:p>
            <a:r>
              <a:t>Goal: Use equivalent fractions to order dimensions and explain the difference between two lengths.</a:t>
            </a:r>
          </a:p>
          <a:p>
            <a:r>
              <a:t>Read: Textbook Chapter 4 pp.59–61</a:t>
            </a:r>
          </a:p>
          <a:p>
            <a:r>
              <a:t>Practise: Exercise Book 4A Q6–11 (p.26)</a:t>
            </a:r>
          </a:p>
          <a:p>
            <a:r>
              <a:t>Tool: Shape Canvas: select in units and compare labelled rectangles. Use a fraction strip or rule to explain equivalence.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Show 1/2 and 8/16 on a rule. Ask why they refer to the same point.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reducing fractions and creating a common denominator before comparing lengths.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4A questions 6–8 with fraction strips; confirm the longer length on a rule.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4A questions 9–11. Place three labelled dimensions in order and explain the comparison to a partner.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4A questions 6 and 8, showing the common denominator.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6 = 7/16 and 9/16. Question 8: 5/8 in is longer by 1/16 in. Answer Key page 13.</a:t>
            </a:r>
          </a:p>
          <a:p/>
          <a:p>
            <a:r>
              <a:t>Next: switch between mixed numbers and improper fractions.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9:40 AM–10:00 AM. All slides with this phase share these 20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W02-L07 | 2026-11-05 | 9:00 AM–10:15 AM | 75 minutes</a:t>
            </a:r>
          </a:p>
          <a:p>
            <a:r>
              <a:t>Equivalent fractions and comparing lengths</a:t>
            </a:r>
          </a:p>
          <a:p>
            <a:r>
              <a:t>Mode: Math</a:t>
            </a:r>
          </a:p>
          <a:p>
            <a:r>
              <a:t>Goal: Use equivalent fractions to order dimensions and explain the difference between two lengths.</a:t>
            </a:r>
          </a:p>
          <a:p>
            <a:r>
              <a:t>Read: Textbook Chapter 4 pp.59–61</a:t>
            </a:r>
          </a:p>
          <a:p>
            <a:r>
              <a:t>Practise: Exercise Book 4A Q6–11 (p.26)</a:t>
            </a:r>
          </a:p>
          <a:p>
            <a:r>
              <a:t>Tool: Shape Canvas: select in units and compare labelled rectangles. Use a fraction strip or rule to explain equivalence.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Show 1/2 and 8/16 on a rule. Ask why they refer to the same point.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reducing fractions and creating a common denominator before comparing lengths.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4A questions 6–8 with fraction strips; confirm the longer length on a rule.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4A questions 9–11. Place three labelled dimensions in order and explain the comparison to a partner.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4A questions 6 and 8, showing the common denominator.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6 = 7/16 and 9/16. Question 8: 5/8 in is longer by 1/16 in. Answer Key page 13.</a:t>
            </a:r>
          </a:p>
          <a:p/>
          <a:p>
            <a:r>
              <a:t>Next: switch between mixed numbers and improper fractions.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9:40 AM–10:00 AM. All slides with this phase share these 20 minutes; do not restart the time allocation for each slide.</a:t>
            </a:r>
          </a:p>
          <a:p/>
          <a:p>
            <a:r>
              <a:t>Demonstrate navigation, then open the tool and use the assigned values. Keep worked answers hidden until learners attempt the task. Include this activity within the allocated practice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W02-L07 | 2026-11-05 | 9:00 AM–10:15 AM | 75 minutes</a:t>
            </a:r>
          </a:p>
          <a:p>
            <a:r>
              <a:t>Equivalent fractions and comparing lengths</a:t>
            </a:r>
          </a:p>
          <a:p>
            <a:r>
              <a:t>Mode: Math</a:t>
            </a:r>
          </a:p>
          <a:p>
            <a:r>
              <a:t>Goal: Use equivalent fractions to order dimensions and explain the difference between two lengths.</a:t>
            </a:r>
          </a:p>
          <a:p>
            <a:r>
              <a:t>Read: Textbook Chapter 4 pp.59–61</a:t>
            </a:r>
          </a:p>
          <a:p>
            <a:r>
              <a:t>Practise: Exercise Book 4A Q6–11 (p.26)</a:t>
            </a:r>
          </a:p>
          <a:p>
            <a:r>
              <a:t>Tool: Shape Canvas: select in units and compare labelled rectangles. Use a fraction strip or rule to explain equivalence.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Show 1/2 and 8/16 on a rule. Ask why they refer to the same point.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reducing fractions and creating a common denominator before comparing lengths.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4A questions 6–8 with fraction strips; confirm the longer length on a rule.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4A questions 9–11. Place three labelled dimensions in order and explain the comparison to a partner.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4A questions 6 and 8, showing the common denominator.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6 = 7/16 and 9/16. Question 8: 5/8 in is longer by 1/16 in. Answer Key page 13.</a:t>
            </a:r>
          </a:p>
          <a:p/>
          <a:p>
            <a:r>
              <a:t>Next: switch between mixed numbers and improper fractions.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9:40 AM–10:00 AM. All slides with this phase share these 20 minutes; do not restart the time allocation for each slide.</a:t>
            </a:r>
          </a:p>
          <a:p/>
          <a:p>
            <a:r>
              <a:t>Exact scheduled tool activity: Shape Canvas: select in units and compare labelled rectangles. Use a fraction strip or rule to explain equivalence.</a:t>
            </a:r>
          </a:p>
          <a:p>
            <a:r>
              <a:t>Supported: Use fraction strips and a rule to explain the equivalence in 4A Q6–8.</a:t>
            </a:r>
          </a:p>
          <a:p>
            <a:r>
              <a:t>Independent practice: In Shape Canvas, select inches and create three labelled dimensions from Q9–11.</a:t>
            </a:r>
          </a:p>
          <a:p>
            <a:r>
              <a:t>Independent checking: Order the written values using common denominators and explain them to a partner.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W02-L07 | 2026-11-05 | 9:00 AM–10:15 AM | 75 minutes</a:t>
            </a:r>
          </a:p>
          <a:p>
            <a:r>
              <a:t>Equivalent fractions and comparing lengths</a:t>
            </a:r>
          </a:p>
          <a:p>
            <a:r>
              <a:t>Mode: Math</a:t>
            </a:r>
          </a:p>
          <a:p>
            <a:r>
              <a:t>Goal: Use equivalent fractions to order dimensions and explain the difference between two lengths.</a:t>
            </a:r>
          </a:p>
          <a:p>
            <a:r>
              <a:t>Read: Textbook Chapter 4 pp.59–61</a:t>
            </a:r>
          </a:p>
          <a:p>
            <a:r>
              <a:t>Practise: Exercise Book 4A Q6–11 (p.26)</a:t>
            </a:r>
          </a:p>
          <a:p>
            <a:r>
              <a:t>Tool: Shape Canvas: select in units and compare labelled rectangles. Use a fraction strip or rule to explain equivalence.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Show 1/2 and 8/16 on a rule. Ask why they refer to the same point.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reducing fractions and creating a common denominator before comparing lengths.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4A questions 6–8 with fraction strips; confirm the longer length on a rule.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4A questions 9–11. Place three labelled dimensions in order and explain the comparison to a partner.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4A questions 6 and 8, showing the common denominator.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6 = 7/16 and 9/16. Question 8: 5/8 in is longer by 1/16 in. Answer Key page 13.</a:t>
            </a:r>
          </a:p>
          <a:p/>
          <a:p>
            <a:r>
              <a:t>Next: switch between mixed numbers and improper fractions.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9:40 AM–10:00 AM. All slides with this phase share these 20 minutes; do not restart the time allocation for each slide.</a:t>
            </a:r>
          </a:p>
          <a:p/>
          <a:p>
            <a:r>
              <a:t>ACCESS EXERCISE BOOK: 4A-Q9</a:t>
            </a:r>
          </a:p>
          <a:p>
            <a:r>
              <a:t>Exact question: Put in order from smallest:  13/32,  3/8,  7/16.</a:t>
            </a:r>
          </a:p>
          <a:p>
            <a:r>
              <a:t>Instructor answer: 3/8,  13/32,  7/16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W02-L07 | 2026-11-05 | 9:00 AM–10:15 AM | 75 minutes</a:t>
            </a:r>
          </a:p>
          <a:p>
            <a:r>
              <a:t>Equivalent fractions and comparing lengths</a:t>
            </a:r>
          </a:p>
          <a:p>
            <a:r>
              <a:t>Mode: Math</a:t>
            </a:r>
          </a:p>
          <a:p>
            <a:r>
              <a:t>Goal: Use equivalent fractions to order dimensions and explain the difference between two lengths.</a:t>
            </a:r>
          </a:p>
          <a:p>
            <a:r>
              <a:t>Read: Textbook Chapter 4 pp.59–61</a:t>
            </a:r>
          </a:p>
          <a:p>
            <a:r>
              <a:t>Practise: Exercise Book 4A Q6–11 (p.26)</a:t>
            </a:r>
          </a:p>
          <a:p>
            <a:r>
              <a:t>Tool: Shape Canvas: select in units and compare labelled rectangles. Use a fraction strip or rule to explain equivalence.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Show 1/2 and 8/16 on a rule. Ask why they refer to the same point.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reducing fractions and creating a common denominator before comparing lengths.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4A questions 6–8 with fraction strips; confirm the longer length on a rule.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4A questions 9–11. Place three labelled dimensions in order and explain the comparison to a partner.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4A questions 6 and 8, showing the common denominator.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6 = 7/16 and 9/16. Question 8: 5/8 in is longer by 1/16 in. Answer Key page 13.</a:t>
            </a:r>
          </a:p>
          <a:p/>
          <a:p>
            <a:r>
              <a:t>Next: switch between mixed numbers and improper fractions.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9:40 AM–10:00 AM. All slides with this phase share these 20 minutes; do not restart the time allocation for each slide.</a:t>
            </a:r>
          </a:p>
          <a:p/>
          <a:p>
            <a:r>
              <a:t>ACCESS EXERCISE BOOK: 4A-Q10</a:t>
            </a:r>
          </a:p>
          <a:p>
            <a:r>
              <a:t>Exact question: Change  37/8 and  53/16 to mixed numbers.</a:t>
            </a:r>
          </a:p>
          <a:p>
            <a:r>
              <a:t>Instructor answer: 4 5/8 and 3 5/16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W02-L07 | 2026-11-05 | 9:00 AM–10:15 AM | 75 minutes</a:t>
            </a:r>
          </a:p>
          <a:p>
            <a:r>
              <a:t>Equivalent fractions and comparing lengths</a:t>
            </a:r>
          </a:p>
          <a:p>
            <a:r>
              <a:t>Mode: Math</a:t>
            </a:r>
          </a:p>
          <a:p>
            <a:r>
              <a:t>Goal: Use equivalent fractions to order dimensions and explain the difference between two lengths.</a:t>
            </a:r>
          </a:p>
          <a:p>
            <a:r>
              <a:t>Read: Textbook Chapter 4 pp.59–61</a:t>
            </a:r>
          </a:p>
          <a:p>
            <a:r>
              <a:t>Practise: Exercise Book 4A Q6–11 (p.26)</a:t>
            </a:r>
          </a:p>
          <a:p>
            <a:r>
              <a:t>Tool: Shape Canvas: select in units and compare labelled rectangles. Use a fraction strip or rule to explain equivalence.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Show 1/2 and 8/16 on a rule. Ask why they refer to the same point.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reducing fractions and creating a common denominator before comparing lengths.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4A questions 6–8 with fraction strips; confirm the longer length on a rule.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4A questions 9–11. Place three labelled dimensions in order and explain the comparison to a partner.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4A questions 6 and 8, showing the common denominator.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6 = 7/16 and 9/16. Question 8: 5/8 in is longer by 1/16 in. Answer Key page 13.</a:t>
            </a:r>
          </a:p>
          <a:p/>
          <a:p>
            <a:r>
              <a:t>Next: switch between mixed numbers and improper fractions.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10:00 AM–10:10 AM. All slides with this phase share these 10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W02-L07 | 2026-11-05 | 9:00 AM–10:15 AM | 75 minutes</a:t>
            </a:r>
          </a:p>
          <a:p>
            <a:r>
              <a:t>Equivalent fractions and comparing lengths</a:t>
            </a:r>
          </a:p>
          <a:p>
            <a:r>
              <a:t>Mode: Math</a:t>
            </a:r>
          </a:p>
          <a:p>
            <a:r>
              <a:t>Goal: Use equivalent fractions to order dimensions and explain the difference between two lengths.</a:t>
            </a:r>
          </a:p>
          <a:p>
            <a:r>
              <a:t>Read: Textbook Chapter 4 pp.59–61</a:t>
            </a:r>
          </a:p>
          <a:p>
            <a:r>
              <a:t>Practise: Exercise Book 4A Q6–11 (p.26)</a:t>
            </a:r>
          </a:p>
          <a:p>
            <a:r>
              <a:t>Tool: Shape Canvas: select in units and compare labelled rectangles. Use a fraction strip or rule to explain equivalence.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Show 1/2 and 8/16 on a rule. Ask why they refer to the same point.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reducing fractions and creating a common denominator before comparing lengths.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4A questions 6–8 with fraction strips; confirm the longer length on a rule.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4A questions 9–11. Place three labelled dimensions in order and explain the comparison to a partner.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4A questions 6 and 8, showing the common denominator.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6 = 7/16 and 9/16. Question 8: 5/8 in is longer by 1/16 in. Answer Key page 13.</a:t>
            </a:r>
          </a:p>
          <a:p/>
          <a:p>
            <a:r>
              <a:t>Next: switch between mixed numbers and improper fractions.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10:00 AM–10:10 AM. All slides with this phase share these 10 minutes; do not restart the time allocation for each slide.</a:t>
            </a:r>
          </a:p>
          <a:p/>
          <a:p>
            <a:r>
              <a:t>ACCESS EXERCISE BOOK: 4A-Q6</a:t>
            </a:r>
          </a:p>
          <a:p>
            <a:r>
              <a:t>Exact question: Write  14/32 and  36/64 in lowest terms.</a:t>
            </a:r>
          </a:p>
          <a:p>
            <a:r>
              <a:t>Instructor answer: 7/16 and  9/16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W02-L07 | 2026-11-05 | 9:00 AM–10:15 AM | 75 minutes</a:t>
            </a:r>
          </a:p>
          <a:p>
            <a:r>
              <a:t>Equivalent fractions and comparing lengths</a:t>
            </a:r>
          </a:p>
          <a:p>
            <a:r>
              <a:t>Mode: Math</a:t>
            </a:r>
          </a:p>
          <a:p>
            <a:r>
              <a:t>Goal: Use equivalent fractions to order dimensions and explain the difference between two lengths.</a:t>
            </a:r>
          </a:p>
          <a:p>
            <a:r>
              <a:t>Read: Textbook Chapter 4 pp.59–61</a:t>
            </a:r>
          </a:p>
          <a:p>
            <a:r>
              <a:t>Practise: Exercise Book 4A Q6–11 (p.26)</a:t>
            </a:r>
          </a:p>
          <a:p>
            <a:r>
              <a:t>Tool: Shape Canvas: select in units and compare labelled rectangles. Use a fraction strip or rule to explain equivalence.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Show 1/2 and 8/16 on a rule. Ask why they refer to the same point.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reducing fractions and creating a common denominator before comparing lengths.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4A questions 6–8 with fraction strips; confirm the longer length on a rule.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4A questions 9–11. Place three labelled dimensions in order and explain the comparison to a partner.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4A questions 6 and 8, showing the common denominator.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6 = 7/16 and 9/16. Question 8: 5/8 in is longer by 1/16 in. Answer Key page 13.</a:t>
            </a:r>
          </a:p>
          <a:p/>
          <a:p>
            <a:r>
              <a:t>Next: switch between mixed numbers and improper fractions.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10:00 AM–10:10 AM. All slides with this phase share these 10 minutes; do not restart the time allocation for each slide.</a:t>
            </a:r>
          </a:p>
          <a:p/>
          <a:p>
            <a:r>
              <a:t>ACCESS EXERCISE BOOK: 4A-Q8</a:t>
            </a:r>
          </a:p>
          <a:p>
            <a:r>
              <a:t>Exact question: Which is longer,  9/16 in or  5/8 in? By how much?</a:t>
            </a:r>
          </a:p>
          <a:p>
            <a:r>
              <a:t>Instructor answer: 5/8 in, by  1/16 in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W02-L07 | 2026-11-05 | 9:00 AM–10:15 AM | 75 minutes</a:t>
            </a:r>
          </a:p>
          <a:p>
            <a:r>
              <a:t>Equivalent fractions and comparing lengths</a:t>
            </a:r>
          </a:p>
          <a:p>
            <a:r>
              <a:t>Mode: Math</a:t>
            </a:r>
          </a:p>
          <a:p>
            <a:r>
              <a:t>Goal: Use equivalent fractions to order dimensions and explain the difference between two lengths.</a:t>
            </a:r>
          </a:p>
          <a:p>
            <a:r>
              <a:t>Read: Textbook Chapter 4 pp.59–61</a:t>
            </a:r>
          </a:p>
          <a:p>
            <a:r>
              <a:t>Practise: Exercise Book 4A Q6–11 (p.26)</a:t>
            </a:r>
          </a:p>
          <a:p>
            <a:r>
              <a:t>Tool: Shape Canvas: select in units and compare labelled rectangles. Use a fraction strip or rule to explain equivalence.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Show 1/2 and 8/16 on a rule. Ask why they refer to the same point.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reducing fractions and creating a common denominator before comparing lengths.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4A questions 6–8 with fraction strips; confirm the longer length on a rule.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4A questions 9–11. Place three labelled dimensions in order and explain the comparison to a partner.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Complete 4A questions 6 and 8, showing the common denominator.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6 = 7/16 and 9/16. Question 8: 5/8 in is longer by 1/16 in. Answer Key page 13.</a:t>
            </a:r>
          </a:p>
          <a:p/>
          <a:p>
            <a:r>
              <a:t>Next: switch between mixed numbers and improper fractions.</a:t>
            </a:r>
          </a:p>
          <a:p/>
          <a:p>
            <a:r>
              <a:t>Keep activities within the allocated phase time.</a:t>
            </a:r>
          </a:p>
          <a:p>
            <a:r>
              <a:t>PHASE TIMING: Wrap up, 10:10 AM–10:15 AM. All slides with this phase share these 5 minutes; do not restart the time allocation for each slide.</a:t>
            </a:r>
          </a:p>
          <a:p/>
          <a:p>
            <a:r>
              <a:t>Next scheduled learning: Next: switch between mixed numbers and improper fractions.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Scheduled break, 15 minutes. Resume at 10:30 AM. Do not move the following math block into the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W02-L08 | 2026-11-05 | 10:30 AM–12:00 PM | 90 minutes</a:t>
            </a:r>
          </a:p>
          <a:p>
            <a:r>
              <a:t>Mixed numbers and fraction calculator entry</a:t>
            </a:r>
          </a:p>
          <a:p>
            <a:r>
              <a:t>Mode: Math</a:t>
            </a:r>
          </a:p>
          <a:p>
            <a:r>
              <a:t>Goal: Convert mixed and improper fractions and match the calculator display to the written value.</a:t>
            </a:r>
          </a:p>
          <a:p>
            <a:r>
              <a:t>Read: Textbook Chapter 4 pp.61–63; Chapter 2 p.34</a:t>
            </a:r>
          </a:p>
          <a:p>
            <a:r>
              <a:t>Practise: Exercise Book 4A Q10–13 (p.26); 2A Q9 (p.14)</a:t>
            </a:r>
          </a:p>
          <a:p>
            <a:r>
              <a:t>Tool: Numeracy Hub: Calculator: select the learner’s model. Use the Textbook’s fraction-key sequence.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how many eighths are in 4 5/8. Check the meaning of numerator and denominator.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whole × denominator + numerator, then division with a remainder for the reverse conversion. Read the fraction display aloud.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Complete 4A questions 10–12. Compare paper conversions with calculator displays.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question 13 and practise entering the values in questions 10–12 without changing them. Use 2A question 9 as a supported extension, not an addition-speed test.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Complete 4A questions 10–11 without the calculator, then check.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10 = 4 5/8 and 3 5/16. Question 11 = 71/16 and 27/4. Answer Key page 13. Answer Key pp.8,13</a:t>
            </a:r>
          </a:p>
          <a:p/>
          <a:p>
            <a:r>
              <a:t>Next: read and mark fractional dimensions from a drawing.</a:t>
            </a:r>
          </a:p>
          <a:p/>
          <a:p>
            <a:r>
              <a:t>Keep activities within the allocated phase time.</a:t>
            </a:r>
          </a:p>
          <a:p>
            <a:r>
              <a:t>PHASE TIMING: Start, 10:30 AM–10:35 AM.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W02-L08 | 2026-11-05 | 10:30 AM–12:00 PM | 90 minutes</a:t>
            </a:r>
          </a:p>
          <a:p>
            <a:r>
              <a:t>Mixed numbers and fraction calculator entry</a:t>
            </a:r>
          </a:p>
          <a:p>
            <a:r>
              <a:t>Mode: Math</a:t>
            </a:r>
          </a:p>
          <a:p>
            <a:r>
              <a:t>Goal: Convert mixed and improper fractions and match the calculator display to the written value.</a:t>
            </a:r>
          </a:p>
          <a:p>
            <a:r>
              <a:t>Read: Textbook Chapter 4 pp.61–63; Chapter 2 p.34</a:t>
            </a:r>
          </a:p>
          <a:p>
            <a:r>
              <a:t>Practise: Exercise Book 4A Q10–13 (p.26); 2A Q9 (p.14)</a:t>
            </a:r>
          </a:p>
          <a:p>
            <a:r>
              <a:t>Tool: Numeracy Hub: Calculator: select the learner’s model. Use the Textbook’s fraction-key sequence.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how many eighths are in 4 5/8. Check the meaning of numerator and denominator.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whole × denominator + numerator, then division with a remainder for the reverse conversion. Read the fraction display aloud.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Complete 4A questions 10–12. Compare paper conversions with calculator displays.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question 13 and practise entering the values in questions 10–12 without changing them. Use 2A question 9 as a supported extension, not an addition-speed test.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Complete 4A questions 10–11 without the calculator, then check.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10 = 4 5/8 and 3 5/16. Question 11 = 71/16 and 27/4. Answer Key page 13. Answer Key pp.8,13</a:t>
            </a:r>
          </a:p>
          <a:p/>
          <a:p>
            <a:r>
              <a:t>Next: read and mark fractional dimensions from a drawing.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10:35 AM–10:40 AM.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W02-L08 | 2026-11-05 | 10:30 AM–12:00 PM | 90 minutes</a:t>
            </a:r>
          </a:p>
          <a:p>
            <a:r>
              <a:t>Mixed numbers and fraction calculator entry</a:t>
            </a:r>
          </a:p>
          <a:p>
            <a:r>
              <a:t>Mode: Math</a:t>
            </a:r>
          </a:p>
          <a:p>
            <a:r>
              <a:t>Goal: Convert mixed and improper fractions and match the calculator display to the written value.</a:t>
            </a:r>
          </a:p>
          <a:p>
            <a:r>
              <a:t>Read: Textbook Chapter 4 pp.61–63; Chapter 2 p.34</a:t>
            </a:r>
          </a:p>
          <a:p>
            <a:r>
              <a:t>Practise: Exercise Book 4A Q10–13 (p.26); 2A Q9 (p.14)</a:t>
            </a:r>
          </a:p>
          <a:p>
            <a:r>
              <a:t>Tool: Numeracy Hub: Calculator: select the learner’s model. Use the Textbook’s fraction-key sequence.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how many eighths are in 4 5/8. Check the meaning of numerator and denominator.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whole × denominator + numerator, then division with a remainder for the reverse conversion. Read the fraction display aloud.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Complete 4A questions 10–12. Compare paper conversions with calculator displays.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question 13 and practise entering the values in questions 10–12 without changing them. Use 2A question 9 as a supported extension, not an addition-speed test.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Complete 4A questions 10–11 without the calculator, then check.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10 = 4 5/8 and 3 5/16. Question 11 = 71/16 and 27/4. Answer Key page 13. Answer Key pp.8,13</a:t>
            </a:r>
          </a:p>
          <a:p/>
          <a:p>
            <a:r>
              <a:t>Next: read and mark fractional dimensions from a drawing.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10:40 AM–10:55 AM.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Chapter 4 pp.61–63; Chapter 2 p.34</a:t>
            </a:r>
          </a:p>
          <a:p>
            <a:r>
              <a:t>ACCESS Trades Numeracy Textbook, PDF/printed p.63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W02-L08 | 2026-11-05 | 10:30 AM–12:00 PM | 90 minutes</a:t>
            </a:r>
          </a:p>
          <a:p>
            <a:r>
              <a:t>Mixed numbers and fraction calculator entry</a:t>
            </a:r>
          </a:p>
          <a:p>
            <a:r>
              <a:t>Mode: Math</a:t>
            </a:r>
          </a:p>
          <a:p>
            <a:r>
              <a:t>Goal: Convert mixed and improper fractions and match the calculator display to the written value.</a:t>
            </a:r>
          </a:p>
          <a:p>
            <a:r>
              <a:t>Read: Textbook Chapter 4 pp.61–63; Chapter 2 p.34</a:t>
            </a:r>
          </a:p>
          <a:p>
            <a:r>
              <a:t>Practise: Exercise Book 4A Q10–13 (p.26); 2A Q9 (p.14)</a:t>
            </a:r>
          </a:p>
          <a:p>
            <a:r>
              <a:t>Tool: Numeracy Hub: Calculator: select the learner’s model. Use the Textbook’s fraction-key sequence.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how many eighths are in 4 5/8. Check the meaning of numerator and denominator.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whole × denominator + numerator, then division with a remainder for the reverse conversion. Read the fraction display aloud.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Complete 4A questions 10–12. Compare paper conversions with calculator displays.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question 13 and practise entering the values in questions 10–12 without changing them. Use 2A question 9 as a supported extension, not an addition-speed test.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Complete 4A questions 10–11 without the calculator, then check.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10 = 4 5/8 and 3 5/16. Question 11 = 71/16 and 27/4. Answer Key page 13. Answer Key pp.8,13</a:t>
            </a:r>
          </a:p>
          <a:p/>
          <a:p>
            <a:r>
              <a:t>Next: read and mark fractional dimensions from a drawing.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10:40 AM–10:55 AM.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Chapter 4 pp.61–63; Chapter 2 p.34</a:t>
            </a:r>
          </a:p>
          <a:p>
            <a:r>
              <a:t>ACCESS Trades Numeracy Textbook, PDF/printed p.63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W02-L08 | 2026-11-05 | 10:30 AM–12:00 PM | 90 minutes</a:t>
            </a:r>
          </a:p>
          <a:p>
            <a:r>
              <a:t>Mixed numbers and fraction calculator entry</a:t>
            </a:r>
          </a:p>
          <a:p>
            <a:r>
              <a:t>Mode: Math</a:t>
            </a:r>
          </a:p>
          <a:p>
            <a:r>
              <a:t>Goal: Convert mixed and improper fractions and match the calculator display to the written value.</a:t>
            </a:r>
          </a:p>
          <a:p>
            <a:r>
              <a:t>Read: Textbook Chapter 4 pp.61–63; Chapter 2 p.34</a:t>
            </a:r>
          </a:p>
          <a:p>
            <a:r>
              <a:t>Practise: Exercise Book 4A Q10–13 (p.26); 2A Q9 (p.14)</a:t>
            </a:r>
          </a:p>
          <a:p>
            <a:r>
              <a:t>Tool: Numeracy Hub: Calculator: select the learner’s model. Use the Textbook’s fraction-key sequence.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how many eighths are in 4 5/8. Check the meaning of numerator and denominator.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whole × denominator + numerator, then division with a remainder for the reverse conversion. Read the fraction display aloud.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Complete 4A questions 10–12. Compare paper conversions with calculator displays.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question 13 and practise entering the values in questions 10–12 without changing them. Use 2A question 9 as a supported extension, not an addition-speed test.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Complete 4A questions 10–11 without the calculator, then check.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10 = 4 5/8 and 3 5/16. Question 11 = 71/16 and 27/4. Answer Key page 13. Answer Key pp.8,13</a:t>
            </a:r>
          </a:p>
          <a:p/>
          <a:p>
            <a:r>
              <a:t>Next: read and mark fractional dimensions from a drawing.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10:40 AM–10:55 AM. All slides with this phase share these 15 minutes; do not restart the time allocation for each slide.</a:t>
            </a:r>
          </a:p>
          <a:p/>
          <a:p>
            <a:r>
              <a:t>Textbook visual: Textbook p.63 · Enter a mixed number and change it to an improper fraction.</a:t>
            </a:r>
          </a:p>
          <a:p>
            <a:r>
              <a:t>Exact PDF/printed page: 63. ACCESS Textbook excerpt.</a:t>
            </a:r>
          </a:p>
          <a:p>
            <a:r>
              <a:t>The calculator displays show mixed/improper fraction forms and each model’s d/c 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W02-L08 | 2026-11-05 | 10:30 AM–12:00 PM | 90 minutes</a:t>
            </a:r>
          </a:p>
          <a:p>
            <a:r>
              <a:t>Mixed numbers and fraction calculator entry</a:t>
            </a:r>
          </a:p>
          <a:p>
            <a:r>
              <a:t>Mode: Math</a:t>
            </a:r>
          </a:p>
          <a:p>
            <a:r>
              <a:t>Goal: Convert mixed and improper fractions and match the calculator display to the written value.</a:t>
            </a:r>
          </a:p>
          <a:p>
            <a:r>
              <a:t>Read: Textbook Chapter 4 pp.61–63; Chapter 2 p.34</a:t>
            </a:r>
          </a:p>
          <a:p>
            <a:r>
              <a:t>Practise: Exercise Book 4A Q10–13 (p.26); 2A Q9 (p.14)</a:t>
            </a:r>
          </a:p>
          <a:p>
            <a:r>
              <a:t>Tool: Numeracy Hub: Calculator: select the learner’s model. Use the Textbook’s fraction-key sequence.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how many eighths are in 4 5/8. Check the meaning of numerator and denominator.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whole × denominator + numerator, then division with a remainder for the reverse conversion. Read the fraction display aloud.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Complete 4A questions 10–12. Compare paper conversions with calculator displays.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question 13 and practise entering the values in questions 10–12 without changing them. Use 2A question 9 as a supported extension, not an addition-speed test.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Complete 4A questions 10–11 without the calculator, then check.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10 = 4 5/8 and 3 5/16. Question 11 = 71/16 and 27/4. Answer Key page 13. Answer Key pp.8,13</a:t>
            </a:r>
          </a:p>
          <a:p/>
          <a:p>
            <a:r>
              <a:t>Next: read and mark fractional dimensions from a drawing.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10:40 AM–10:55 AM. All slides with this phase share these 15 minutes; do not restart the time allocation for each slide.</a:t>
            </a:r>
          </a:p>
          <a:p/>
          <a:p>
            <a:r>
              <a:t>Textbook visual: Textbook p.62 · Example 4.7: whole × denominator + numerator.</a:t>
            </a:r>
          </a:p>
          <a:p>
            <a:r>
              <a:t>Exact PDF/printed page: 62. ACCESS Textbook excerpt.</a:t>
            </a:r>
          </a:p>
          <a:p>
            <a:r>
              <a:t>The calculator displays show mixed/improper fraction forms and each model’s d/c 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W02-L08 | 2026-11-05 | 10:30 AM–12:00 PM | 90 minutes</a:t>
            </a:r>
          </a:p>
          <a:p>
            <a:r>
              <a:t>Mixed numbers and fraction calculator entry</a:t>
            </a:r>
          </a:p>
          <a:p>
            <a:r>
              <a:t>Mode: Math</a:t>
            </a:r>
          </a:p>
          <a:p>
            <a:r>
              <a:t>Goal: Convert mixed and improper fractions and match the calculator display to the written value.</a:t>
            </a:r>
          </a:p>
          <a:p>
            <a:r>
              <a:t>Read: Textbook Chapter 4 pp.61–63; Chapter 2 p.34</a:t>
            </a:r>
          </a:p>
          <a:p>
            <a:r>
              <a:t>Practise: Exercise Book 4A Q10–13 (p.26); 2A Q9 (p.14)</a:t>
            </a:r>
          </a:p>
          <a:p>
            <a:r>
              <a:t>Tool: Numeracy Hub: Calculator: select the learner’s model. Use the Textbook’s fraction-key sequence.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how many eighths are in 4 5/8. Check the meaning of numerator and denominator.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whole × denominator + numerator, then division with a remainder for the reverse conversion. Read the fraction display aloud.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Complete 4A questions 10–12. Compare paper conversions with calculator displays.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question 13 and practise entering the values in questions 10–12 without changing them. Use 2A question 9 as a supported extension, not an addition-speed test.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Complete 4A questions 10–11 without the calculator, then check.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10 = 4 5/8 and 3 5/16. Question 11 = 71/16 and 27/4. Answer Key page 13. Answer Key pp.8,13</a:t>
            </a:r>
          </a:p>
          <a:p/>
          <a:p>
            <a:r>
              <a:t>Next: read and mark fractional dimensions from a drawing.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10:40 AM–10:55 AM. All slides with this phase share these 15 minutes; do not restart the time allocation for each slide.</a:t>
            </a:r>
          </a:p>
          <a:p/>
          <a:p>
            <a:r>
              <a:t>Pause on the prompt before discussing the correction. This is included within the scheduled Teach block, not an additional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W02-L08 | 2026-11-05 | 10:30 AM–12:00 PM | 90 minutes</a:t>
            </a:r>
          </a:p>
          <a:p>
            <a:r>
              <a:t>Mixed numbers and fraction calculator entry</a:t>
            </a:r>
          </a:p>
          <a:p>
            <a:r>
              <a:t>Mode: Math</a:t>
            </a:r>
          </a:p>
          <a:p>
            <a:r>
              <a:t>Goal: Convert mixed and improper fractions and match the calculator display to the written value.</a:t>
            </a:r>
          </a:p>
          <a:p>
            <a:r>
              <a:t>Read: Textbook Chapter 4 pp.61–63; Chapter 2 p.34</a:t>
            </a:r>
          </a:p>
          <a:p>
            <a:r>
              <a:t>Practise: Exercise Book 4A Q10–13 (p.26); 2A Q9 (p.14)</a:t>
            </a:r>
          </a:p>
          <a:p>
            <a:r>
              <a:t>Tool: Numeracy Hub: Calculator: select the learner’s model. Use the Textbook’s fraction-key sequence.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how many eighths are in 4 5/8. Check the meaning of numerator and denominator.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whole × denominator + numerator, then division with a remainder for the reverse conversion. Read the fraction display aloud.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Complete 4A questions 10–12. Compare paper conversions with calculator displays.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question 13 and practise entering the values in questions 10–12 without changing them. Use 2A question 9 as a supported extension, not an addition-speed test.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Complete 4A questions 10–11 without the calculator, then check.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10 = 4 5/8 and 3 5/16. Question 11 = 71/16 and 27/4. Answer Key page 13. Answer Key pp.8,13</a:t>
            </a:r>
          </a:p>
          <a:p/>
          <a:p>
            <a:r>
              <a:t>Next: read and mark fractional dimensions from a drawing.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10:55 AM–11:10 AM. All slides with this phase share these 15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W02-L08 | 2026-11-05 | 10:30 AM–12:00 PM | 90 minutes</a:t>
            </a:r>
          </a:p>
          <a:p>
            <a:r>
              <a:t>Mixed numbers and fraction calculator entry</a:t>
            </a:r>
          </a:p>
          <a:p>
            <a:r>
              <a:t>Mode: Math</a:t>
            </a:r>
          </a:p>
          <a:p>
            <a:r>
              <a:t>Goal: Convert mixed and improper fractions and match the calculator display to the written value.</a:t>
            </a:r>
          </a:p>
          <a:p>
            <a:r>
              <a:t>Read: Textbook Chapter 4 pp.61–63; Chapter 2 p.34</a:t>
            </a:r>
          </a:p>
          <a:p>
            <a:r>
              <a:t>Practise: Exercise Book 4A Q10–13 (p.26); 2A Q9 (p.14)</a:t>
            </a:r>
          </a:p>
          <a:p>
            <a:r>
              <a:t>Tool: Numeracy Hub: Calculator: select the learner’s model. Use the Textbook’s fraction-key sequence.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how many eighths are in 4 5/8. Check the meaning of numerator and denominator.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whole × denominator + numerator, then division with a remainder for the reverse conversion. Read the fraction display aloud.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Complete 4A questions 10–12. Compare paper conversions with calculator displays.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question 13 and practise entering the values in questions 10–12 without changing them. Use 2A question 9 as a supported extension, not an addition-speed test.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Complete 4A questions 10–11 without the calculator, then check.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10 = 4 5/8 and 3 5/16. Question 11 = 71/16 and 27/4. Answer Key page 13. Answer Key pp.8,13</a:t>
            </a:r>
          </a:p>
          <a:p/>
          <a:p>
            <a:r>
              <a:t>Next: read and mark fractional dimensions from a drawing.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10:55 AM–11:10 AM. All slides with this phase share these 15 minutes; do not restart the time allocation for each slide.</a:t>
            </a:r>
          </a:p>
          <a:p/>
          <a:p>
            <a:r>
              <a:t>ACCESS EXERCISE BOOK: 4A-Q10</a:t>
            </a:r>
          </a:p>
          <a:p>
            <a:r>
              <a:t>Exact question: Change  37/8 and  53/16 to mixed numbers.</a:t>
            </a:r>
          </a:p>
          <a:p>
            <a:r>
              <a:t>Instructor answer: 4 5/8 and 3 5/16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W02-L08 | 2026-11-05 | 10:30 AM–12:00 PM | 90 minutes</a:t>
            </a:r>
          </a:p>
          <a:p>
            <a:r>
              <a:t>Mixed numbers and fraction calculator entry</a:t>
            </a:r>
          </a:p>
          <a:p>
            <a:r>
              <a:t>Mode: Math</a:t>
            </a:r>
          </a:p>
          <a:p>
            <a:r>
              <a:t>Goal: Convert mixed and improper fractions and match the calculator display to the written value.</a:t>
            </a:r>
          </a:p>
          <a:p>
            <a:r>
              <a:t>Read: Textbook Chapter 4 pp.61–63; Chapter 2 p.34</a:t>
            </a:r>
          </a:p>
          <a:p>
            <a:r>
              <a:t>Practise: Exercise Book 4A Q10–13 (p.26); 2A Q9 (p.14)</a:t>
            </a:r>
          </a:p>
          <a:p>
            <a:r>
              <a:t>Tool: Numeracy Hub: Calculator: select the learner’s model. Use the Textbook’s fraction-key sequence.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how many eighths are in 4 5/8. Check the meaning of numerator and denominator.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whole × denominator + numerator, then division with a remainder for the reverse conversion. Read the fraction display aloud.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Complete 4A questions 10–12. Compare paper conversions with calculator displays.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question 13 and practise entering the values in questions 10–12 without changing them. Use 2A question 9 as a supported extension, not an addition-speed test.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Complete 4A questions 10–11 without the calculator, then check.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10 = 4 5/8 and 3 5/16. Question 11 = 71/16 and 27/4. Answer Key page 13. Answer Key pp.8,13</a:t>
            </a:r>
          </a:p>
          <a:p/>
          <a:p>
            <a:r>
              <a:t>Next: read and mark fractional dimensions from a drawing.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10:55 AM–11:10 AM. All slides with this phase share these 15 minutes; do not restart the time allocation for each slide.</a:t>
            </a:r>
          </a:p>
          <a:p/>
          <a:p>
            <a:r>
              <a:t>ACCESS EXERCISE BOOK: 4A-Q10</a:t>
            </a:r>
          </a:p>
          <a:p>
            <a:r>
              <a:t>Exact question: Change  37/8 and  53/16 to mixed numbers.</a:t>
            </a:r>
          </a:p>
          <a:p>
            <a:r>
              <a:t>Instructor answer: 4 5/8 and 3 5/16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W02-L08 | 2026-11-05 | 10:30 AM–12:00 PM | 90 minutes</a:t>
            </a:r>
          </a:p>
          <a:p>
            <a:r>
              <a:t>Mixed numbers and fraction calculator entry</a:t>
            </a:r>
          </a:p>
          <a:p>
            <a:r>
              <a:t>Mode: Math</a:t>
            </a:r>
          </a:p>
          <a:p>
            <a:r>
              <a:t>Goal: Convert mixed and improper fractions and match the calculator display to the written value.</a:t>
            </a:r>
          </a:p>
          <a:p>
            <a:r>
              <a:t>Read: Textbook Chapter 4 pp.61–63; Chapter 2 p.34</a:t>
            </a:r>
          </a:p>
          <a:p>
            <a:r>
              <a:t>Practise: Exercise Book 4A Q10–13 (p.26); 2A Q9 (p.14)</a:t>
            </a:r>
          </a:p>
          <a:p>
            <a:r>
              <a:t>Tool: Numeracy Hub: Calculator: select the learner’s model. Use the Textbook’s fraction-key sequence.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how many eighths are in 4 5/8. Check the meaning of numerator and denominator.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whole × denominator + numerator, then division with a remainder for the reverse conversion. Read the fraction display aloud.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Complete 4A questions 10–12. Compare paper conversions with calculator displays.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question 13 and practise entering the values in questions 10–12 without changing them. Use 2A question 9 as a supported extension, not an addition-speed test.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Complete 4A questions 10–11 without the calculator, then check.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10 = 4 5/8 and 3 5/16. Question 11 = 71/16 and 27/4. Answer Key page 13. Answer Key pp.8,13</a:t>
            </a:r>
          </a:p>
          <a:p/>
          <a:p>
            <a:r>
              <a:t>Next: read and mark fractional dimensions from a drawing.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11:10 AM–11:45 AM. All slides with this phase share these 35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W02-L08 | 2026-11-05 | 10:30 AM–12:00 PM | 90 minutes</a:t>
            </a:r>
          </a:p>
          <a:p>
            <a:r>
              <a:t>Mixed numbers and fraction calculator entry</a:t>
            </a:r>
          </a:p>
          <a:p>
            <a:r>
              <a:t>Mode: Math</a:t>
            </a:r>
          </a:p>
          <a:p>
            <a:r>
              <a:t>Goal: Convert mixed and improper fractions and match the calculator display to the written value.</a:t>
            </a:r>
          </a:p>
          <a:p>
            <a:r>
              <a:t>Read: Textbook Chapter 4 pp.61–63; Chapter 2 p.34</a:t>
            </a:r>
          </a:p>
          <a:p>
            <a:r>
              <a:t>Practise: Exercise Book 4A Q10–13 (p.26); 2A Q9 (p.14)</a:t>
            </a:r>
          </a:p>
          <a:p>
            <a:r>
              <a:t>Tool: Numeracy Hub: Calculator: select the learner’s model. Use the Textbook’s fraction-key sequence.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how many eighths are in 4 5/8. Check the meaning of numerator and denominator.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whole × denominator + numerator, then division with a remainder for the reverse conversion. Read the fraction display aloud.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Complete 4A questions 10–12. Compare paper conversions with calculator displays.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question 13 and practise entering the values in questions 10–12 without changing them. Use 2A question 9 as a supported extension, not an addition-speed test.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Complete 4A questions 10–11 without the calculator, then check.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10 = 4 5/8 and 3 5/16. Question 11 = 71/16 and 27/4. Answer Key page 13. Answer Key pp.8,13</a:t>
            </a:r>
          </a:p>
          <a:p/>
          <a:p>
            <a:r>
              <a:t>Next: read and mark fractional dimensions from a drawing.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11:10 AM–11:45 AM. All slides with this phase share these 35 minutes; do not restart the time allocation for each slide.</a:t>
            </a:r>
          </a:p>
          <a:p/>
          <a:p>
            <a:r>
              <a:t>Demonstrate navigation, then open the tool and use the assigned values. Keep worked answers hidden until learners attempt the task. Include this activity within the allocated practice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W02-L08 | 2026-11-05 | 10:30 AM–12:00 PM | 90 minutes</a:t>
            </a:r>
          </a:p>
          <a:p>
            <a:r>
              <a:t>Mixed numbers and fraction calculator entry</a:t>
            </a:r>
          </a:p>
          <a:p>
            <a:r>
              <a:t>Mode: Math</a:t>
            </a:r>
          </a:p>
          <a:p>
            <a:r>
              <a:t>Goal: Convert mixed and improper fractions and match the calculator display to the written value.</a:t>
            </a:r>
          </a:p>
          <a:p>
            <a:r>
              <a:t>Read: Textbook Chapter 4 pp.61–63; Chapter 2 p.34</a:t>
            </a:r>
          </a:p>
          <a:p>
            <a:r>
              <a:t>Practise: Exercise Book 4A Q10–13 (p.26); 2A Q9 (p.14)</a:t>
            </a:r>
          </a:p>
          <a:p>
            <a:r>
              <a:t>Tool: Numeracy Hub: Calculator: select the learner’s model. Use the Textbook’s fraction-key sequence.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how many eighths are in 4 5/8. Check the meaning of numerator and denominator.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whole × denominator + numerator, then division with a remainder for the reverse conversion. Read the fraction display aloud.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Complete 4A questions 10–12. Compare paper conversions with calculator displays.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question 13 and practise entering the values in questions 10–12 without changing them. Use 2A question 9 as a supported extension, not an addition-speed test.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Complete 4A questions 10–11 without the calculator, then check.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10 = 4 5/8 and 3 5/16. Question 11 = 71/16 and 27/4. Answer Key page 13. Answer Key pp.8,13</a:t>
            </a:r>
          </a:p>
          <a:p/>
          <a:p>
            <a:r>
              <a:t>Next: read and mark fractional dimensions from a drawing.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11:10 AM–11:45 AM. All slides with this phase share these 35 minutes; do not restart the time allocation for each slide.</a:t>
            </a:r>
          </a:p>
          <a:p/>
          <a:p>
            <a:r>
              <a:t>Exact scheduled tool activity: Numeracy Hub: Calculator: select the learner’s model. Use the Textbook’s fraction-key sequence.</a:t>
            </a:r>
          </a:p>
          <a:p>
            <a:r>
              <a:t>Supported: Select the learner’s Numeracy Hub calculator model and follow Textbook p.34.</a:t>
            </a:r>
          </a:p>
          <a:p>
            <a:r>
              <a:t>Supported: Enter the values from 4A Q10–12 after completing each conversion on paper.</a:t>
            </a:r>
          </a:p>
          <a:p>
            <a:r>
              <a:t>Independent checking: Complete Q10–11 without a calculator, then compare the display with your values.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W02-L08 | 2026-11-05 | 10:30 AM–12:00 PM | 90 minutes</a:t>
            </a:r>
          </a:p>
          <a:p>
            <a:r>
              <a:t>Mixed numbers and fraction calculator entry</a:t>
            </a:r>
          </a:p>
          <a:p>
            <a:r>
              <a:t>Mode: Math</a:t>
            </a:r>
          </a:p>
          <a:p>
            <a:r>
              <a:t>Goal: Convert mixed and improper fractions and match the calculator display to the written value.</a:t>
            </a:r>
          </a:p>
          <a:p>
            <a:r>
              <a:t>Read: Textbook Chapter 4 pp.61–63; Chapter 2 p.34</a:t>
            </a:r>
          </a:p>
          <a:p>
            <a:r>
              <a:t>Practise: Exercise Book 4A Q10–13 (p.26); 2A Q9 (p.14)</a:t>
            </a:r>
          </a:p>
          <a:p>
            <a:r>
              <a:t>Tool: Numeracy Hub: Calculator: select the learner’s model. Use the Textbook’s fraction-key sequence.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how many eighths are in 4 5/8. Check the meaning of numerator and denominator.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whole × denominator + numerator, then division with a remainder for the reverse conversion. Read the fraction display aloud.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Complete 4A questions 10–12. Compare paper conversions with calculator displays.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question 13 and practise entering the values in questions 10–12 without changing them. Use 2A question 9 as a supported extension, not an addition-speed test.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Complete 4A questions 10–11 without the calculator, then check.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10 = 4 5/8 and 3 5/16. Question 11 = 71/16 and 27/4. Answer Key page 13. Answer Key pp.8,13</a:t>
            </a:r>
          </a:p>
          <a:p/>
          <a:p>
            <a:r>
              <a:t>Next: read and mark fractional dimensions from a drawing.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11:10 AM–11:45 AM. All slides with this phase share these 35 minutes; do not restart the time allocation for each slide.</a:t>
            </a:r>
          </a:p>
          <a:p/>
          <a:p>
            <a:r>
              <a:t>ACCESS EXERCISE BOOK: 4A-Q13</a:t>
            </a:r>
          </a:p>
          <a:p>
            <a:r>
              <a:t>Exact question: What is the reciprocal of 2 1/2?</a:t>
            </a:r>
          </a:p>
          <a:p>
            <a:r>
              <a:t>Instructor answer: 2/5</a:t>
            </a:r>
          </a:p>
          <a:p>
            <a:r>
              <a:t>Working: 2 1/2 =  5/2, turned upside down is  2/5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W02-L08 | 2026-11-05 | 10:30 AM–12:00 PM | 90 minutes</a:t>
            </a:r>
          </a:p>
          <a:p>
            <a:r>
              <a:t>Mixed numbers and fraction calculator entry</a:t>
            </a:r>
          </a:p>
          <a:p>
            <a:r>
              <a:t>Mode: Math</a:t>
            </a:r>
          </a:p>
          <a:p>
            <a:r>
              <a:t>Goal: Convert mixed and improper fractions and match the calculator display to the written value.</a:t>
            </a:r>
          </a:p>
          <a:p>
            <a:r>
              <a:t>Read: Textbook Chapter 4 pp.61–63; Chapter 2 p.34</a:t>
            </a:r>
          </a:p>
          <a:p>
            <a:r>
              <a:t>Practise: Exercise Book 4A Q10–13 (p.26); 2A Q9 (p.14)</a:t>
            </a:r>
          </a:p>
          <a:p>
            <a:r>
              <a:t>Tool: Numeracy Hub: Calculator: select the learner’s model. Use the Textbook’s fraction-key sequence.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how many eighths are in 4 5/8. Check the meaning of numerator and denominator.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whole × denominator + numerator, then division with a remainder for the reverse conversion. Read the fraction display aloud.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Complete 4A questions 10–12. Compare paper conversions with calculator displays.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question 13 and practise entering the values in questions 10–12 without changing them. Use 2A question 9 as a supported extension, not an addition-speed test.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Complete 4A questions 10–11 without the calculator, then check.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10 = 4 5/8 and 3 5/16. Question 11 = 71/16 and 27/4. Answer Key page 13. Answer Key pp.8,13</a:t>
            </a:r>
          </a:p>
          <a:p/>
          <a:p>
            <a:r>
              <a:t>Next: read and mark fractional dimensions from a drawing.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11:10 AM–11:45 AM. All slides with this phase share these 35 minutes; do not restart the time allocation for each slide.</a:t>
            </a:r>
          </a:p>
          <a:p/>
          <a:p>
            <a:r>
              <a:t>ACCESS EXERCISE BOOK: 4A-Q10</a:t>
            </a:r>
          </a:p>
          <a:p>
            <a:r>
              <a:t>Exact question: Change  37/8 and  53/16 to mixed numbers.</a:t>
            </a:r>
          </a:p>
          <a:p>
            <a:r>
              <a:t>Instructor answer: 4 5/8 and 3 5/16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W02-L08 | 2026-11-05 | 10:30 AM–12:00 PM | 90 minutes</a:t>
            </a:r>
          </a:p>
          <a:p>
            <a:r>
              <a:t>Mixed numbers and fraction calculator entry</a:t>
            </a:r>
          </a:p>
          <a:p>
            <a:r>
              <a:t>Mode: Math</a:t>
            </a:r>
          </a:p>
          <a:p>
            <a:r>
              <a:t>Goal: Convert mixed and improper fractions and match the calculator display to the written value.</a:t>
            </a:r>
          </a:p>
          <a:p>
            <a:r>
              <a:t>Read: Textbook Chapter 4 pp.61–63; Chapter 2 p.34</a:t>
            </a:r>
          </a:p>
          <a:p>
            <a:r>
              <a:t>Practise: Exercise Book 4A Q10–13 (p.26); 2A Q9 (p.14)</a:t>
            </a:r>
          </a:p>
          <a:p>
            <a:r>
              <a:t>Tool: Numeracy Hub: Calculator: select the learner’s model. Use the Textbook’s fraction-key sequence.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how many eighths are in 4 5/8. Check the meaning of numerator and denominator.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whole × denominator + numerator, then division with a remainder for the reverse conversion. Read the fraction display aloud.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Complete 4A questions 10–12. Compare paper conversions with calculator displays.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question 13 and practise entering the values in questions 10–12 without changing them. Use 2A question 9 as a supported extension, not an addition-speed test.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Complete 4A questions 10–11 without the calculator, then check.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10 = 4 5/8 and 3 5/16. Question 11 = 71/16 and 27/4. Answer Key page 13. Answer Key pp.8,13</a:t>
            </a:r>
          </a:p>
          <a:p/>
          <a:p>
            <a:r>
              <a:t>Next: read and mark fractional dimensions from a drawing.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11:45 AM–11:55 AM. All slides with this phase share these 10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W02-L08 | 2026-11-05 | 10:30 AM–12:00 PM | 90 minutes</a:t>
            </a:r>
          </a:p>
          <a:p>
            <a:r>
              <a:t>Mixed numbers and fraction calculator entry</a:t>
            </a:r>
          </a:p>
          <a:p>
            <a:r>
              <a:t>Mode: Math</a:t>
            </a:r>
          </a:p>
          <a:p>
            <a:r>
              <a:t>Goal: Convert mixed and improper fractions and match the calculator display to the written value.</a:t>
            </a:r>
          </a:p>
          <a:p>
            <a:r>
              <a:t>Read: Textbook Chapter 4 pp.61–63; Chapter 2 p.34</a:t>
            </a:r>
          </a:p>
          <a:p>
            <a:r>
              <a:t>Practise: Exercise Book 4A Q10–13 (p.26); 2A Q9 (p.14)</a:t>
            </a:r>
          </a:p>
          <a:p>
            <a:r>
              <a:t>Tool: Numeracy Hub: Calculator: select the learner’s model. Use the Textbook’s fraction-key sequence.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how many eighths are in 4 5/8. Check the meaning of numerator and denominator.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whole × denominator + numerator, then division with a remainder for the reverse conversion. Read the fraction display aloud.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Complete 4A questions 10–12. Compare paper conversions with calculator displays.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question 13 and practise entering the values in questions 10–12 without changing them. Use 2A question 9 as a supported extension, not an addition-speed test.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Complete 4A questions 10–11 without the calculator, then check.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10 = 4 5/8 and 3 5/16. Question 11 = 71/16 and 27/4. Answer Key page 13. Answer Key pp.8,13</a:t>
            </a:r>
          </a:p>
          <a:p/>
          <a:p>
            <a:r>
              <a:t>Next: read and mark fractional dimensions from a drawing.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11:45 AM–11:55 AM. All slides with this phase share these 10 minutes; do not restart the time allocation for each slide.</a:t>
            </a:r>
          </a:p>
          <a:p/>
          <a:p>
            <a:r>
              <a:t>ACCESS EXERCISE BOOK: 4A-Q10</a:t>
            </a:r>
          </a:p>
          <a:p>
            <a:r>
              <a:t>Exact question: Change  37/8 and  53/16 to mixed numbers.</a:t>
            </a:r>
          </a:p>
          <a:p>
            <a:r>
              <a:t>Instructor answer: 4 5/8 and 3 5/16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W02-L08 | 2026-11-05 | 10:30 AM–12:00 PM | 90 minutes</a:t>
            </a:r>
          </a:p>
          <a:p>
            <a:r>
              <a:t>Mixed numbers and fraction calculator entry</a:t>
            </a:r>
          </a:p>
          <a:p>
            <a:r>
              <a:t>Mode: Math</a:t>
            </a:r>
          </a:p>
          <a:p>
            <a:r>
              <a:t>Goal: Convert mixed and improper fractions and match the calculator display to the written value.</a:t>
            </a:r>
          </a:p>
          <a:p>
            <a:r>
              <a:t>Read: Textbook Chapter 4 pp.61–63; Chapter 2 p.34</a:t>
            </a:r>
          </a:p>
          <a:p>
            <a:r>
              <a:t>Practise: Exercise Book 4A Q10–13 (p.26); 2A Q9 (p.14)</a:t>
            </a:r>
          </a:p>
          <a:p>
            <a:r>
              <a:t>Tool: Numeracy Hub: Calculator: select the learner’s model. Use the Textbook’s fraction-key sequence.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how many eighths are in 4 5/8. Check the meaning of numerator and denominator.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whole × denominator + numerator, then division with a remainder for the reverse conversion. Read the fraction display aloud.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Complete 4A questions 10–12. Compare paper conversions with calculator displays.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question 13 and practise entering the values in questions 10–12 without changing them. Use 2A question 9 as a supported extension, not an addition-speed test.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Complete 4A questions 10–11 without the calculator, then check.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10 = 4 5/8 and 3 5/16. Question 11 = 71/16 and 27/4. Answer Key page 13. Answer Key pp.8,13</a:t>
            </a:r>
          </a:p>
          <a:p/>
          <a:p>
            <a:r>
              <a:t>Next: read and mark fractional dimensions from a drawing.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11:45 AM–11:55 AM. All slides with this phase share these 10 minutes; do not restart the time allocation for each slide.</a:t>
            </a:r>
          </a:p>
          <a:p/>
          <a:p>
            <a:r>
              <a:t>ACCESS EXERCISE BOOK: 4A-Q11</a:t>
            </a:r>
          </a:p>
          <a:p>
            <a:r>
              <a:t>Exact question: Change 4 7/16 and 6 3/4 to improper fractions.</a:t>
            </a:r>
          </a:p>
          <a:p>
            <a:r>
              <a:t>Instructor answer: 71/16 and  27/4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W02-L08 | 2026-11-05 | 10:30 AM–12:00 PM | 90 minutes</a:t>
            </a:r>
          </a:p>
          <a:p>
            <a:r>
              <a:t>Mixed numbers and fraction calculator entry</a:t>
            </a:r>
          </a:p>
          <a:p>
            <a:r>
              <a:t>Mode: Math</a:t>
            </a:r>
          </a:p>
          <a:p>
            <a:r>
              <a:t>Goal: Convert mixed and improper fractions and match the calculator display to the written value.</a:t>
            </a:r>
          </a:p>
          <a:p>
            <a:r>
              <a:t>Read: Textbook Chapter 4 pp.61–63; Chapter 2 p.34</a:t>
            </a:r>
          </a:p>
          <a:p>
            <a:r>
              <a:t>Practise: Exercise Book 4A Q10–13 (p.26); 2A Q9 (p.14)</a:t>
            </a:r>
          </a:p>
          <a:p>
            <a:r>
              <a:t>Tool: Numeracy Hub: Calculator: select the learner’s model. Use the Textbook’s fraction-key sequence.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how many eighths are in 4 5/8. Check the meaning of numerator and denominator.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whole × denominator + numerator, then division with a remainder for the reverse conversion. Read the fraction display aloud.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Complete 4A questions 10–12. Compare paper conversions with calculator displays.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question 13 and practise entering the values in questions 10–12 without changing them. Use 2A question 9 as a supported extension, not an addition-speed test.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Complete 4A questions 10–11 without the calculator, then check.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Question 10 = 4 5/8 and 3 5/16. Question 11 = 71/16 and 27/4. Answer Key page 13. Answer Key pp.8,13</a:t>
            </a:r>
          </a:p>
          <a:p/>
          <a:p>
            <a:r>
              <a:t>Next: read and mark fractional dimensions from a drawing.</a:t>
            </a:r>
          </a:p>
          <a:p/>
          <a:p>
            <a:r>
              <a:t>Keep activities within the allocated phase time.</a:t>
            </a:r>
          </a:p>
          <a:p>
            <a:r>
              <a:t>PHASE TIMING: Wrap up, 11:55 AM–12:00 PM. All slides with this phase share these 5 minutes; do not restart the time allocation for each slide.</a:t>
            </a:r>
          </a:p>
          <a:p/>
          <a:p>
            <a:r>
              <a:t>Next scheduled learning: Next: read and mark fractional dimensions from a drawing.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Relationship Id="rId3" Type="http://schemas.openxmlformats.org/officeDocument/2006/relationships/image" Target="../media/image13.png"/><Relationship Id="rId4" Type="http://schemas.openxmlformats.org/officeDocument/2006/relationships/hyperlink" Target="../../../books/ACCESS-Trades-Numeracy-Textbook.pdf" TargetMode="External"/><Relationship Id="rId5" Type="http://schemas.openxmlformats.org/officeDocument/2006/relationships/hyperlink" Target="../../../books/ACCESS-Trades-Numeracy-Exercise-Book.pdf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13.png"/><Relationship Id="rId4" Type="http://schemas.openxmlformats.org/officeDocument/2006/relationships/hyperlink" Target="../../../books/ACCESS-Trades-Numeracy-Textbook.pdf#page=5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13.png"/><Relationship Id="rId4" Type="http://schemas.openxmlformats.org/officeDocument/2006/relationships/hyperlink" Target="../../../books/ACCESS-Trades-Numeracy-Textbook.pdf#page=5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13.png"/><Relationship Id="rId4" Type="http://schemas.openxmlformats.org/officeDocument/2006/relationships/hyperlink" Target="../../../books/ACCESS-Trades-Numeracy-Textbook.pdf#page=5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13.png"/><Relationship Id="rId4" Type="http://schemas.openxmlformats.org/officeDocument/2006/relationships/hyperlink" Target="../../../books/ACCESS-Trades-Numeracy-Textbook.pdf#page=5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13.png"/><Relationship Id="rId4" Type="http://schemas.openxmlformats.org/officeDocument/2006/relationships/hyperlink" Target="../../../books/ACCESS-Trades-Numeracy-Textbook.pdf#page=5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3.png"/><Relationship Id="rId4" Type="http://schemas.openxmlformats.org/officeDocument/2006/relationships/hyperlink" Target="../../../books/ACCESS-Trades-Numeracy-Textbook.pdf#page=5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Relationship Id="rId3" Type="http://schemas.openxmlformats.org/officeDocument/2006/relationships/image" Target="../media/image1.png"/><Relationship Id="rId4" Type="http://schemas.openxmlformats.org/officeDocument/2006/relationships/image" Target="../media/image13.png"/><Relationship Id="rId5" Type="http://schemas.openxmlformats.org/officeDocument/2006/relationships/hyperlink" Target="../../../books/ACCESS-Trades-Numeracy-Textbook.pdf#page=59" TargetMode="External"/><Relationship Id="rId6" Type="http://schemas.openxmlformats.org/officeDocument/2006/relationships/hyperlink" Target="../../../books/ACCESS-Trades-Numeracy-Exercise-Book.pdf#page=26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hyperlink" Target="../../../books/ACCESS-Trades-Numeracy-Textbook.pdf#page=61" TargetMode="External"/><Relationship Id="rId6" Type="http://schemas.openxmlformats.org/officeDocument/2006/relationships/hyperlink" Target="../../../books/ACCESS-Trades-Numeracy-Exercise-Book.pdf#page=26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13.png"/><Relationship Id="rId4" Type="http://schemas.openxmlformats.org/officeDocument/2006/relationships/hyperlink" Target="../../../books/ACCESS-Trades-Numeracy-Textbook.pdf#page=5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13.png"/><Relationship Id="rId4" Type="http://schemas.openxmlformats.org/officeDocument/2006/relationships/hyperlink" Target="../../../books/ACCESS-Trades-Numeracy-Textbook.pdf#page=5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3.png"/><Relationship Id="rId4" Type="http://schemas.openxmlformats.org/officeDocument/2006/relationships/image" Target="../media/image13.png"/><Relationship Id="rId5" Type="http://schemas.openxmlformats.org/officeDocument/2006/relationships/hyperlink" Target="../../../books/ACCESS-Trades-Numeracy-Textbook.pdf#page=59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3.png"/><Relationship Id="rId4" Type="http://schemas.openxmlformats.org/officeDocument/2006/relationships/image" Target="../media/image13.png"/><Relationship Id="rId5" Type="http://schemas.openxmlformats.org/officeDocument/2006/relationships/hyperlink" Target="../../../books/ACCESS-Trades-Numeracy-Textbook.pdf#page=59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13.png"/><Relationship Id="rId4" Type="http://schemas.openxmlformats.org/officeDocument/2006/relationships/hyperlink" Target="../../../books/ACCESS-Trades-Numeracy-Textbook.pdf#page=5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4.png"/><Relationship Id="rId4" Type="http://schemas.openxmlformats.org/officeDocument/2006/relationships/image" Target="../media/image13.png"/><Relationship Id="rId5" Type="http://schemas.openxmlformats.org/officeDocument/2006/relationships/hyperlink" Target="../../../books/ACCESS-Trades-Numeracy-Textbook.pdf#page=59" TargetMode="External"/><Relationship Id="rId6" Type="http://schemas.openxmlformats.org/officeDocument/2006/relationships/hyperlink" Target="../../../books/ACCESS-Trades-Numeracy-Exercise-Book.pdf#page=26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Relationship Id="rId3" Type="http://schemas.openxmlformats.org/officeDocument/2006/relationships/image" Target="../media/image13.png"/><Relationship Id="rId4" Type="http://schemas.openxmlformats.org/officeDocument/2006/relationships/hyperlink" Target="../../../books/ACCESS-Trades-Numeracy-Textbook.pdf#page=5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5.png"/><Relationship Id="rId4" Type="http://schemas.openxmlformats.org/officeDocument/2006/relationships/image" Target="../media/image13.png"/><Relationship Id="rId5" Type="http://schemas.openxmlformats.org/officeDocument/2006/relationships/hyperlink" Target="../../../books/ACCESS-Trades-Numeracy-Textbook.pdf#page=59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6.png"/><Relationship Id="rId4" Type="http://schemas.openxmlformats.org/officeDocument/2006/relationships/image" Target="../media/image13.png"/><Relationship Id="rId5" Type="http://schemas.openxmlformats.org/officeDocument/2006/relationships/hyperlink" Target="../../../books/ACCESS-Trades-Numeracy-Textbook.pdf#page=59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13.png"/><Relationship Id="rId4" Type="http://schemas.openxmlformats.org/officeDocument/2006/relationships/hyperlink" Target="../../../books/ACCESS-Trades-Numeracy-Textbook.pdf#page=5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Relationship Id="rId3" Type="http://schemas.openxmlformats.org/officeDocument/2006/relationships/image" Target="../media/image3.png"/><Relationship Id="rId4" Type="http://schemas.openxmlformats.org/officeDocument/2006/relationships/image" Target="../media/image13.png"/><Relationship Id="rId5" Type="http://schemas.openxmlformats.org/officeDocument/2006/relationships/hyperlink" Target="../../../books/ACCESS-Trades-Numeracy-Textbook.pdf#page=59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7.png"/><Relationship Id="rId4" Type="http://schemas.openxmlformats.org/officeDocument/2006/relationships/image" Target="../media/image13.png"/><Relationship Id="rId5" Type="http://schemas.openxmlformats.org/officeDocument/2006/relationships/hyperlink" Target="../../../books/ACCESS-Trades-Numeracy-Textbook.pdf#page=59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13.png"/><Relationship Id="rId4" Type="http://schemas.openxmlformats.org/officeDocument/2006/relationships/hyperlink" Target="../../../books/ACCESS-Trades-Numeracy-Textbook.pdf#page=5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13.png"/><Relationship Id="rId4" Type="http://schemas.openxmlformats.org/officeDocument/2006/relationships/hyperlink" Target="../../../books/ACCESS-Trades-Numeracy-Textbook.pdf" TargetMode="External"/><Relationship Id="rId5" Type="http://schemas.openxmlformats.org/officeDocument/2006/relationships/hyperlink" Target="../../../books/ACCESS-Trades-Numeracy-Exercise-Book.pdf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Relationship Id="rId3" Type="http://schemas.openxmlformats.org/officeDocument/2006/relationships/image" Target="../media/image13.png"/><Relationship Id="rId4" Type="http://schemas.openxmlformats.org/officeDocument/2006/relationships/hyperlink" Target="../../../books/ACCESS-Trades-Numeracy-Textbook.pdf#page=61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13.png"/><Relationship Id="rId4" Type="http://schemas.openxmlformats.org/officeDocument/2006/relationships/hyperlink" Target="../../../books/ACCESS-Trades-Numeracy-Textbook.pdf#page=61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13.png"/><Relationship Id="rId4" Type="http://schemas.openxmlformats.org/officeDocument/2006/relationships/hyperlink" Target="../../../books/ACCESS-Trades-Numeracy-Textbook.pdf#page=61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13.png"/><Relationship Id="rId4" Type="http://schemas.openxmlformats.org/officeDocument/2006/relationships/hyperlink" Target="../../../books/ACCESS-Trades-Numeracy-Textbook.pdf#page=61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Relationship Id="rId4" Type="http://schemas.openxmlformats.org/officeDocument/2006/relationships/hyperlink" Target="../../../books/ACCESS-Trades-Numeracy-Textbook.pdf#page=61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8.png"/><Relationship Id="rId4" Type="http://schemas.openxmlformats.org/officeDocument/2006/relationships/image" Target="../media/image13.png"/><Relationship Id="rId5" Type="http://schemas.openxmlformats.org/officeDocument/2006/relationships/hyperlink" Target="../../../books/ACCESS-Trades-Numeracy-Textbook.pdf#page=63" TargetMode="External"/><Relationship Id="rId6" Type="http://schemas.openxmlformats.org/officeDocument/2006/relationships/hyperlink" Target="../../../books/ACCESS-Trades-Numeracy-Exercise-Book.pdf#page=26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9.png"/><Relationship Id="rId4" Type="http://schemas.openxmlformats.org/officeDocument/2006/relationships/image" Target="../media/image13.png"/><Relationship Id="rId5" Type="http://schemas.openxmlformats.org/officeDocument/2006/relationships/hyperlink" Target="../../../books/ACCESS-Trades-Numeracy-Textbook.pdf#page=62" TargetMode="External"/><Relationship Id="rId6" Type="http://schemas.openxmlformats.org/officeDocument/2006/relationships/hyperlink" Target="../../../books/ACCESS-Trades-Numeracy-Exercise-Book.pdf#page=26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13.png"/><Relationship Id="rId4" Type="http://schemas.openxmlformats.org/officeDocument/2006/relationships/hyperlink" Target="../../../books/ACCESS-Trades-Numeracy-Textbook.pdf#page=61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13.png"/><Relationship Id="rId4" Type="http://schemas.openxmlformats.org/officeDocument/2006/relationships/hyperlink" Target="../../../books/ACCESS-Trades-Numeracy-Textbook.pdf#page=61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6.png"/><Relationship Id="rId4" Type="http://schemas.openxmlformats.org/officeDocument/2006/relationships/image" Target="../media/image13.png"/><Relationship Id="rId5" Type="http://schemas.openxmlformats.org/officeDocument/2006/relationships/hyperlink" Target="../../../books/ACCESS-Trades-Numeracy-Textbook.pdf#page=61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6.png"/><Relationship Id="rId4" Type="http://schemas.openxmlformats.org/officeDocument/2006/relationships/image" Target="../media/image13.png"/><Relationship Id="rId5" Type="http://schemas.openxmlformats.org/officeDocument/2006/relationships/hyperlink" Target="../../../books/ACCESS-Trades-Numeracy-Textbook.pdf#page=61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13.png"/><Relationship Id="rId4" Type="http://schemas.openxmlformats.org/officeDocument/2006/relationships/hyperlink" Target="../../../books/ACCESS-Trades-Numeracy-Textbook.pdf#page=61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Relationship Id="rId5" Type="http://schemas.openxmlformats.org/officeDocument/2006/relationships/hyperlink" Target="../../../books/ACCESS-Trades-Numeracy-Textbook.pdf#page=61" TargetMode="External"/><Relationship Id="rId6" Type="http://schemas.openxmlformats.org/officeDocument/2006/relationships/hyperlink" Target="../../../books/ACCESS-Trades-Numeracy-Exercise-Book.pdf#page=26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13.png"/><Relationship Id="rId4" Type="http://schemas.openxmlformats.org/officeDocument/2006/relationships/hyperlink" Target="../../../books/ACCESS-Trades-Numeracy-Textbook.pdf#page=61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hyperlink" Target="../../../books/ACCESS-Trades-Numeracy-Textbook.pdf#page=61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6.png"/><Relationship Id="rId4" Type="http://schemas.openxmlformats.org/officeDocument/2006/relationships/image" Target="../media/image13.png"/><Relationship Id="rId5" Type="http://schemas.openxmlformats.org/officeDocument/2006/relationships/hyperlink" Target="../../../books/ACCESS-Trades-Numeracy-Textbook.pdf#page=61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13.png"/><Relationship Id="rId4" Type="http://schemas.openxmlformats.org/officeDocument/2006/relationships/hyperlink" Target="../../../books/ACCESS-Trades-Numeracy-Textbook.pdf#page=61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6.png"/><Relationship Id="rId4" Type="http://schemas.openxmlformats.org/officeDocument/2006/relationships/image" Target="../media/image13.png"/><Relationship Id="rId5" Type="http://schemas.openxmlformats.org/officeDocument/2006/relationships/hyperlink" Target="../../../books/ACCESS-Trades-Numeracy-Textbook.pdf#page=61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hyperlink" Target="../../../books/ACCESS-Trades-Numeracy-Textbook.pdf#page=61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13.png"/><Relationship Id="rId4" Type="http://schemas.openxmlformats.org/officeDocument/2006/relationships/hyperlink" Target="../../../books/ACCESS-Trades-Numeracy-Textbook.pdf#page=61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3891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t>ACCESS  /  CARPENTRY FOUNDATION  /  INTAKE 141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14300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600" b="1">
                <a:solidFill>
                  <a:srgbClr val="1A1A1A"/>
                </a:solidFill>
                <a:latin typeface="Arial"/>
              </a:defRPr>
            </a:pPr>
            <a:r>
              <a:t>Day 06  |  Thursday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88366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0">
                <a:solidFill>
                  <a:srgbClr val="4A4E54"/>
                </a:solidFill>
                <a:latin typeface="Arial"/>
              </a:defRPr>
            </a:pPr>
            <a:r>
              <a:t>November 5,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2633472"/>
            <a:ext cx="109728" cy="2194560"/>
          </a:xfrm>
          <a:prstGeom prst="rect">
            <a:avLst/>
          </a:prstGeom>
          <a:solidFill>
            <a:srgbClr val="D2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32688" y="2743200"/>
            <a:ext cx="10287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t>Equivalent fractions and comparing lengths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320040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t>9:00 AM–10:15 AM  •  Math  •  75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840480"/>
            <a:ext cx="10287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t>Mixed numbers and fraction calculator entry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429768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t>10:30 AM–12:00 PM  •  Math  •  90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44068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D2181F"/>
                </a:solidFill>
                <a:latin typeface="Arial"/>
              </a:defRPr>
            </a:pPr>
            <a:r>
              <a:t>Week 2  •  2 scheduled blocks  •  165 teaching minutes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59436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t>Estimate. Show the method. Label units. Check the result.</a:t>
            </a:r>
          </a:p>
        </p:txBody>
      </p:sp>
      <p:pic>
        <p:nvPicPr>
          <p:cNvPr id="12" name="Picture 11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t>Day 06  •  2026-11-05  •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57200"/>
            <a:ext cx="9418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rPr/>
              <a:t>DAY 06  /  WEEK 2  /  CLASS TIMETABLE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77824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000" b="1">
                <a:solidFill>
                  <a:srgbClr val="1A1A1A"/>
                </a:solidFill>
                <a:latin typeface="Arial"/>
              </a:defRPr>
            </a:pPr>
            <a:r>
              <a:rPr/>
              <a:t>Today’s exact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627632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D2181F"/>
                </a:solidFill>
                <a:latin typeface="Arial"/>
              </a:defRPr>
            </a:pPr>
            <a:r>
              <a:rPr/>
              <a:t>9:00 AM–10:15 AM  •  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2048256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1">
                <a:solidFill>
                  <a:srgbClr val="1A1A1A"/>
                </a:solidFill>
                <a:latin typeface="Arial"/>
              </a:defRPr>
            </a:pPr>
            <a:r>
              <a:rPr/>
              <a:t>Equivalent fractions and comparing lengths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28529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9:00 AM–9:05 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285292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67528" y="28529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320954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9:05 AM–9:10 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8648" y="3209544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Recall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7528" y="32095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35661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9:10 AM–9:25 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8648" y="35661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Teach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67528" y="3566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392277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9:25 AM–9:40 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8648" y="392277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Together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67528" y="392277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42793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9:40 AM–10:00 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98648" y="427939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Practise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7528" y="42793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4636007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10:00 AM–10:10 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98648" y="4636007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67528" y="463600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" y="4992623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10:10 AM–10:15 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98648" y="499262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Wrap 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499262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" y="5522976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Math  •  Math Week 2, Lesson 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6208" y="1627632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D2181F"/>
                </a:solidFill>
                <a:latin typeface="Arial"/>
              </a:defRPr>
            </a:pPr>
            <a:r>
              <a:rPr/>
              <a:t>10:30 AM–12:00 PM  •  90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6208" y="2048256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1">
                <a:solidFill>
                  <a:srgbClr val="1A1A1A"/>
                </a:solidFill>
                <a:latin typeface="Arial"/>
              </a:defRPr>
            </a:pPr>
            <a:r>
              <a:rPr/>
              <a:t>Mixed numbers and fraction calculator entry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28529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10:30 AM–10:35 AM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2208" y="285292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Start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91088" y="28529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8" y="320954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10:35 AM–10:40 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2208" y="3209544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Recall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91088" y="32095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35661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10:40 AM–10:55 AM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2208" y="35661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Teach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91088" y="3566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6208" y="392277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10:55 AM–11:10 AM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22208" y="392277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Together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91088" y="392277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42793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11:10 AM–11:45 AM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22208" y="427939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Practise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91088" y="42793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35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6208" y="4636007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11:45 AM–11:55 AM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22208" y="4636007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Check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91088" y="463600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36208" y="4992623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11:55 AM–12:00 PM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22208" y="499262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Wrap up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91088" y="499262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36208" y="5522976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Math  •  Math Week 2, Lesson 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" y="6053328"/>
            <a:ext cx="10927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0">
                <a:solidFill>
                  <a:srgbClr val="1A1A1A"/>
                </a:solidFill>
                <a:latin typeface="Arial"/>
              </a:defRPr>
            </a:pPr>
            <a:r>
              <a:rPr/>
              <a:t>Break: 10:15 AM–10:30 AM  •  15 minutes  •  excluded from teaching time</a:t>
            </a:r>
          </a:p>
        </p:txBody>
      </p:sp>
      <p:pic>
        <p:nvPicPr>
          <p:cNvPr id="53" name="Picture 5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55" name="TextBox 5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06  •  2026-11-05  •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W02-L07  •  START  •  9:00 AM–9:05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Equivalent fractions and comparing lengths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pp.59–61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56231"/>
            <a:ext cx="10927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rPr/>
              <a:t>Today’s goal: Use equivalent fractions to order dimensions and explain the difference between two lengths.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154680"/>
            <a:ext cx="10927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Name one use for today’s skill.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4114800"/>
            <a:ext cx="10927080" cy="13716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41248" y="429768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1A1A1A"/>
                </a:solidFill>
                <a:latin typeface="Arial"/>
              </a:defRPr>
            </a:pPr>
            <a:r>
              <a:rPr/>
              <a:t>Textbook Chapter 4 pp.59–61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011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rPr/>
              <a:t>Exercise Book 4A Q6–11 (p.26)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80644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D2181F"/>
                </a:solidFill>
                <a:latin typeface="Arial"/>
              </a:defRPr>
            </a:pPr>
            <a:r>
              <a:rPr/>
              <a:t>Keep your notebook, assigned ACCESS books and chosen calculator ready.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06  •  2026-11-05  •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W02-L07  •  RECALL  •  9:05 AM–9:10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and reconnect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pp.59–61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Show 1/2 and 8/16 on a rule. Explain why they refer to the same point.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Try first without displayed answers.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Q6–11 (p.26)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06  •  2026-11-05  •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W02-L07  •  TEACH  •  9:10 AM–9:25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Keep equivalent fractions equal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pp.59–61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Multiply or divide numerator and denominator by the same nonzero number.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Changing the fraction’s name does not change its length.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Use a fraction strip or rule to show that equivalent values share one point.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Reduce the final answer when the question asks for lowest terms.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06  •  2026-11-05  •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W02-L07  •  TEACH  •  9:10 AM–9:25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Compare pieces of the same size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pp.59–61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Find a common denominator before comparing the numerators.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With equal denominators, the larger numerator names the longer length.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Subtract the equal-sized fractions to find how much longer.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Order labelled dimensions by their values, not by the display’s zoom.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06  •  2026-11-05  •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609585" y="381000"/>
            <a:ext cx="94183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150">
                <a:solidFill>
                  <a:srgbClr val="D2181F"/>
                </a:solidFill>
                <a:latin typeface="Arial"/>
              </a:defRPr>
            </a:pPr>
            <a:r>
              <a:rPr/>
              <a:t>W02-L07  •  TEACH  •  9:10 AM–9:25 AM  •  15 MIN TOTAL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585" y="781050"/>
            <a:ext cx="1097252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equal-sized fractional units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09585" y="1762125"/>
            <a:ext cx="10972526" cy="1280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3/4 = 12/16</a:t>
            </a:r>
            <a:endParaRPr lang="en-US" sz="2400" dirty="0"/>
          </a:p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12/16 &gt; 11/16</a:t>
            </a:r>
            <a:endParaRPr lang="en-US" sz="2400" dirty="0"/>
          </a:p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Difference = 12/16 − 11/16 = 1/16 in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09585" y="3476625"/>
            <a:ext cx="1097252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numerators can be compared because the pieces are now the same size. Confirm the two marks on a rule.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09585" y="4667250"/>
            <a:ext cx="10972526" cy="959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• Exercise Book 4A Q6–8.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fraction strips to explain the longer dimension.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 Canvas: compare labelled rectangles in inches, not screen lengths.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09585" y="6345936"/>
            <a:ext cx="1088136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 L7 • Classroom example uses new values • Common denominator before comparison</a:t>
            </a:r>
            <a:endParaRPr lang="en-US" sz="1050" dirty="0"/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06  •  2026-11-05  •  07</a:t>
            </a:r>
          </a:p>
        </p:txBody>
      </p:sp>
    </p:spTree>
    <p:extLst>
      <p:ext uri="{BB962C8B-B14F-4D97-AF65-F5344CB8AC3E}">
        <p14:creationId xmlns:p14="http://schemas.microsoft.com/office/powerpoint/2010/main" val="1163384659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W02-L07  •  TEACH  •  9:10 AM–9:25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59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pp.59–61</a:t>
            </a:r>
          </a:p>
        </p:txBody>
      </p:sp>
      <p:pic>
        <p:nvPicPr>
          <p:cNvPr id="5" name="Picture 4" descr="W02-L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372" y="1691640"/>
            <a:ext cx="10681335" cy="4069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Textbook p.59 · Figure 4.7: equivalent fractions mark the same length.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06  •  2026-11-05  •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W02-L07  •  TEACH  •  9:10 AM–9:25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61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pp.59–61</a:t>
            </a:r>
          </a:p>
        </p:txBody>
      </p:sp>
      <p:pic>
        <p:nvPicPr>
          <p:cNvPr id="5" name="Picture 4" descr="W02-L07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7940" y="1691640"/>
            <a:ext cx="9614198" cy="4069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Textbook p.61 · Example 4.5: compare common denominators and confirm on the rule.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06  •  2026-11-05  •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W02-L07  •  TEACH  •  9:10 AM–9:25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Spot the mistake. Explain the correction.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pp.59–61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47088"/>
            <a:ext cx="10927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1">
                <a:solidFill>
                  <a:srgbClr val="1A1A1A"/>
                </a:solidFill>
                <a:latin typeface="Arial"/>
              </a:defRPr>
            </a:pPr>
            <a:r>
              <a:rPr/>
              <a:t>Is 11/16 longer than 3/4 because 11 is greater than 3?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70332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D2181F"/>
                </a:solidFill>
                <a:latin typeface="Arial"/>
              </a:defRPr>
            </a:pPr>
            <a:r>
              <a:rPr/>
              <a:t>Discuss the method before checking the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4617720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4A4E54"/>
                </a:solidFill>
                <a:latin typeface="Arial"/>
              </a:defRPr>
            </a:pPr>
            <a:r>
              <a:rPr/>
              <a:t>Compare equal-sized parts: 3/4 = 12/16, which is longer than 11/16 by 1/16.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06  •  2026-11-05  •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W02-L07  •  TOGETHER  •  9:25 AM–9:40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pp.59–61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Work 4A questions 6–8 with fraction strips; confirm the longer length on a rule.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Work in pairs; alternate solver and checker.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Q6–11 (p.26)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06  •  2026-11-05  •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W02-L07  •  TOGETHER  •  9:25 AM–9:40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Guided practice  |  4A Q6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pp.59–61</a:t>
            </a:r>
          </a:p>
        </p:txBody>
      </p:sp>
      <p:pic>
        <p:nvPicPr>
          <p:cNvPr id="5" name="Picture 4" descr="4A-Q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58160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Work with a partner. Take turns explaining the next step.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06  •  2026-11-05  •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W02-L07  •  TOGETHER  •  9:25 AM–9:40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Compare your method  |  4A Q6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pp.59–61</a:t>
            </a:r>
          </a:p>
        </p:txBody>
      </p:sp>
      <p:pic>
        <p:nvPicPr>
          <p:cNvPr id="5" name="Picture 4" descr="4A-Q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15744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6118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1">
                <a:solidFill>
                  <a:srgbClr val="D2181F"/>
                </a:solidFill>
                <a:latin typeface="Arial"/>
              </a:defRPr>
            </a:pPr>
            <a:r>
              <a:rPr/>
              <a:t>CHECK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10698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700" b="1">
                <a:solidFill>
                  <a:srgbClr val="1A1A1A"/>
                </a:solidFill>
                <a:latin typeface="Arial"/>
              </a:defRPr>
            </a:pPr>
            <a:r>
              <a:rPr/>
              <a:t>7/16 and  9/16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06  •  2026-11-05  •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W02-L07  •  PRACTISE  •  9:40 AM–10:00 AM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scheduled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pp.59–61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Complete 4A questions 9–11. Place three labelled dimensions in order and explain the comparison to a partner.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Show working and units; estimate, then check.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Q6–11 (p.26)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06  •  2026-11-05  •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W02-L07  •  PRACTISE  •  9:40 AM–10:00 AM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Open the ACCESS tool for this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pp.59–61</a:t>
            </a:r>
          </a:p>
        </p:txBody>
      </p:sp>
      <p:pic>
        <p:nvPicPr>
          <p:cNvPr id="5" name="Picture 4" descr="hub-meas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4776" y="1664208"/>
            <a:ext cx="6122822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" y="5998464"/>
            <a:ext cx="10927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50" b="0">
                <a:solidFill>
                  <a:srgbClr val="4A4E54"/>
                </a:solidFill>
                <a:latin typeface="Arial"/>
              </a:defRPr>
            </a:pPr>
            <a:r>
              <a:rPr/>
              <a:t>Navigation example. Use the values and units in the assigned task.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06  •  2026-11-05  •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W02-L07  •  PRACTISE  •  9:40 AM–10:00 AM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tool activity: try, compare and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pp.59–61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Supported: Use fraction strips and a rule to explain the equivalence in 4A Q6–8.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127248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27248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Independent practice: In Shape Canvas, select inches and create three labelled dimensions from Q9–11.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25696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25696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Independent checking: Order the written values using common denominators and explain them to a partner.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06  •  2026-11-05  •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W02-L07  •  PRACTISE  •  9:40 AM–10:00 AM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4A Q9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pp.59–61</a:t>
            </a:r>
          </a:p>
        </p:txBody>
      </p:sp>
      <p:pic>
        <p:nvPicPr>
          <p:cNvPr id="5" name="Picture 4" descr="4A-Q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58160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06  •  2026-11-05  •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W02-L07  •  PRACTISE  •  9:40 AM–10:00 AM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4A Q10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pp.59–61</a:t>
            </a:r>
          </a:p>
        </p:txBody>
      </p:sp>
      <p:pic>
        <p:nvPicPr>
          <p:cNvPr id="5" name="Picture 4" descr="4A-Q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58160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06  •  2026-11-05  •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W02-L07  •  CHECK  •  10:00 AM–10:10 AM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Check independently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pp.59–61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Complete 4A questions 6 and 8, showing the common denominator.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Answer independently and show the method.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Q6–11 (p.26)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06  •  2026-11-05  •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W02-L07  •  CHECK  •  10:00 AM–10:10 AM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4A Q6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pp.59–61</a:t>
            </a:r>
          </a:p>
        </p:txBody>
      </p:sp>
      <p:pic>
        <p:nvPicPr>
          <p:cNvPr id="5" name="Picture 4" descr="4A-Q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58160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06  •  2026-11-05  •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W02-L07  •  CHECK  •  10:00 AM–10:10 AM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4A Q8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pp.59–61</a:t>
            </a:r>
          </a:p>
        </p:txBody>
      </p:sp>
      <p:pic>
        <p:nvPicPr>
          <p:cNvPr id="5" name="Picture 4" descr="4A-Q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58160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06  •  2026-11-05  •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W02-L07  •  WRAP UP  •  10:10 AM–10:15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Wrap up and choose the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pp.59–61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Share one learning point and one skill to practise next.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Record a takeaway and next action.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Q6–11 (p.26)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06  •  2026-11-05  •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57200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t>DAY 06  •  SCHEDULED 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3716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4400" b="1">
                <a:solidFill>
                  <a:srgbClr val="1A1A1A"/>
                </a:solidFill>
                <a:latin typeface="Arial"/>
              </a:defRPr>
            </a:pPr>
            <a:r>
              <a:t>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2743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200" b="0">
                <a:solidFill>
                  <a:srgbClr val="D2181F"/>
                </a:solidFill>
                <a:latin typeface="Arial"/>
              </a:defRPr>
            </a:pPr>
            <a:r>
              <a:t>10:15 AM–10:30 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3794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300" b="0">
                <a:solidFill>
                  <a:srgbClr val="1A1A1A"/>
                </a:solidFill>
                <a:latin typeface="Arial"/>
              </a:defRPr>
            </a:pPr>
            <a:r>
              <a:t>Return ready for: Mixed numbers and fraction calculator entry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52120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4A4E54"/>
                </a:solidFill>
                <a:latin typeface="Arial"/>
              </a:defRPr>
            </a:pPr>
            <a:r>
              <a:t>This break is excluded from teaching minutes.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t>Day 06  •  2026-11-05  •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W02-L08  •  START  •  10:30 AM–10:35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Mixed numbers and fraction calculator entry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pp.61–63; Chapter 2 p.34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56231"/>
            <a:ext cx="10927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rPr/>
              <a:t>Today’s goal: Convert mixed and improper fractions and match the calculator display to the written value.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154680"/>
            <a:ext cx="10927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Name one use for today’s skill.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4114800"/>
            <a:ext cx="10927080" cy="13716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41248" y="429768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1A1A1A"/>
                </a:solidFill>
                <a:latin typeface="Arial"/>
              </a:defRPr>
            </a:pPr>
            <a:r>
              <a:rPr/>
              <a:t>Textbook Chapter 4 pp.61–63; Chapter 2 p.34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011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rPr/>
              <a:t>Exercise Book 4A Q10–13 (p.26); 2A Q9 (p.14)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80644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D2181F"/>
                </a:solidFill>
                <a:latin typeface="Arial"/>
              </a:defRPr>
            </a:pPr>
            <a:r>
              <a:rPr/>
              <a:t>Keep your notebook, assigned ACCESS books and chosen calculator ready.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06  •  2026-11-05  •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W02-L08  •  RECALL  •  10:35 AM–10:40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and reconnect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pp.61–63; Chapter 2 p.34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Explain how many eighths are in 4 5/8. Check the meaning of numerator and denominator.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Try first without displayed answers.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Q10–13 (p.26); 2A Q9 (p.14)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06  •  2026-11-05  •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W02-L08  •  TEACH  •  10:40 AM–10:55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Turn whole units into fractional units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pp.61–63; Chapter 2 p.34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 mixed number contains a whole-number part and a fraction.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Multiply the whole number by the denominator, then add the numerator.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Keep the denominator: the size of each fractional unit has not changed.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Write the improper fraction before checking it on the calculator.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06  •  2026-11-05  •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W02-L08  •  TEACH  •  10:40 AM–10:55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Turn an improper fraction back into a mixed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pp.61–63; Chapter 2 p.34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Divide the numerator by the denominator.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The whole-number quotient gives the whole part.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The remainder becomes the numerator over the original denominator.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Read the calculator display aloud and compare both parts with your written value.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06  •  2026-11-05  •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609585" y="381000"/>
            <a:ext cx="94183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150">
                <a:solidFill>
                  <a:srgbClr val="D2181F"/>
                </a:solidFill>
                <a:latin typeface="Arial"/>
              </a:defRPr>
            </a:pPr>
            <a:r>
              <a:rPr/>
              <a:t>W02-L08  •  TEACH  •  10:40 AM–10:55 AM  •  15 MIN TOTAL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585" y="781050"/>
            <a:ext cx="1097252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the form—not the value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09585" y="1714500"/>
            <a:ext cx="10972526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3/8 = (2 × 8 + 3)/8 = 19/8</a:t>
            </a:r>
            <a:endParaRPr lang="en-US" sz="2400" dirty="0"/>
          </a:p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÷ 8 = 2 remainder 3 → 2 3/8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09585" y="3143250"/>
            <a:ext cx="1097252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denominator stays 8 because we are still counting eighths.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calculator fraction display aloud; check that whole and fractional parts match your written value.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09585" y="4619625"/>
            <a:ext cx="10972526" cy="959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• Complete 4A Q10–12.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paper conversions with Numeracy Hub Calculator using your selected model and the Textbook fraction-key sequence.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09585" y="6345936"/>
            <a:ext cx="1088136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 L8 • First explain the fraction; then check the display</a:t>
            </a:r>
            <a:endParaRPr lang="en-US" sz="1050" dirty="0"/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06  •  2026-11-05  •  28</a:t>
            </a:r>
          </a:p>
        </p:txBody>
      </p:sp>
    </p:spTree>
    <p:extLst>
      <p:ext uri="{BB962C8B-B14F-4D97-AF65-F5344CB8AC3E}">
        <p14:creationId xmlns:p14="http://schemas.microsoft.com/office/powerpoint/2010/main" val="1524604393"/>
      </p:ext>
    </p:extLst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W02-L08  •  TEACH  •  10:40 AM–10:55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pp.61–63; Chapter 2 p.34</a:t>
            </a:r>
          </a:p>
        </p:txBody>
      </p:sp>
      <p:pic>
        <p:nvPicPr>
          <p:cNvPr id="5" name="Picture 4" descr="W02-L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40792"/>
            <a:ext cx="10698480" cy="37707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Textbook p.63 · Enter a mixed number and change it to an improper fraction.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06  •  2026-11-05  •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W02-L08  •  TEACH  •  10:40 AM–10:55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62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pp.61–63; Chapter 2 p.34</a:t>
            </a:r>
          </a:p>
        </p:txBody>
      </p:sp>
      <p:pic>
        <p:nvPicPr>
          <p:cNvPr id="5" name="Picture 4" descr="W02-L08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188410"/>
            <a:ext cx="10698480" cy="30755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Textbook p.62 · Example 4.7: whole × denominator + numerator.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06  •  2026-11-05  •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W02-L08  •  TEACH  •  10:40 AM–10:55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Spot the mistake. Explain the correction.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pp.61–63; Chapter 2 p.34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47088"/>
            <a:ext cx="10927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1">
                <a:solidFill>
                  <a:srgbClr val="1A1A1A"/>
                </a:solidFill>
                <a:latin typeface="Arial"/>
              </a:defRPr>
            </a:pPr>
            <a:r>
              <a:rPr/>
              <a:t>A learner changes 2 3/8 into 5/8 by adding 2 + 3. Why is that wrong?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70332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D2181F"/>
                </a:solidFill>
                <a:latin typeface="Arial"/>
              </a:defRPr>
            </a:pPr>
            <a:r>
              <a:rPr/>
              <a:t>Discuss the method before checking the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4617720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4A4E54"/>
                </a:solidFill>
                <a:latin typeface="Arial"/>
              </a:defRPr>
            </a:pPr>
            <a:r>
              <a:rPr/>
              <a:t>Two whole units contain 16 eighths. Add 3 more eighths: (2 × 8 + 3)/8 = 19/8.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06  •  2026-11-05  •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W02-L08  •  TOGETHER  •  10:55 AM–11:10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pp.61–63; Chapter 2 p.34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Complete 4A questions 10–12. Compare paper conversions with calculator displays.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Work in pairs; alternate solver and checker.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Q10–13 (p.26); 2A Q9 (p.14)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06  •  2026-11-05  •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W02-L08  •  TOGETHER  •  10:55 AM–11:10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Guided practice  |  4A Q10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pp.61–63; Chapter 2 p.34</a:t>
            </a:r>
          </a:p>
        </p:txBody>
      </p:sp>
      <p:pic>
        <p:nvPicPr>
          <p:cNvPr id="5" name="Picture 4" descr="4A-Q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58160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Work with a partner. Take turns explaining the next step.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06  •  2026-11-05  •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W02-L08  •  TOGETHER  •  10:55 AM–11:10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Compare your method  |  4A Q10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pp.61–63; Chapter 2 p.34</a:t>
            </a:r>
          </a:p>
        </p:txBody>
      </p:sp>
      <p:pic>
        <p:nvPicPr>
          <p:cNvPr id="5" name="Picture 4" descr="4A-Q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15744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6118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1">
                <a:solidFill>
                  <a:srgbClr val="D2181F"/>
                </a:solidFill>
                <a:latin typeface="Arial"/>
              </a:defRPr>
            </a:pPr>
            <a:r>
              <a:rPr/>
              <a:t>CHECK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10698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700" b="1">
                <a:solidFill>
                  <a:srgbClr val="1A1A1A"/>
                </a:solidFill>
                <a:latin typeface="Arial"/>
              </a:defRPr>
            </a:pPr>
            <a:r>
              <a:rPr/>
              <a:t>4 5/8 and 3 5/16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06  •  2026-11-05  •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W02-L08  •  PRACTISE  •  11:10 AM–11:45 AM  •  35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scheduled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pp.61–63; Chapter 2 p.34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Complete question 13 and practise entering the values in questions 10–12 without changing them. Use 2A question 9 as a supported extension, not an addition-speed test.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Show working and units; estimate, then check.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Q10–13 (p.26); 2A Q9 (p.14)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06  •  2026-11-05  •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W02-L08  •  PRACTISE  •  11:10 AM–11:45 AM  •  35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Open the ACCESS tool for this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pp.61–63; Chapter 2 p.34</a:t>
            </a:r>
          </a:p>
        </p:txBody>
      </p:sp>
      <p:pic>
        <p:nvPicPr>
          <p:cNvPr id="5" name="Picture 4" descr="hub-cal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4776" y="1664208"/>
            <a:ext cx="6122822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" y="5998464"/>
            <a:ext cx="10927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50" b="0">
                <a:solidFill>
                  <a:srgbClr val="4A4E54"/>
                </a:solidFill>
                <a:latin typeface="Arial"/>
              </a:defRPr>
            </a:pPr>
            <a:r>
              <a:rPr/>
              <a:t>Navigation example. Use the values and units in the assigned task.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06  •  2026-11-05  •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W02-L08  •  PRACTISE  •  11:10 AM–11:45 AM  •  35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tool activity: try, compare and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pp.61–63; Chapter 2 p.34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Supported: Select the learner’s Numeracy Hub calculator model and follow Textbook p.34.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127248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27248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Supported: Enter the values from 4A Q10–12 after completing each conversion on paper.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25696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25696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Independent checking: Complete Q10–11 without a calculator, then compare the display with your values.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06  •  2026-11-05  •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W02-L08  •  PRACTISE  •  11:10 AM–11:45 AM  •  35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4A Q13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pp.61–63; Chapter 2 p.34</a:t>
            </a:r>
          </a:p>
        </p:txBody>
      </p:sp>
      <p:pic>
        <p:nvPicPr>
          <p:cNvPr id="5" name="Picture 4" descr="4A-Q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58160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06  •  2026-11-05  •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W02-L08  •  PRACTISE  •  11:10 AM–11:45 AM  •  35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4A Q10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pp.61–63; Chapter 2 p.34</a:t>
            </a:r>
          </a:p>
        </p:txBody>
      </p:sp>
      <p:pic>
        <p:nvPicPr>
          <p:cNvPr id="5" name="Picture 4" descr="4A-Q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58160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06  •  2026-11-05  •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W02-L08  •  CHECK  •  11:45 AM–11:55 AM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Check independently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pp.61–63; Chapter 2 p.34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Complete 4A questions 10–11 without the calculator, then check.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Answer independently and show the method.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Q10–13 (p.26); 2A Q9 (p.14)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06  •  2026-11-05  •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W02-L08  •  CHECK  •  11:45 AM–11:55 AM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4A Q10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pp.61–63; Chapter 2 p.34</a:t>
            </a:r>
          </a:p>
        </p:txBody>
      </p:sp>
      <p:pic>
        <p:nvPicPr>
          <p:cNvPr id="5" name="Picture 4" descr="4A-Q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58160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06  •  2026-11-05  •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W02-L08  •  CHECK  •  11:45 AM–11:55 AM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4A Q11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pp.61–63; Chapter 2 p.34</a:t>
            </a:r>
          </a:p>
        </p:txBody>
      </p:sp>
      <p:pic>
        <p:nvPicPr>
          <p:cNvPr id="5" name="Picture 4" descr="4A-Q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58160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06  •  2026-11-05  •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W02-L08  •  WRAP UP  •  11:55 AM–12:00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Wrap up and choose the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pp.61–63; Chapter 2 p.34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Share one learning point and one skill to practise next.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Record a takeaway and next action.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Q10–13 (p.26); 2A Q9 (p.14)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06  •  2026-11-05  •  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34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60FB143F-4C5F-4CFA-83D4-CE599B274CB0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e15ce61c-59d5-4165-9b38-ae3aa70e2273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696CE026-134B-41F5-918B-2FB126868299}">
  <we:reference id="wa200010215" version="2.0.0.1" store="en-US" storeType="OMEX"/>
  <we:alternateReferences>
    <we:reference id="WA200010215" version="2.0.0.1" store="" storeType="OMEX"/>
  </we:alternateReferences>
  <we:properties>
    <we:property name="bps.codex_control.document_id" value="&quot;fd5b780e-6113-4733-b1f1-d8726169f48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43</Slides>
  <Notes>43</Notes>
  <HiddenSlides>0</HiddenSlides>
  <ScaleCrop>false</ScaleCrop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ACCESS Carpentry Math | Full Day 06 | 2026-11-05</dc:title>
  <dc:creator>ACCESS Trades</dc:creator>
  <dc:subject>Equivalent fractions and comparing lengths; Mixed numbers and fraction calculator entry</dc:subject>
</cp:coreProperties>
</file>