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336" r:id="rId69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339" r:id="rId72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9" Type="http://schemas.openxmlformats.org/officeDocument/2006/relationships/slide" Target="slides/slide8.xml"/><Relationship Id="rId72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  <a:p/>
          <a:p>
            <a:r>
              <a:t>ACCESS EXERCISE BOOK: 5A-Q4</a:t>
            </a:r>
          </a:p>
          <a:p>
            <a:r>
              <a:t>Exact question: Put in order from smallest: 0.4, 0.375, 0.41.</a:t>
            </a:r>
          </a:p>
          <a:p>
            <a:r>
              <a:t>Instructor answer: 0.375, 0.4, 0.41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5.1–5.5 pp.76–81</a:t>
            </a:r>
          </a:p>
          <a:p>
            <a:r>
              <a:t>ACCESS Trades Numeracy Textbook p.79 — Examples 5.5–5.6 — Decimal cut list and hidden length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5.1–5.5 pp.76–81</a:t>
            </a:r>
          </a:p>
          <a:p>
            <a:r>
              <a:t>ACCESS Trades Numeracy Textbook p.79 — Examples 5.5–5.6 — Decimal cut list and hidden length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p.79 • Example 5.5 — Aligning decimal cut-list lengths</a:t>
            </a:r>
          </a:p>
          <a:p>
            <a:r>
              <a:t>Exact PDF/printed page: 79. ACCESS Textbook excerpt.</a:t>
            </a:r>
          </a:p>
          <a:p>
            <a:r>
              <a:t>Identify the overall length and the two known steps; explain the aligned decimal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p.79 • Example 5.6 — Hidden length on a stepped pin</a:t>
            </a:r>
          </a:p>
          <a:p>
            <a:r>
              <a:t>Exact PDF/printed page: 79. ACCESS Textbook excerpt.</a:t>
            </a:r>
          </a:p>
          <a:p>
            <a:r>
              <a:t>Identify the overall length and the two known steps; explain the aligned decimal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5A-Q8</a:t>
            </a:r>
          </a:p>
          <a:p>
            <a:r>
              <a:t>Exact question: Add. 63.5 + 9.53 + 0.8</a:t>
            </a:r>
          </a:p>
          <a:p>
            <a:r>
              <a:t>Instructor answer: 73.83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5A-Q8</a:t>
            </a:r>
          </a:p>
          <a:p>
            <a:r>
              <a:t>Exact question: Add. 63.5 + 9.53 + 0.8</a:t>
            </a:r>
          </a:p>
          <a:p>
            <a:r>
              <a:t>Instructor answer: 73.83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Numeracy Hub: Measuring Tools: metric rule readings. Shape Canvas: rectangle in mm; enter decimal dimensions and read the labels.</a:t>
            </a:r>
          </a:p>
          <a:p>
            <a:r>
              <a:t>Open Numeracy Hub Measuring Tools and read a metric rule before revealing its answer.</a:t>
            </a:r>
          </a:p>
          <a:p>
            <a:r>
              <a:t>Enter one assigned decimal rectangle dimension in Shape Canvas using mm.</a:t>
            </a:r>
          </a:p>
          <a:p>
            <a:r>
              <a:t>Read each digit and unit aloud; compare the label with your paper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5A-Q1</a:t>
            </a:r>
          </a:p>
          <a:p>
            <a:r>
              <a:t>Exact question: What is the 4 worth in 30.249? Write 0.075 in words.</a:t>
            </a:r>
          </a:p>
          <a:p>
            <a:r>
              <a:t>Instructor answer: 4 hundredths (0.04). Seventy-five thousandths.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5A-Q3</a:t>
            </a:r>
          </a:p>
          <a:p>
            <a:r>
              <a:t>Exact question: Read marks A, B, C and D to the nearest 0.5 mm.</a:t>
            </a:r>
          </a:p>
          <a:p>
            <a:r>
              <a:t>Instructor answer: A = 8.5 mm, B = 26 mm, C = 44.5 mm, D = 57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5A-Q8</a:t>
            </a:r>
          </a:p>
          <a:p>
            <a:r>
              <a:t>Exact question: Add. 63.5 + 9.53 + 0.8</a:t>
            </a:r>
          </a:p>
          <a:p>
            <a:r>
              <a:t>Instructor answer: 73.83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5A-Q10a</a:t>
            </a:r>
          </a:p>
          <a:p>
            <a:r>
              <a:t>Exact question: Multiply. (a)  0.6 × 0.4</a:t>
            </a:r>
          </a:p>
          <a:p>
            <a:r>
              <a:t>Instructor answer: (a)  0.24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W04-L03 | 2026-11-17 | 12:45 PM–2:00 PM | 75 minutes</a:t>
            </a:r>
          </a:p>
          <a:p>
            <a:r>
              <a:t>Decimals: place value and operations</a:t>
            </a:r>
          </a:p>
          <a:p>
            <a:r>
              <a:t>Mode: Math</a:t>
            </a:r>
          </a:p>
          <a:p>
            <a:r>
              <a:t>Goal: Read metric decimal sizes and perform decimal operations with an estimated check.</a:t>
            </a:r>
          </a:p>
          <a:p>
            <a:r>
              <a:t>Read: Textbook sections 5.1–5.5 pp.76–81</a:t>
            </a:r>
          </a:p>
          <a:p>
            <a:r>
              <a:t>Practise: Exercise Book 5A Q1–11 (pp.32–33); 5B Q1,3 (p.34)</a:t>
            </a:r>
          </a:p>
          <a:p>
            <a:r>
              <a:t>Tool: Numeracy Hub: Measuring Tools: metric rule readings. Shape Canvas: rectangle in mm; enter decimal dimensions and read the labels.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decimal place value and arithmetic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5A Q4–5 to compare decimals; ask why more digits do not always mean a larger value.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aligned decimal points, multiplication and division; estimate the order of magnitude before entering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5A Q8–11 selected parts. Pair-check the position of each decimal point.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5A Q1–7 plus 5B Q1,3. Display one decimal-size rectangle in Shape Canvas and explain what each digit means.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5A Q8 and Q10(a); include an estimate for each answer.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Q8 = 73.83; Q10(a) = 0.24. 5B Q1 = 142.75 mm; Q3 = 7 shims. Answer Key p.16. Answer Key pp.15–16</a:t>
            </a:r>
          </a:p>
          <a:p/>
          <a:p>
            <a:r>
              <a:t>Use decimal place-value errors to choose tomorrow’s conversion warm-up.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Use decimal place-value errors to choose tomorrow’s conversion warm-up.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5.6–5.7 pp.82–87</a:t>
            </a:r>
          </a:p>
          <a:p>
            <a:r>
              <a:t>ACCESS Trades Numeracy Textbook p.84 — Example 5.11 — Marking 2.83 in on a tape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5.6–5.7 pp.82–87</a:t>
            </a:r>
          </a:p>
          <a:p>
            <a:r>
              <a:t>ACCESS Trades Numeracy Textbook p.84 — Example 5.11 — Marking 2.83 in on a tape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p.84 • Figure 5.4 — Locating a decimal inch on a graduated rule</a:t>
            </a:r>
          </a:p>
          <a:p>
            <a:r>
              <a:t>Exact PDF/printed page: 84. ACCESS Textbook excerpt.</a:t>
            </a:r>
          </a:p>
          <a:p>
            <a:r>
              <a:t>Compare the nearest sixteenth and nearest thirty-second on the illustrated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p.84 • Example 5.11 — Rounding to sixteenths and thirty-seconds</a:t>
            </a:r>
          </a:p>
          <a:p>
            <a:r>
              <a:t>Exact PDF/printed page: 84. ACCESS Textbook excerpt.</a:t>
            </a:r>
          </a:p>
          <a:p>
            <a:r>
              <a:t>Compare the nearest sixteenth and nearest thirty-second on the illustrated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5A-Q12</a:t>
            </a:r>
          </a:p>
          <a:p>
            <a:r>
              <a:t>Exact question: Change  7/8 and 3 1/4 to decimals.</a:t>
            </a:r>
          </a:p>
          <a:p>
            <a:r>
              <a:t>Instructor answer: 0.875 and 3.25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5A-Q12</a:t>
            </a:r>
          </a:p>
          <a:p>
            <a:r>
              <a:t>Exact question: Change  7/8 and 3 1/4 to decimals.</a:t>
            </a:r>
          </a:p>
          <a:p>
            <a:r>
              <a:t>Instructor answer: 0.875 and 3.25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Numeracy Hub Calculator: fraction/decimal conversion. Shape Canvas: compare the same in dimension entered as a fraction and as a decimal.</a:t>
            </a:r>
          </a:p>
          <a:p>
            <a:r>
              <a:t>Use Numeracy Hub Calculator to convert an assigned fraction to a decimal.</a:t>
            </a:r>
          </a:p>
          <a:p>
            <a:r>
              <a:t>In Shape Canvas, compare the same in dimension entered in fraction and decimal form.</a:t>
            </a:r>
          </a:p>
          <a:p>
            <a:r>
              <a:t>Record the requested tape rounding or final cost on paper and check its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5A-Q15</a:t>
            </a:r>
          </a:p>
          <a:p>
            <a:r>
              <a:t>Exact question: Change 0.29 in to the nearest  1/16 in.</a:t>
            </a:r>
          </a:p>
          <a:p>
            <a:r>
              <a:t>Instructor answer: 5/16 in (0.29 × 16 = 4.64, rounds to 5)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5B-Q4</a:t>
            </a:r>
          </a:p>
          <a:p>
            <a:r>
              <a:t>Exact question: An order has 25 bolts at $0.46 each and 25 nuts at $0.12 each. What is the total?</a:t>
            </a:r>
          </a:p>
          <a:p>
            <a:r>
              <a:t>Instructor answer: $14.50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5A-Q13</a:t>
            </a:r>
          </a:p>
          <a:p>
            <a:r>
              <a:t>Exact question: Change 0.875 and 0.08 to fractions in lowest terms.</a:t>
            </a:r>
          </a:p>
          <a:p>
            <a:r>
              <a:t>Instructor answer: 7/8 and  2/25</a:t>
            </a:r>
          </a:p>
          <a:p>
            <a:r>
              <a:t>Working: 875/1,000 ÷ 125 =  7/8.  8/100 ÷ 4 =  2/25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5B-Q7</a:t>
            </a:r>
          </a:p>
          <a:p>
            <a:r>
              <a:t>Exact question: A drawing gives a length of 3.38 in. What do you mark on the tape, to the nearest  1/16 in?</a:t>
            </a:r>
          </a:p>
          <a:p>
            <a:r>
              <a:t>Instructor answer: 3 3/8 in</a:t>
            </a:r>
          </a:p>
          <a:p>
            <a:r>
              <a:t>Working: 0.38 × 16 = 6.08, rounds to 6.  6/16 =  3/8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W04-L04 | 2026-11-17 | 2:15 PM–3:30 PM | 75 minutes</a:t>
            </a:r>
          </a:p>
          <a:p>
            <a:r>
              <a:t>Decimals, tape rounding and costs</a:t>
            </a:r>
          </a:p>
          <a:p>
            <a:r>
              <a:t>Mode: Math</a:t>
            </a:r>
          </a:p>
          <a:p>
            <a:r>
              <a:t>Goal: Convert fractions and decimals, round an inch size to the requested graduation, and calculate a simple cost.</a:t>
            </a:r>
          </a:p>
          <a:p>
            <a:r>
              <a:t>Read: Textbook sections 5.6–5.7 pp.82–87</a:t>
            </a:r>
          </a:p>
          <a:p>
            <a:r>
              <a:t>Practise: Exercise Book 5A Q12–15 (p.33); 5B Q2,4,7 (p.34)</a:t>
            </a:r>
          </a:p>
          <a:p>
            <a:r>
              <a:t>Tool: Numeracy Hub Calculator: fraction/decimal conversion. Shape Canvas: compare the same in dimension entered as a fraction and as a decimal.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and decimals, tape rounding and costs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for the decimal equivalents of 1/2 and 1/4. Check that a money answer and a tape answer use different rounding.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numerator ÷ denominator, rounding decimal inches to sixteenths and cost = quantity × unit price. Preserve full precision until the final step.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5A Q12–14 and 5B Q2 in pairs. Show why each rounded answer meets the requested unit.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5A Q15, 5B Q4,7. Compare fraction and decimal entries in Shape Canvas; write a cost calculation with a reasonableness check.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5A Q13 and 5B Q7; give simplest fractions and the tape reading.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5A Q13 = 7/8 and 2/25. 5B Q7 = 3 3/8 in. Answer Key p.16. Answer Key pp.15–17</a:t>
            </a:r>
          </a:p>
          <a:p/>
          <a:p>
            <a:r>
              <a:t>Move from decimals to percentages, using the same estimate-before-calculating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Move from decimals to percentages, using the same estimate-before-calculating routine.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9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9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76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76" TargetMode="External"/><Relationship Id="rId5" Type="http://schemas.openxmlformats.org/officeDocument/2006/relationships/hyperlink" Target="../../../books/ACCESS-Trades-Numeracy-Exercise-Book.pdf#page=3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9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4" TargetMode="External"/><Relationship Id="rId6" Type="http://schemas.openxmlformats.org/officeDocument/2006/relationships/hyperlink" Target="../../../books/ACCESS-Trades-Numeracy-Exercise-Book.pdf#page=3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4" TargetMode="External"/><Relationship Id="rId6" Type="http://schemas.openxmlformats.org/officeDocument/2006/relationships/hyperlink" Target="../../../books/ACCESS-Trades-Numeracy-Exercise-Book.pdf#page=3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2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2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2" TargetMode="External"/><Relationship Id="rId6" Type="http://schemas.openxmlformats.org/officeDocument/2006/relationships/hyperlink" Target="../../../books/ACCESS-Trades-Numeracy-Exercise-Book.pdf#page=3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2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2" TargetMode="External"/><Relationship Id="rId6" Type="http://schemas.openxmlformats.org/officeDocument/2006/relationships/hyperlink" Target="../../../books/ACCESS-Trades-Numeracy-Exercise-Book.pdf#page=34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2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82" TargetMode="External"/><Relationship Id="rId6" Type="http://schemas.openxmlformats.org/officeDocument/2006/relationships/hyperlink" Target="../../../books/ACCESS-Trades-Numeracy-Exercise-Book.pdf#page=34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82" TargetMode="External"/><Relationship Id="rId5" Type="http://schemas.openxmlformats.org/officeDocument/2006/relationships/hyperlink" Target="../../../books/ACCESS-Trades-Numeracy-Exercise-Book.pdf#page=3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11  |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17,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Decimals: place value and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Decimals, tape rounding and costs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4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11  •  2026-11-17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11  /  WEEK 4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Decimals: place value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4, Lesson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Decimals, tape rounding and 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4, Lesson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Decimals: place value and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Read metric decimal sizes and perform decimal operations with an estimated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Share a prior use of this skill; identify the quantity and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5A Q1–11 (pp.32–33); 5B Q1,3 (p.34)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Exercise Book 5A Q4–5 to compare decimals; ask why more digits do not always mean a larger value.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short retrieval task independently; explain the method before seeing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Q1–11 (pp.32–33); 5B Q1,3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5A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5A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 the value of each digit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Decimal places name tenths, hundredths and thousandths of the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trailing zero changes the display, not the value: 0.5 = 0.50.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Compare from the largest place value to the smallest.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unit beside each measurement so the decimal has meaning.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Calculate and locate the decimal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addition and subtraction, line up decimal points and like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multiplication, estimate the product before placing the decimal.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division, check the answer by multiplying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Compare the final magnitude with your estimate; a tenfold error is a warning.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W04-L03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the size before entering keys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12.50 + 3.75 = 16.25 mm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× 3 = 7.2 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1.75 ÷ 0.25 = 7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33375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2.4 × 3, an answer near 7 is sensible—not 0.72 or 72.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division, seven quarter-units make 1.75 units.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6196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selected 5A Q8–11 parts. Pair-check each decimal point.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enter a decimal-size rectangle in mm and explain what each digit means.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 L3 • Numeracy Hub Measuring Tools: metric readings • Classroom examples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08</a:t>
            </a:r>
          </a:p>
        </p:txBody>
      </p:sp>
    </p:spTree>
    <p:extLst>
      <p:ext uri="{BB962C8B-B14F-4D97-AF65-F5344CB8AC3E}">
        <p14:creationId xmlns:p14="http://schemas.microsoft.com/office/powerpoint/2010/main" val="1723005384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W04-L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45834"/>
            <a:ext cx="10698480" cy="25606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p.79 • Example 5.5 — Aligning decimal cut-list lengths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W04-L0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46716"/>
            <a:ext cx="10698480" cy="35589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p.79 • Example 5.6 — Hidden length on a stepped pin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Is 0.125 larger than 0.5 because it has more digits?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Compare equal places: 0.125 is less than 0.500. The first different digit decides.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5A Q8–11 selected parts. Pair-check the position of each decimal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calculator operator and checker. Show units and an estimated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Q1–11 (pp.32–33); 5B Q1,3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5A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5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5A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5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73.83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5A Q1–7 plus 5B Q1,3. Display one decimal-size rectangle in Shape Canvas and explain what each digit means.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use the tool to check; correct one error with a written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Q1–11 (pp.32–33); 5B Q1,3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hub-mea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Open Numeracy Hub Measuring Tools and read a metric rule before revealing its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Enter one assigned decimal rectangle dimension in Shape Canvas using mm.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Read each digit and unit aloud; compare the label with your paper calculation.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5A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5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5A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5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41626"/>
            <a:ext cx="10698480" cy="2476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5A Q8 and Q10(a); include an estimate for each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the requested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Q1–11 (pp.32–33); 5B Q1,3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5A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5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5A Q10a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pic>
        <p:nvPicPr>
          <p:cNvPr id="5" name="Picture 4" descr="5A-Q1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W04-L03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5.1–5.5 pp.76–81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did you learn? Where will you use it? What will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write the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Q1–11 (pp.32–33); 5B Q1,3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11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Decimals, tape rounding and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11  •  2026-11-17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Decimals, tape rounding and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Convert fractions and decimals, round an inch size to the requested graduation, and calculate a simple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Share a prior use of this skill; identify the quantity and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5A Q12–15 (p.33); 5B Q2,4,7 (p.34)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the decimal equivalents of 1/2 and 1/4. Check that a money answer and a tape answer use different rounding.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short retrieval task independently; explain the method before seeing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Q12–15 (p.33); 5B Q2,4,7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Move between fractions and decimals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fraction is a division: numerator ÷ denominator.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calculator precision until the question asks for a rounded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To find the nearest sixteenth, multiply the fractional inch by 16 and round.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rounded count over 16, then reduce; carry a whole inch if needed.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Match the answer to its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tape result must match the requested graduation.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Cost = quantity × price per unit; check that the units match.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Round a final money amount to cents when the question requires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an estimate to check whether the total cost is reasonable.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W04-L04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only to the requested output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66875"/>
            <a:ext cx="10972526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3/8 = 3 ÷ 8 = 0.375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2.71 in to nearest 1/16: 0.71 × 16 = 11.36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whole count = 11 → 2 11/16 in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09585" y="34290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cost: 4 pieces × 1.25 m × $8.40/m = $42.00.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show why metres cancel to leave dollars.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66725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5A Q12–14 and 5B Q2. Explain each final rounding rule.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same fraction and decimal dimension in Shape Canvas.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 L4 • New classroom values • Calculator conversion is a check, not the explanation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29</a:t>
            </a:r>
          </a:p>
        </p:txBody>
      </p:sp>
    </p:spTree>
    <p:extLst>
      <p:ext uri="{BB962C8B-B14F-4D97-AF65-F5344CB8AC3E}">
        <p14:creationId xmlns:p14="http://schemas.microsoft.com/office/powerpoint/2010/main" val="2440909299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W04-L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15735"/>
            <a:ext cx="10698480" cy="28208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p.84 • Figure 5.4 — Locating a decimal inch on a graduated rule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W04-L0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9452"/>
            <a:ext cx="10698480" cy="29334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p.84 • Example 5.11 — Rounding to sixteenths and thirty-seconds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Can you round every intermediate decimal to two places because money uses cents?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Keep precision through the calculation; round only the final result to its requested unit.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5A Q12–14 and 5B Q2 in pairs. Show why each rounded answer meets the requested unit.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calculator operator and checker. Show units and an estimated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Q12–15 (p.33); 5B Q2,4,7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5A Q12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5A-Q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5A Q12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5A-Q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5744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0.875 and 3.25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5A Q15, 5B Q4,7. Compare fraction and decimal entries in Shape Canvas; write a cost calculation with a reasonableness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use the tool to check; correct one error with a written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Q12–15 (p.33); 5B Q2,4,7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Numeracy Hub Calculator to convert an assigned fraction to a decimal.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 Shape Canvas, compare the same in dimension entered in fraction and decimal form.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Record the requested tape rounding or final cost on paper and check its units.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5A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5A-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5B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5B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5A Q13 and 5B Q7; give simplest fractions and the tape reading.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the requested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Q12–15 (p.33); 5B Q2,4,7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5A Q13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5A-Q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5B Q7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pic>
        <p:nvPicPr>
          <p:cNvPr id="5" name="Picture 4" descr="5B-Q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20416"/>
            <a:ext cx="10698480" cy="15189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W04-L04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5.6–5.7 pp.82–87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did you learn? Where will you use it? What will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write the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5A Q12–15 (p.33); 5B Q2,4,7 (p.34)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11  •  2026-11-17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11 | 2026-11-17</dc:title>
  <dc:creator>ACCESS Trades</dc:creator>
  <dc:subject>Decimals: place value and operations; Decimals, tape rounding and costs</dc:subject>
</cp:coreProperties>
</file>