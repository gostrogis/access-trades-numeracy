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80.xml" ContentType="application/vnd.openxmlformats-officedocument.presentationml.notesSlide+xml"/>
  <Override PartName="/ppt/notesSlides/notesSlide8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48" r:id="rId81"/>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51" r:id="rId84"/>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1" Type="http://schemas.openxmlformats.org/officeDocument/2006/relationships/slide" Target="slides/slide8.xml"/><Relationship Id="rId84"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Worked teaching example retained from original slide 80.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Worked teaching example retained from original slide 83.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Schedule'!E37 | 'Math Week 4'!A128</a:t>
            </a:r>
          </a:p>
          <a:p>
            <a:r>
              <a:t>'Carpentry Schedule'!E39 | 'Math Week 4'!A145</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Start, 12:45 PM–12:50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Recall, 12:50 PM–12:55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Recall, 12:50 PM–12:55 PM. All slides with this phase share these 5 minutes; do not restart the time allocation for each slide.</a:t>
            </a:r>
          </a:p>
          <a:p/>
          <a:p>
            <a:r>
              <a:t>ACCESS EXERCISE BOOK: 6A-Q14</a:t>
            </a:r>
          </a:p>
          <a:p>
            <a:r>
              <a:t>Exact question: Write 36 : 84 in lowest terms.</a:t>
            </a:r>
          </a:p>
          <a:p>
            <a:r>
              <a:t>Instructor answer: 3 : 7</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6.5–6.7 pp.98–101</a:t>
            </a:r>
          </a:p>
          <a:p>
            <a:r>
              <a:t>'Math Week 4'!B132</a:t>
            </a:r>
          </a:p>
          <a:p>
            <a:r>
              <a:t>'Math Week 4'!A136:F136</a:t>
            </a:r>
          </a:p>
          <a:p>
            <a:r>
              <a:t>ACCESS CARPENTRY SLIDES.pptx slides 79, 80, 81</a:t>
            </a:r>
          </a:p>
          <a:p>
            <a:r>
              <a:t>ACCESS Trades Numeracy Textbook p.99 — Figure 6.2 and Example 6.8 — Sharing an amount in a ratio</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6.5–6.7 pp.98–101</a:t>
            </a:r>
          </a:p>
          <a:p>
            <a:r>
              <a:t>'Math Week 4'!B132</a:t>
            </a:r>
          </a:p>
          <a:p>
            <a:r>
              <a:t>'Math Week 4'!A136:F136</a:t>
            </a:r>
          </a:p>
          <a:p>
            <a:r>
              <a:t>ACCESS CARPENTRY SLIDES.pptx slides 79, 80, 81</a:t>
            </a:r>
          </a:p>
          <a:p>
            <a:r>
              <a:t>ACCESS Trades Numeracy Textbook p.99 — Figure 6.2 and Example 6.8 — Sharing an amount in a ratio</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p.99 • Figure 6.2 — Equal parts in a 4:1 ratio</a:t>
            </a:r>
          </a:p>
          <a:p>
            <a:r>
              <a:t>Exact PDF/printed page: 99. Excerpt reproduced from the supplied ACCESS Textbook.</a:t>
            </a:r>
          </a:p>
          <a:p>
            <a:r>
              <a:t>Count equal parts in the diagram; treat the material mix as a classroom math example only.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p.99 • Example 6.8 — Sharing a total in a ratio; classroom math example</a:t>
            </a:r>
          </a:p>
          <a:p>
            <a:r>
              <a:t>Exact PDF/printed page: 99. Excerpt reproduced from the supplied ACCESS Textbook.</a:t>
            </a:r>
          </a:p>
          <a:p>
            <a:r>
              <a:t>Count equal parts in the diagram; treat the material mix as a classroom math example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Teach, 12:55 PM–1:10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Together, 1:10 PM–1:25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6A-Q15</a:t>
            </a:r>
          </a:p>
          <a:p>
            <a:r>
              <a:t>Exact question: Write the ratio of 250 mm to 1.5 m in lowest terms.</a:t>
            </a:r>
          </a:p>
          <a:p>
            <a:r>
              <a:t>Instructor answer: 1 : 6</a:t>
            </a:r>
          </a:p>
          <a:p>
            <a:r>
              <a:t>Working: 250 : 1,500, divide both by 250</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6A-Q15</a:t>
            </a:r>
          </a:p>
          <a:p>
            <a:r>
              <a:t>Exact question: Write the ratio of 250 mm to 1.5 m in lowest terms.</a:t>
            </a:r>
          </a:p>
          <a:p>
            <a:r>
              <a:t>Instructor answer: 1 : 6</a:t>
            </a:r>
          </a:p>
          <a:p>
            <a:r>
              <a:t>Working: 250 : 1,500, divide both by 250</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Practise, 1:25 PM–1:45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Exact scheduled tool activity: Shape Canvas: compare rectangles with proportional dimensions. Numeracy Hub Calculator: check a rate or proportion after writing units.</a:t>
            </a:r>
          </a:p>
          <a:p>
            <a:r>
              <a:t>Write the assigned ratio or proportion with units and solve it on paper.</a:t>
            </a:r>
          </a:p>
          <a:p>
            <a:r>
              <a:t>Compare Shape Canvas rectangles whose dimensions use the same scale factor.</a:t>
            </a:r>
          </a:p>
          <a:p>
            <a:r>
              <a:t>Check the rate or proportion with Numeracy Hub Calculator and explain the units.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6B-Q4</a:t>
            </a:r>
          </a:p>
          <a:p>
            <a:r>
              <a:t>Exact question: A conveyor belt moves 18 m in 45 s. What is its rate in m per s? At that rate, how long does a part take to travel 50 m?</a:t>
            </a:r>
          </a:p>
          <a:p>
            <a:r>
              <a:t>Instructor answer: 0.4 m per s, 125 s</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6B-Q7</a:t>
            </a:r>
          </a:p>
          <a:p>
            <a:r>
              <a:t>Exact question: A two-part epoxy is mixed 5 : 2 by volume. You need 1.4 L of mixed epoxy. How much of each part do you measure?</a:t>
            </a:r>
          </a:p>
          <a:p>
            <a:r>
              <a:t>Instructor answer: 1 L and 0.4 L</a:t>
            </a:r>
          </a:p>
          <a:p>
            <a:r>
              <a:t>Working: 1.4 ÷ 7 = 0.2 L per part</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Check, 1:45 PM–1:55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6A-Q18</a:t>
            </a:r>
          </a:p>
          <a:p>
            <a:r>
              <a:t>Exact question: Solve 7/x = 21/36.</a:t>
            </a:r>
          </a:p>
          <a:p>
            <a:r>
              <a:t>Instructor answer: x = 12</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6B-Q6</a:t>
            </a:r>
          </a:p>
          <a:p>
            <a:r>
              <a:t>Exact question: Cutting 14 brackets uses 9.8 m of angle iron. How much angle iron do 35 brackets use?</a:t>
            </a:r>
          </a:p>
          <a:p>
            <a:r>
              <a:t>Instructor answer: 24.5 m</a:t>
            </a:r>
          </a:p>
          <a:p>
            <a:r>
              <a:t>Working: 9.8 × 35 ÷ 14</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W04-L07 | 2026-11-19 | 12:45 PM–2:00 PM | 75 minutes</a:t>
            </a:r>
          </a:p>
          <a:p>
            <a:r>
              <a:t>Ratios, rates and proportions</a:t>
            </a:r>
          </a:p>
          <a:p>
            <a:r>
              <a:t>Mode: Math</a:t>
            </a:r>
          </a:p>
          <a:p>
            <a:r>
              <a:t>Goal: Simplify ratios in common units and use proportions to scale a material quantity.</a:t>
            </a:r>
          </a:p>
          <a:p>
            <a:r>
              <a:t>Read: Textbook sections 6.5–6.7 pp.98–101</a:t>
            </a:r>
          </a:p>
          <a:p>
            <a:r>
              <a:t>Practise: Exercise Book 6A Q14–18 (p.40); 6B Q4,6 (p.41), Q7 (p.42)</a:t>
            </a:r>
          </a:p>
          <a:p>
            <a:r>
              <a:t>Tool: Shape Canvas: compare rectangles with proportional dimensions. Numeracy Hub Calculator: check a rate or proportion after writing units.</a:t>
            </a:r>
          </a:p>
          <a:p/>
          <a:p>
            <a:r>
              <a:t>EXACT SCHEDULED STEPS</a:t>
            </a:r>
          </a:p>
          <a:p>
            <a:r>
              <a:t>12:45 PM–12:50 PM | 1 Start | 5 min</a:t>
            </a:r>
          </a:p>
          <a:p>
            <a:r>
              <a:t>Instructor: Connect ratios, rates and proportions to reading a carpentry drawing or preparing a cut list. State the objective.</a:t>
            </a:r>
          </a:p>
          <a:p>
            <a:r>
              <a:t>Learners: Share a prior use of this skill; identify the quantity and unit.</a:t>
            </a:r>
          </a:p>
          <a:p>
            <a:r>
              <a:t>Materials/check: Notebook; calculator</a:t>
            </a:r>
          </a:p>
          <a:p>
            <a:r>
              <a:t>Source: 'Math Week 4'!A134:F134</a:t>
            </a:r>
          </a:p>
          <a:p/>
          <a:p>
            <a:r>
              <a:t>12:50 PM–12:55 PM | 2 Recall | 5 min</a:t>
            </a:r>
          </a:p>
          <a:p>
            <a:r>
              <a:t>Instructor: Use Exercise Book 6A Q14. Ask why millimetres and metres must match before comparing quantities.</a:t>
            </a:r>
          </a:p>
          <a:p>
            <a:r>
              <a:t>Learners: Attempt the short retrieval task independently; explain the method before seeing answers.</a:t>
            </a:r>
          </a:p>
          <a:p>
            <a:r>
              <a:t>Materials/check: Identify support needs</a:t>
            </a:r>
          </a:p>
          <a:p>
            <a:r>
              <a:t>Source: 'Math Week 4'!A135:F135</a:t>
            </a:r>
          </a:p>
          <a:p/>
          <a:p>
            <a:r>
              <a:t>12:55 PM–1:10 PM | 3 Teach | 15 min</a:t>
            </a:r>
          </a:p>
          <a:p>
            <a:r>
              <a:t>Instructor: Model common units, total parts and the unit rate. Demonstrate Exercise Book 6A Q16 with a bar sketch.</a:t>
            </a:r>
          </a:p>
          <a:p>
            <a:r>
              <a:t>Learners: Annotate a worked example; predict the next step and ask questions.</a:t>
            </a:r>
          </a:p>
          <a:p>
            <a:r>
              <a:t>Materials/check: Textbook; worked example</a:t>
            </a:r>
          </a:p>
          <a:p>
            <a:r>
              <a:t>Source: 'Math Week 4'!A136:F136</a:t>
            </a:r>
          </a:p>
          <a:p/>
          <a:p>
            <a:r>
              <a:t>1:10 PM–1:25 PM | 4 Together | 15 min</a:t>
            </a:r>
          </a:p>
          <a:p>
            <a:r>
              <a:t>Instructor: Work Exercise Book 6A Q15,17–18 and 6B Q6 in pairs. Learners label numerator and denominator units.</a:t>
            </a:r>
          </a:p>
          <a:p>
            <a:r>
              <a:t>Learners: Work in pairs; alternate calculator operator and checker. Show units and an estimated answer.</a:t>
            </a:r>
          </a:p>
          <a:p>
            <a:r>
              <a:t>Materials/check: Exercise Book; tool above</a:t>
            </a:r>
          </a:p>
          <a:p>
            <a:r>
              <a:t>Source: 'Math Week 4'!A137:F137</a:t>
            </a:r>
          </a:p>
          <a:p/>
          <a:p>
            <a:r>
              <a:t>1:25 PM–1:45 PM | 5 Practise | 20 min</a:t>
            </a:r>
          </a:p>
          <a:p>
            <a:r>
              <a:t>Instructor: Complete Exercise Book 6B Q4 and Q7. Draw proportional parts on Shape Canvas; treat the book’s epoxy mix only as a math example, not a real mixing instruction.</a:t>
            </a:r>
          </a:p>
          <a:p>
            <a:r>
              <a:t>Learners: Solve on paper first; use the tool to check; correct one error with a written reason.</a:t>
            </a:r>
          </a:p>
          <a:p>
            <a:r>
              <a:t>Materials/check: Paper first; tool second</a:t>
            </a:r>
          </a:p>
          <a:p>
            <a:r>
              <a:t>Source: 'Math Week 4'!A138:F138</a:t>
            </a:r>
          </a:p>
          <a:p/>
          <a:p>
            <a:r>
              <a:t>1:45 PM–1:55 PM | 6 Check | 10 min</a:t>
            </a:r>
          </a:p>
          <a:p>
            <a:r>
              <a:t>Instructor: Exercise Book 6A Q18 and Exercise Book 6B Q6; show the proportion or unit-rate calculation.</a:t>
            </a:r>
          </a:p>
          <a:p>
            <a:r>
              <a:t>Learners: Solve without displayed answers; include working, units and the requested rounding.</a:t>
            </a:r>
          </a:p>
          <a:p>
            <a:r>
              <a:t>Materials/check: Teacher answers below</a:t>
            </a:r>
          </a:p>
          <a:p>
            <a:r>
              <a:t>Source: 'Math Week 4'!A139:F139</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4'!A140:F140</a:t>
            </a:r>
          </a:p>
          <a:p/>
          <a:p>
            <a:r>
              <a:t>INSTRUCTOR ONLY: REVEAL ASSESSMENT ANSWERS AFTER THE ATTEMPT</a:t>
            </a:r>
          </a:p>
          <a:p>
            <a:r>
              <a:t>6A Q18: x = 12. 6B Q6 = 24.5 m. Answer Key p.19. Answer Key pp.18–19</a:t>
            </a:r>
          </a:p>
          <a:p/>
          <a:p>
            <a:r>
              <a:t>Apply the same proportion to scale drawings and dimensions.</a:t>
            </a:r>
          </a:p>
          <a:p/>
          <a:p>
            <a:r>
              <a:t>Sources: 'Math Week 4'!A16:E16; 'Carpentry Schedule'!E37; 'Math Week 4'!A128</a:t>
            </a:r>
          </a:p>
          <a:p>
            <a:r>
              <a:t>Navigation/resource slides support these scheduled steps and do not add instructional time.</a:t>
            </a:r>
          </a:p>
          <a:p>
            <a:r>
              <a:t>SLIDE PLACEMENT: Wrap up, 1:55 PM–2:00 PM. All slides with this phase share these 5 minutes; do not restart the time allocation for each slide.</a:t>
            </a:r>
          </a:p>
          <a:p/>
          <a:p>
            <a:r>
              <a:t>Next scheduled learning: Apply the same proportion to scale drawings and dimensions.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2:15 PM.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Start, 2:15 PM–2:20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Recall, 2:20 PM–2:25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6.8 pp.102–103; review Chapter 4–6</a:t>
            </a:r>
          </a:p>
          <a:p>
            <a:r>
              <a:t>'Math Week 4'!B149</a:t>
            </a:r>
          </a:p>
          <a:p>
            <a:r>
              <a:t>'Math Week 4'!A153:F153</a:t>
            </a:r>
          </a:p>
          <a:p>
            <a:r>
              <a:t>ACCESS CARPENTRY SLIDES.pptx slides 82, 83, 84</a:t>
            </a:r>
          </a:p>
          <a:p>
            <a:r>
              <a:t>ACCESS Trades Numeracy Textbook p.102 — Figure 6.3 and Example 6.11 — Scale drawings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6.8 pp.102–103; review Chapter 4–6</a:t>
            </a:r>
          </a:p>
          <a:p>
            <a:r>
              <a:t>'Math Week 4'!B149</a:t>
            </a:r>
          </a:p>
          <a:p>
            <a:r>
              <a:t>'Math Week 4'!A153:F153</a:t>
            </a:r>
          </a:p>
          <a:p>
            <a:r>
              <a:t>ACCESS CARPENTRY SLIDES.pptx slides 82, 83, 84</a:t>
            </a:r>
          </a:p>
          <a:p>
            <a:r>
              <a:t>ACCESS Trades Numeracy Textbook p.102 — Figure 6.3 and Example 6.11 — Scale drawings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p.102 • Figure 6.3 — Drawing dimensions and real dimensions</a:t>
            </a:r>
          </a:p>
          <a:p>
            <a:r>
              <a:t>Exact PDF/printed page: 102. Excerpt reproduced from the supplied ACCESS Textbook.</a:t>
            </a:r>
          </a:p>
          <a:p>
            <a:r>
              <a:t>Distinguish the labelled drawing measurement from the calculated real dimension.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p.102 • Example 6.11 — Scale factor from drawing to real length</a:t>
            </a:r>
          </a:p>
          <a:p>
            <a:r>
              <a:t>Exact PDF/printed page: 102. Excerpt reproduced from the supplied ACCESS Textbook.</a:t>
            </a:r>
          </a:p>
          <a:p>
            <a:r>
              <a:t>Distinguish the labelled drawing measurement from the calculated real dimension.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Teach, 2:25 PM–2:40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Together, 2:40 PM–2:55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6A-Q20</a:t>
            </a:r>
          </a:p>
          <a:p>
            <a:r>
              <a:t>Exact question: A 14 mm part is drawn at 3 : 1. How long is it on the drawing?</a:t>
            </a:r>
          </a:p>
          <a:p>
            <a:r>
              <a:t>Instructor answer: 42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6A-Q20</a:t>
            </a:r>
          </a:p>
          <a:p>
            <a:r>
              <a:t>Exact question: A 14 mm part is drawn at 3 : 1. How long is it on the drawing?</a:t>
            </a:r>
          </a:p>
          <a:p>
            <a:r>
              <a:t>Instructor answer: 42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Practise, 2:55 PM–3:15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Exact scheduled tool activity: Shape Canvas: draw a dimensioned rectangle and change one dimension proportionally. Numeracy Hub: Exam builder: optional Easy review of taught topics only.</a:t>
            </a:r>
          </a:p>
          <a:p>
            <a:r>
              <a:t>Build the assigned dimensioned rectangle in Shape Canvas from written sizes.</a:t>
            </a:r>
          </a:p>
          <a:p>
            <a:r>
              <a:t>Change one dimension by the stated factor and predict the resulting labelled dimension.</a:t>
            </a:r>
          </a:p>
          <a:p>
            <a:r>
              <a:t>Complete the core paper work first; use optional Easy Exam builder review on taught topics only.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6C-Q5</a:t>
            </a:r>
          </a:p>
          <a:p>
            <a:r>
              <a:t>Exact question: The sizes are measured on a 1 : 25 drawing. Find the real length and width.</a:t>
            </a:r>
          </a:p>
          <a:p>
            <a:r>
              <a:t>Instructor answer: 1,400 mm by 800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6C-Q7</a:t>
            </a:r>
          </a:p>
          <a:p>
            <a:r>
              <a:t>Exact question: A drawing is marked 1/2″ = 1′-0″. Find the real length of the line in feet and inches.</a:t>
            </a:r>
          </a:p>
          <a:p>
            <a:r>
              <a:t>Instructor answer: 3.75 ft = 3′ 9″</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Check, 3:15 PM–3:25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6A-Q19</a:t>
            </a:r>
          </a:p>
          <a:p>
            <a:r>
              <a:t>Exact question: At a scale of 1 : 40, a line measures 85 mm. How long is the real length?</a:t>
            </a:r>
          </a:p>
          <a:p>
            <a:r>
              <a:t>Instructor answer: 3,400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6A-Q20</a:t>
            </a:r>
          </a:p>
          <a:p>
            <a:r>
              <a:t>Exact question: A 14 mm part is drawn at 3 : 1. How long is it on the drawing?</a:t>
            </a:r>
          </a:p>
          <a:p>
            <a:r>
              <a:t>Instructor answer: 42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W04-L08 | 2026-11-19 | 2:15 PM–3:30 PM | 75 minutes</a:t>
            </a:r>
          </a:p>
          <a:p>
            <a:r>
              <a:t>Scale drawings and weekly check</a:t>
            </a:r>
          </a:p>
          <a:p>
            <a:r>
              <a:t>Mode: Math</a:t>
            </a:r>
          </a:p>
          <a:p>
            <a:r>
              <a:t>Goal: Translate drawing lengths to real lengths and explain a multi-step calculation from a dimensioned sketch.</a:t>
            </a:r>
          </a:p>
          <a:p>
            <a:r>
              <a:t>Read: Textbook sections 6.8 pp.102–103; review Chapter 4–6</a:t>
            </a:r>
          </a:p>
          <a:p>
            <a:r>
              <a:t>Practise: Exercise Book 6A Q19–20 (p.40); 6B Q8 (p.42); 6C Q5,7–8 (p.44)</a:t>
            </a:r>
          </a:p>
          <a:p>
            <a:r>
              <a:t>Tool: Shape Canvas: draw a dimensioned rectangle and change one dimension proportionally. Numeracy Hub: Exam builder: optional Easy review of taught topics only.</a:t>
            </a:r>
          </a:p>
          <a:p/>
          <a:p>
            <a:r>
              <a:t>EXACT SCHEDULED STEPS</a:t>
            </a:r>
          </a:p>
          <a:p>
            <a:r>
              <a:t>2:15 PM–2:20 PM | 1 Start | 5 min</a:t>
            </a:r>
          </a:p>
          <a:p>
            <a:r>
              <a:t>Instructor: Connect scale drawings and number-skills checkpoint to reading a carpentry drawing or preparing a cut list. State the objective.</a:t>
            </a:r>
          </a:p>
          <a:p>
            <a:r>
              <a:t>Learners: Share a prior use of this skill; identify the quantity and unit.</a:t>
            </a:r>
          </a:p>
          <a:p>
            <a:r>
              <a:t>Materials/check: Notebook; calculator</a:t>
            </a:r>
          </a:p>
          <a:p>
            <a:r>
              <a:t>Source: 'Math Week 4'!A151:F151</a:t>
            </a:r>
          </a:p>
          <a:p/>
          <a:p>
            <a:r>
              <a:t>2:20 PM–2:25 PM | 2 Recall | 5 min</a:t>
            </a:r>
          </a:p>
          <a:p>
            <a:r>
              <a:t>Instructor: Ask what 1:40 means. Compare a drawing length and a real length before calculating.</a:t>
            </a:r>
          </a:p>
          <a:p>
            <a:r>
              <a:t>Learners: Attempt the short retrieval task independently; explain the method before seeing answers.</a:t>
            </a:r>
          </a:p>
          <a:p>
            <a:r>
              <a:t>Materials/check: Identify support needs</a:t>
            </a:r>
          </a:p>
          <a:p>
            <a:r>
              <a:t>Source: 'Math Week 4'!A152:F152</a:t>
            </a:r>
          </a:p>
          <a:p/>
          <a:p>
            <a:r>
              <a:t>2:25 PM–2:40 PM | 3 Teach | 15 min</a:t>
            </a:r>
          </a:p>
          <a:p>
            <a:r>
              <a:t>Instructor: Model Exercise Book 6A Q19 and contrast enlargement with reduction. Use written dimensions rather than measuring a screen image.</a:t>
            </a:r>
          </a:p>
          <a:p>
            <a:r>
              <a:t>Learners: Annotate a worked example; predict the next step and ask questions.</a:t>
            </a:r>
          </a:p>
          <a:p>
            <a:r>
              <a:t>Materials/check: Textbook; worked example</a:t>
            </a:r>
          </a:p>
          <a:p>
            <a:r>
              <a:t>Source: 'Math Week 4'!A153:F153</a:t>
            </a:r>
          </a:p>
          <a:p/>
          <a:p>
            <a:r>
              <a:t>2:40 PM–2:55 PM | 4 Together | 15 min</a:t>
            </a:r>
          </a:p>
          <a:p>
            <a:r>
              <a:t>Instructor: Work Exercise Book 6A Q20 and 6B Q8 with a partner. Explain where inches, feet and the scale factor enter.</a:t>
            </a:r>
          </a:p>
          <a:p>
            <a:r>
              <a:t>Learners: Work in pairs; alternate calculator operator and checker. Show units and an estimated answer.</a:t>
            </a:r>
          </a:p>
          <a:p>
            <a:r>
              <a:t>Materials/check: Exercise Book; tool above</a:t>
            </a:r>
          </a:p>
          <a:p>
            <a:r>
              <a:t>Source: 'Math Week 4'!A154:F154</a:t>
            </a:r>
          </a:p>
          <a:p/>
          <a:p>
            <a:r>
              <a:t>2:55 PM–3:15 PM | 5 Practise | 20 min</a:t>
            </a:r>
          </a:p>
          <a:p>
            <a:r>
              <a:t>Instructor: Complete Exercise Book 6C Q5,7–8. Use a four-question paper checkpoint from the week; optional Numeracy Hub review only after core work.</a:t>
            </a:r>
          </a:p>
          <a:p>
            <a:r>
              <a:t>Learners: Solve on paper first; use the tool to check; correct one error with a written reason.</a:t>
            </a:r>
          </a:p>
          <a:p>
            <a:r>
              <a:t>Materials/check: Paper first; tool second</a:t>
            </a:r>
          </a:p>
          <a:p>
            <a:r>
              <a:t>Source: 'Math Week 4'!A155:F155</a:t>
            </a:r>
          </a:p>
          <a:p/>
          <a:p>
            <a:r>
              <a:t>3:15 PM–3:25 PM | 6 Check | 10 min</a:t>
            </a:r>
          </a:p>
          <a:p>
            <a:r>
              <a:t>Instructor: Exercise Book 6A Q19–20 independently, with units and a sketch showing scale direction.</a:t>
            </a:r>
          </a:p>
          <a:p>
            <a:r>
              <a:t>Learners: Solve without displayed answers; include working, units and the requested rounding.</a:t>
            </a:r>
          </a:p>
          <a:p>
            <a:r>
              <a:t>Materials/check: Teacher answers below</a:t>
            </a:r>
          </a:p>
          <a:p>
            <a:r>
              <a:t>Source: 'Math Week 4'!A156:F156</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4'!A157:F157</a:t>
            </a:r>
          </a:p>
          <a:p/>
          <a:p>
            <a:r>
              <a:t>INSTRUCTOR ONLY: REVEAL ASSESSMENT ANSWERS AFTER THE ATTEMPT</a:t>
            </a:r>
          </a:p>
          <a:p>
            <a:r>
              <a:t>6A Q19 = 3,400 mm; Q20 = 42 mm. 6B Q8 = 43 ft. Answer Key p.19. Answer Key pp.13–19</a:t>
            </a:r>
          </a:p>
          <a:p/>
          <a:p>
            <a:r>
              <a:t>Group learners by errors in fractions, decimals or ratio before Week 5 conversions.</a:t>
            </a:r>
          </a:p>
          <a:p/>
          <a:p>
            <a:r>
              <a:t>Sources: 'Math Week 4'!A17:E17; 'Carpentry Schedule'!E39; 'Math Week 4'!A145</a:t>
            </a:r>
          </a:p>
          <a:p>
            <a:r>
              <a:t>Navigation/resource slides support these scheduled steps and do not add instructional time.</a:t>
            </a:r>
          </a:p>
          <a:p>
            <a:r>
              <a:t>SLIDE PLACEMENT: Wrap up, 3:25 PM–3:30 PM. All slides with this phase share these 5 minutes; do not restart the time allocation for each slide.</a:t>
            </a:r>
          </a:p>
          <a:p/>
          <a:p>
            <a:r>
              <a:t>Next scheduled learning: Group learners by errors in fractions, decimals or ratio before Week 5 conversions.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Resources/ACCESS-Tools/books/ACCESS-Trades-Numeracy-Textbook.pdf#page=98"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Resources/ACCESS-Tools/books/ACCESS-Trades-Numeracy-Textbook.pdf#page=98"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Resources/ACCESS-Tools/books/ACCESS-Trades-Numeracy-Textbook.pdf#page=98"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Resources/ACCESS-Tools/books/ACCESS-Trades-Numeracy-Textbook.pdf#page=98"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Resources/ACCESS-Tools/books/ACCESS-Trades-Numeracy-Textbook.pdf#page=98"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7.png"/><Relationship Id="rId4" Type="http://schemas.openxmlformats.org/officeDocument/2006/relationships/hyperlink" Target="../Resources/ACCESS-Tools/books/ACCESS-Trades-Numeracy-Textbook.pdf#page=98"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7.png"/><Relationship Id="rId4" Type="http://schemas.openxmlformats.org/officeDocument/2006/relationships/hyperlink" Target="../Resources/ACCESS-Tools/books/ACCESS-Trades-Numeracy-Textbook.pdf#page=98"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Resources/ACCESS-Tools/books/ACCESS-Trades-Numeracy-Textbook.pdf#page=99" TargetMode="External"/><Relationship Id="rId6" Type="http://schemas.openxmlformats.org/officeDocument/2006/relationships/hyperlink" Target="../Resources/ACCESS-Tools/books/ACCESS-Trades-Numeracy-Exercise-Book.pdf#page=40"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Resources/ACCESS-Tools/books/ACCESS-Trades-Numeracy-Textbook.pdf#page=99" TargetMode="External"/><Relationship Id="rId6" Type="http://schemas.openxmlformats.org/officeDocument/2006/relationships/hyperlink" Target="../Resources/ACCESS-Tools/books/ACCESS-Trades-Numeracy-Exercise-Book.pdf#page=40"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Resources/ACCESS-Tools/books/ACCESS-Trades-Numeracy-Textbook.pdf#page=98"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7.png"/><Relationship Id="rId4" Type="http://schemas.openxmlformats.org/officeDocument/2006/relationships/hyperlink" Target="../Resources/ACCESS-Tools/books/ACCESS-Trades-Numeracy-Textbook.pdf#page=98"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Resources/ACCESS-Tools/books/ACCESS-Trades-Numeracy-Textbook.pdf#page=98"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Resources/ACCESS-Tools/books/ACCESS-Trades-Numeracy-Textbook.pdf#page=98"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7.png"/><Relationship Id="rId4" Type="http://schemas.openxmlformats.org/officeDocument/2006/relationships/hyperlink" Target="../Resources/ACCESS-Tools/books/ACCESS-Trades-Numeracy-Textbook.pdf#page=98"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Resources/ACCESS-Tools/books/ACCESS-Trades-Numeracy-Textbook.pdf#page=98" TargetMode="External"/><Relationship Id="rId6" Type="http://schemas.openxmlformats.org/officeDocument/2006/relationships/hyperlink" Target="../Resources/ACCESS-Tools/books/ACCESS-Trades-Numeracy-Exercise-Book.pdf#page=40"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7.png"/><Relationship Id="rId4" Type="http://schemas.openxmlformats.org/officeDocument/2006/relationships/hyperlink" Target="../Resources/ACCESS-Tools/books/ACCESS-Trades-Numeracy-Textbook.pdf#page=98"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Resources/ACCESS-Tools/books/ACCESS-Trades-Numeracy-Textbook.pdf#page=98" TargetMode="External"/><Relationship Id="rId6" Type="http://schemas.openxmlformats.org/officeDocument/2006/relationships/hyperlink" Target="../Resources/ACCESS-Tools/books/ACCESS-Trades-Numeracy-Exercise-Book.pdf#page=4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Resources/ACCESS-Tools/books/ACCESS-Trades-Numeracy-Textbook.pdf#page=98" TargetMode="External"/><Relationship Id="rId6" Type="http://schemas.openxmlformats.org/officeDocument/2006/relationships/hyperlink" Target="../Resources/ACCESS-Tools/books/ACCESS-Trades-Numeracy-Exercise-Book.pdf#page=4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7.png"/><Relationship Id="rId4" Type="http://schemas.openxmlformats.org/officeDocument/2006/relationships/hyperlink" Target="../Resources/ACCESS-Tools/books/ACCESS-Trades-Numeracy-Textbook.pdf#page=98"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Resources/ACCESS-Tools/books/ACCESS-Trades-Numeracy-Textbook.pdf#page=98"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Resources/ACCESS-Tools/books/ACCESS-Trades-Numeracy-Textbook.pdf#page=98" TargetMode="External"/><Relationship Id="rId6" Type="http://schemas.openxmlformats.org/officeDocument/2006/relationships/hyperlink" Target="../Resources/ACCESS-Tools/books/ACCESS-Trades-Numeracy-Exercise-Book.pdf#page=4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Resources/ACCESS-Tools/books/ACCESS-Trades-Numeracy-Textbook.pdf#page=98"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Resources/ACCESS-Tools/books/ACCESS-Trades-Numeracy-Textbook.pdf#page=102"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7.png"/><Relationship Id="rId4" Type="http://schemas.openxmlformats.org/officeDocument/2006/relationships/hyperlink" Target="../Resources/ACCESS-Tools/books/ACCESS-Trades-Numeracy-Textbook.pdf#page=102"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Resources/ACCESS-Tools/books/ACCESS-Trades-Numeracy-Textbook.pdf#page=102"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Resources/ACCESS-Tools/books/ACCESS-Trades-Numeracy-Textbook.pdf#page=102"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7.png"/><Relationship Id="rId4" Type="http://schemas.openxmlformats.org/officeDocument/2006/relationships/hyperlink" Target="../Resources/ACCESS-Tools/books/ACCESS-Trades-Numeracy-Textbook.pdf#page=102"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Resources/ACCESS-Tools/books/ACCESS-Trades-Numeracy-Textbook.pdf#page=102" TargetMode="External"/><Relationship Id="rId6" Type="http://schemas.openxmlformats.org/officeDocument/2006/relationships/hyperlink" Target="../Resources/ACCESS-Tools/books/ACCESS-Trades-Numeracy-Exercise-Book.pdf#page=40"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Resources/ACCESS-Tools/books/ACCESS-Trades-Numeracy-Textbook.pdf#page=102" TargetMode="External"/><Relationship Id="rId6" Type="http://schemas.openxmlformats.org/officeDocument/2006/relationships/hyperlink" Target="../Resources/ACCESS-Tools/books/ACCESS-Trades-Numeracy-Exercise-Book.pdf#page=40"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Resources/ACCESS-Tools/books/ACCESS-Trades-Numeracy-Textbook.pdf#page=102"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Resources/ACCESS-Tools/books/ACCESS-Trades-Numeracy-Textbook.pdf#page=102"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Resources/ACCESS-Tools/books/ACCESS-Trades-Numeracy-Textbook.pdf#page=102"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Resources/ACCESS-Tools/books/ACCESS-Trades-Numeracy-Textbook.pdf#page=102"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Resources/ACCESS-Tools/books/ACCESS-Trades-Numeracy-Textbook.pdf#page=102"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Resources/ACCESS-Tools/books/ACCESS-Trades-Numeracy-Textbook.pdf#page=102" TargetMode="External"/><Relationship Id="rId6" Type="http://schemas.openxmlformats.org/officeDocument/2006/relationships/hyperlink" Target="../Resources/ACCESS-Tools/books/ACCESS-Trades-Numeracy-Exercise-Book.pdf#page=40"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Resources/ACCESS-Tools/books/ACCESS-Trades-Numeracy-Textbook.pdf#page=102"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Resources/ACCESS-Tools/books/ACCESS-Trades-Numeracy-Textbook.pdf#page=102" TargetMode="External"/><Relationship Id="rId6" Type="http://schemas.openxmlformats.org/officeDocument/2006/relationships/hyperlink" Target="../Resources/ACCESS-Tools/books/ACCESS-Trades-Numeracy-Exercise-Book.pdf#page=4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Resources/ACCESS-Tools/books/ACCESS-Trades-Numeracy-Textbook.pdf#page=102" TargetMode="External"/><Relationship Id="rId6" Type="http://schemas.openxmlformats.org/officeDocument/2006/relationships/hyperlink" Target="../Resources/ACCESS-Tools/books/ACCESS-Trades-Numeracy-Exercise-Book.pdf#page=4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Resources/ACCESS-Tools/books/ACCESS-Trades-Numeracy-Textbook.pdf#page=102"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Resources/ACCESS-Tools/books/ACCESS-Trades-Numeracy-Textbook.pdf#page=102"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Resources/ACCESS-Tools/books/ACCESS-Trades-Numeracy-Textbook.pdf#page=102"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Resources/ACCESS-Tools/books/ACCESS-Trades-Numeracy-Textbook.pdf#page=102" TargetMode="External"/><Relationship Id="rId5" Type="http://schemas.openxmlformats.org/officeDocument/2006/relationships/hyperlink" Target="../Resources/ACCESS-Tools/books/ACCESS-Trades-Numeracy-Exercise-Book.pdf#page=40"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13  |  Thursday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November 19,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Ratios, rates and proportions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Scale drawings and weekly check</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13  •  2026-11-19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13  /  WEEK 4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Ratios, rates and proportions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4, Lesson 7</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Scale drawings and weekly check</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4, Lesson 8</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Ratios, rates and proportions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Simplify ratios in common units and use proportions to scale a material quantity.</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Share a prior use of this skill; identify the quantity and unit.</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6.5–6.7 pp.98–101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6A Q14–18 (p.40); 6B Q4,6 (p.41), Q7 (p.42)</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Use Exercise Book 6A Q14. Explain why millimetres and metres must match before comparing quantities.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from the Exercise Book  |  6A Q14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pic>
        <p:nvPicPr>
          <p:cNvPr id="5" name="Picture 4" descr="6A-Q1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Write ratios with clear units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ratio compares quantities in a stated order.</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Convert comparable lengths to the same unit before simplifying.</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Divide both terms by the same factor to keep the ratio equivalent.</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rate retains its units, such as dollars per metre.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Scale every part by the same factor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Add the ratio terms to find the number of equal parts.</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Find the value of one part, then multiply for each required share.</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a proportion, keep corresponding quantities in the same order.</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the scaled quantities against the original ratio.</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W04-L07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First make the comparison meaningful</a:t>
            </a:r>
            <a:endParaRPr lang="en-US" sz="3000" dirty="0"/>
          </a:p>
        </p:txBody>
      </p:sp>
      <p:sp>
        <p:nvSpPr>
          <p:cNvPr id="5" name="Text 3"/>
          <p:cNvSpPr/>
          <p:nvPr/>
        </p:nvSpPr>
        <p:spPr>
          <a:xfrm>
            <a:off x="609585" y="1714500"/>
            <a:ext cx="10972526" cy="42669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2 m : 500 mm = 2,000 : 500 = 4 : 1</a:t>
            </a:r>
            <a:endParaRPr lang="en-US" sz="2400" dirty="0"/>
          </a:p>
        </p:txBody>
      </p:sp>
      <p:sp>
        <p:nvSpPr>
          <p:cNvPr id="6" name="Text 4"/>
          <p:cNvSpPr/>
          <p:nvPr/>
        </p:nvSpPr>
        <p:spPr>
          <a:xfrm>
            <a:off x="609585" y="2714625"/>
            <a:ext cx="10972526" cy="95994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Classroom ratio 3:2, total 20 units:</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5 total parts → 20 ÷ 5 = 4 units per part → 12 and 8 units.</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A 3:2 ratio does not mean the first part is 3/2 of the whole.</a:t>
            </a:r>
            <a:endParaRPr lang="en-US" sz="1800" dirty="0"/>
          </a:p>
        </p:txBody>
      </p:sp>
      <p:sp>
        <p:nvSpPr>
          <p:cNvPr id="7" name="Text 5"/>
          <p:cNvSpPr/>
          <p:nvPr/>
        </p:nvSpPr>
        <p:spPr>
          <a:xfrm>
            <a:off x="609585" y="4524375"/>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6A Q15,17–18 and 6B Q6. Label rate units.</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Use proportional Shape Canvas rectangles; check with the calculator after writing the proportion.</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W4 L7 • Book mixing examples are mathematics only, not real product instructions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08</a:t>
            </a:r>
          </a:p>
        </p:txBody>
      </p:sp>
    </p:spTree>
    <p:extLst>
      <p:ext uri="{BB962C8B-B14F-4D97-AF65-F5344CB8AC3E}">
        <p14:creationId xmlns:p14="http://schemas.microsoft.com/office/powerpoint/2010/main" val="3318482580"/>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99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pic>
        <p:nvPicPr>
          <p:cNvPr id="5" name="Picture 4" descr="W04-L07.png"/>
          <p:cNvPicPr>
            <a:picLocks noChangeAspect="1"/>
          </p:cNvPicPr>
          <p:nvPr/>
        </p:nvPicPr>
        <p:blipFill>
          <a:blip r:embed="rId3"/>
          <a:stretch>
            <a:fillRect/>
          </a:stretch>
        </p:blipFill>
        <p:spPr>
          <a:xfrm>
            <a:off x="685800" y="2723197"/>
            <a:ext cx="10698480" cy="200596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p.99 • Figure 6.2 — Equal parts in a 4:1 ratio</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99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pic>
        <p:nvPicPr>
          <p:cNvPr id="5" name="Picture 4" descr="W04-L07-2.png"/>
          <p:cNvPicPr>
            <a:picLocks noChangeAspect="1"/>
          </p:cNvPicPr>
          <p:nvPr/>
        </p:nvPicPr>
        <p:blipFill>
          <a:blip r:embed="rId3"/>
          <a:stretch>
            <a:fillRect/>
          </a:stretch>
        </p:blipFill>
        <p:spPr>
          <a:xfrm>
            <a:off x="685800" y="1925016"/>
            <a:ext cx="10698480" cy="360232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p.99 • Example 6.8 — Sharing a total in a ratio; classroom math example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Can you simplify 1 m : 50 mm as 1 : 50?</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Convert to common units first: 1,000 mm : 50 mm, then simplify both terms.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6A Q15,17–18 and 6B Q6 in pairs. Label numerator and denominator units.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6A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pic>
        <p:nvPicPr>
          <p:cNvPr id="5" name="Picture 4" descr="6A-Q1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6A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pic>
        <p:nvPicPr>
          <p:cNvPr id="5" name="Picture 4" descr="6A-Q15.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1 : 6</a:t>
            </a:r>
          </a:p>
        </p:txBody>
      </p:sp>
      <p:sp>
        <p:nvSpPr>
          <p:cNvPr id="8" name="TextBox 7"/>
          <p:cNvSpPr txBox="1"/>
          <p:nvPr/>
        </p:nvSpPr>
        <p:spPr>
          <a:xfrm>
            <a:off x="685800" y="5166360"/>
            <a:ext cx="10698480" cy="685800"/>
          </a:xfrm>
          <a:prstGeom prst="rect">
            <a:avLst/>
          </a:prstGeom>
          <a:noFill/>
        </p:spPr>
        <p:txBody>
          <a:bodyPr wrap="square" lIns="0" rIns="0" tIns="0" bIns="0">
            <a:spAutoFit/>
          </a:bodyPr>
          <a:lstStyle/>
          <a:p>
            <a:pPr>
              <a:spcBef>
                <a:spcPts val="0"/>
              </a:spcBef>
              <a:spcAft>
                <a:spcPts val="300"/>
              </a:spcAft>
              <a:defRPr sz="1900" b="0">
                <a:solidFill>
                  <a:srgbClr val="4A4E54"/>
                </a:solidFill>
                <a:latin typeface="Arial"/>
              </a:defRPr>
            </a:pPr>
            <a:r>
              <a:rPr/>
              <a:t>250 : 1,500, divide both by 250</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6B Q4 and Q7. Draw proportional parts on Shape Canvas; treat the book’s epoxy mix only as a math example, not a real mixing instruction.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Write the assigned ratio or proportion with units and solve it on paper.</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Compare Shape Canvas rectangles whose dimensions use the same scale factor.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the rate or proportion with Numeracy Hub Calculator and explain the units.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6B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pic>
        <p:nvPicPr>
          <p:cNvPr id="5" name="Picture 4" descr="6B-Q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6B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pic>
        <p:nvPicPr>
          <p:cNvPr id="5" name="Picture 4" descr="6B-Q7.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6A Q18 and Exercise Book 6B Q6; show the proportion or unit-rate calculation.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6A Q18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pic>
        <p:nvPicPr>
          <p:cNvPr id="5" name="Picture 4" descr="6A-Q1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6B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pic>
        <p:nvPicPr>
          <p:cNvPr id="5" name="Picture 4" descr="6B-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W04-L07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13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Scale drawings and weekly check</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13  •  2026-11-19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Scale drawings and weekly check</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Translate drawing lengths to real lengths and explain a multi-step calculation from a dimensioned sketch.</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Share a prior use of this skill; identify the quantity and unit.</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6.8 pp.102–103; review Chapter 4–6</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6A Q19–20 (p.40); 6B Q8 (p.42); 6C Q5,7–8 (p.44)</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Identify what 1:40 means. Compare a drawing length and a real length before calculating.</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Read the direction of a scale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1:40 scale means one drawing unit represents 40 matching real units.</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1:n reductions: drawing → real, multiply by n; real → drawing, divide by n.</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n:1 enlargements: drawing → real, divide by n; real → drawing, multiply by n.</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Convert units when needed; keep drawing and real dimensions labelled.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Use dimensions, not screen size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Read the written measurement on a drawing.</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resized screen image is not a reliable ruler.</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Write a sketch and an equation showing which length is unknown.</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direction: a 1:40 drawing is smaller; a 3:1 drawing is larger than the real object.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W04-L08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Multiply to return to full size</a:t>
            </a:r>
            <a:endParaRPr lang="en-US" sz="3000" dirty="0"/>
          </a:p>
        </p:txBody>
      </p:sp>
      <p:sp>
        <p:nvSpPr>
          <p:cNvPr id="5" name="Text 3"/>
          <p:cNvSpPr/>
          <p:nvPr/>
        </p:nvSpPr>
        <p:spPr>
          <a:xfrm>
            <a:off x="609585" y="1714500"/>
            <a:ext cx="10972526" cy="42669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6A Q19: 85 mm × 40 = 3,400 mm = 3.4 m</a:t>
            </a:r>
            <a:endParaRPr lang="en-US" sz="2400" dirty="0"/>
          </a:p>
        </p:txBody>
      </p:sp>
      <p:sp>
        <p:nvSpPr>
          <p:cNvPr id="6" name="Text 4"/>
          <p:cNvSpPr/>
          <p:nvPr/>
        </p:nvSpPr>
        <p:spPr>
          <a:xfrm>
            <a:off x="609585" y="2762250"/>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Reverse check: 3,400 mm ÷ 40 = 85 mm.</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Classroom example: 2,000 mm at 1:50 is drawn as 40 mm.</a:t>
            </a:r>
            <a:endParaRPr lang="en-US" sz="1800" dirty="0"/>
          </a:p>
        </p:txBody>
      </p:sp>
      <p:sp>
        <p:nvSpPr>
          <p:cNvPr id="7" name="Text 5"/>
          <p:cNvSpPr/>
          <p:nvPr/>
        </p:nvSpPr>
        <p:spPr>
          <a:xfrm>
            <a:off x="609585" y="4000500"/>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6A Q20 and 6B Q8. Explain where inches, feet and the scale factor enter. Do unit conversions explicitly.</a:t>
            </a:r>
            <a:endParaRPr lang="en-US" sz="1800" dirty="0"/>
          </a:p>
        </p:txBody>
      </p:sp>
      <p:sp>
        <p:nvSpPr>
          <p:cNvPr id="8" name="Text 6"/>
          <p:cNvSpPr/>
          <p:nvPr/>
        </p:nvSpPr>
        <p:spPr>
          <a:xfrm>
            <a:off x="609585" y="5191125"/>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Shape Canvas: label a rectangle, then change its dimensions proportionally. Zooming alone does not change the labelled dimensions.</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W4 L8 • Use the labelled scale and dimensions</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29</a:t>
            </a:r>
          </a:p>
        </p:txBody>
      </p:sp>
    </p:spTree>
    <p:extLst>
      <p:ext uri="{BB962C8B-B14F-4D97-AF65-F5344CB8AC3E}">
        <p14:creationId xmlns:p14="http://schemas.microsoft.com/office/powerpoint/2010/main" val="3974316375"/>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102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pic>
        <p:nvPicPr>
          <p:cNvPr id="5" name="Picture 4" descr="W04-L08.png"/>
          <p:cNvPicPr>
            <a:picLocks noChangeAspect="1"/>
          </p:cNvPicPr>
          <p:nvPr/>
        </p:nvPicPr>
        <p:blipFill>
          <a:blip r:embed="rId3"/>
          <a:stretch>
            <a:fillRect/>
          </a:stretch>
        </p:blipFill>
        <p:spPr>
          <a:xfrm>
            <a:off x="685800" y="1730662"/>
            <a:ext cx="10698480" cy="399103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p.102 • Figure 6.3 — Drawing dimensions and real dimensions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102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pic>
        <p:nvPicPr>
          <p:cNvPr id="5" name="Picture 4" descr="W04-L08-2.png"/>
          <p:cNvPicPr>
            <a:picLocks noChangeAspect="1"/>
          </p:cNvPicPr>
          <p:nvPr/>
        </p:nvPicPr>
        <p:blipFill>
          <a:blip r:embed="rId3"/>
          <a:stretch>
            <a:fillRect/>
          </a:stretch>
        </p:blipFill>
        <p:spPr>
          <a:xfrm>
            <a:off x="685800" y="2456684"/>
            <a:ext cx="10698480" cy="253899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p.102 • Example 6.11 — Scale factor from drawing to real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drawing is reduced to 1:40. Should the real length be divided by 40 again?</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From drawing to real, multiply by 40. Divide only when going from real to drawing.</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6A Q20 and 6B Q8 with a partner. Explain where inches, feet and the scale factor enter.</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6A Q20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pic>
        <p:nvPicPr>
          <p:cNvPr id="5" name="Picture 4" descr="6A-Q2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6A Q20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pic>
        <p:nvPicPr>
          <p:cNvPr id="5" name="Picture 4" descr="6A-Q20.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42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6C Q5,7–8. Use a four-question paper checkpoint from the week; optional Numeracy Hub review only after core work.</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pic>
        <p:nvPicPr>
          <p:cNvPr id="5" name="Picture 4" descr="hub-exa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Build the assigned dimensioned rectangle in Shape Canvas from written sizes.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Change one dimension by the stated factor and predict the resulting labelled dimension.</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Complete the core paper work first; use optional Easy Exam builder review on taught topics only.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6C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pic>
        <p:nvPicPr>
          <p:cNvPr id="5" name="Picture 4" descr="6C-Q5.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6C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pic>
        <p:nvPicPr>
          <p:cNvPr id="5" name="Picture 4" descr="6C-Q7.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6A Q19–20 independently, with units and a sketch showing scale direction.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6A Q19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pic>
        <p:nvPicPr>
          <p:cNvPr id="5" name="Picture 4" descr="6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6A Q20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pic>
        <p:nvPicPr>
          <p:cNvPr id="5" name="Picture 4" descr="6A-Q2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W04-L08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13  •  2026-11-19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13 | 2026-11-19</dc:title>
  <dc:creator>ACCESS Trades</dc:creator>
  <cp:lastModifiedBy>Gabriel Ostrowidzki</cp:lastModifiedBy>
  <cp:revision>3</cp:revision>
  <dcterms:created xsi:type="dcterms:W3CDTF">2026-10-19T18:44:52Z</dcterms:created>
  <dcterms:modified xsi:type="dcterms:W3CDTF">2026-10-19T19:22:04Z</dcterms:modified>
  <dc:subject>Ratios, rates and proportions; Scale drawings and weekly check</dc:subject>
</cp:coreProperties>
</file>