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Worked teaching example retained from original slide 146.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Worked teaching example retained from original slide 149.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Schedule'!E66 | 'Math Week 7'!A54</a:t>
            </a:r>
          </a:p>
          <a:p>
            <a:r>
              <a:t>'Carpentry Schedule'!E68 | 'Math Week 7'!A71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schedule_math_audit.json: 'Math Week 7'!A54</a:t>
            </a:r>
          </a:p>
          <a:p>
            <a:r>
              <a:t>schedule_math_audit.json: 'Math Week 7'!B56; 'Math Week 7'!B57; 'Math Week 7'!B58</a:t>
            </a:r>
          </a:p>
          <a:p>
            <a:r>
              <a:t>schedule_math_audit.json: 'Math Week 7'!A61:F61, 'Math Week 7'!A62:F62, 'Math Week 7'!A63:F63, 'Math Week 7'!A64:F64, 'Math Week 7'!A65:F65</a:t>
            </a:r>
          </a:p>
          <a:p>
            <a:r>
              <a:t>source_deck_audit.json: ACCESS CARPENTRY SLIDES.pptx slides 145, 146, 147</a:t>
            </a:r>
          </a:p>
          <a:p>
            <a:r>
              <a:t>Textbook Chapter 4–5 pp.56–87; Chapter 7–8 pp.108–134; Chapter 12–13 pp.188–209, selected</a:t>
            </a:r>
          </a:p>
          <a:p>
            <a:r>
              <a:t>ACCESS-Trades-Numeracy-Textbook.pdf printed/PDF p.66;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schedule_math_audit.json: 'Math Week 7'!A54</a:t>
            </a:r>
          </a:p>
          <a:p>
            <a:r>
              <a:t>schedule_math_audit.json: 'Math Week 7'!B56; 'Math Week 7'!B57; 'Math Week 7'!B58</a:t>
            </a:r>
          </a:p>
          <a:p>
            <a:r>
              <a:t>schedule_math_audit.json: 'Math Week 7'!A61:F61, 'Math Week 7'!A62:F62, 'Math Week 7'!A63:F63, 'Math Week 7'!A64:F64, 'Math Week 7'!A65:F65</a:t>
            </a:r>
          </a:p>
          <a:p>
            <a:r>
              <a:t>source_deck_audit.json: ACCESS CARPENTRY SLIDES.pptx slides 145, 146, 147</a:t>
            </a:r>
          </a:p>
          <a:p>
            <a:r>
              <a:t>Textbook Chapter 4–5 pp.56–87; Chapter 7–8 pp.108–134; Chapter 12–13 pp.188–209, selected</a:t>
            </a:r>
          </a:p>
          <a:p>
            <a:r>
              <a:t>ACCESS-Trades-Numeracy-Textbook.pdf printed/PDF p.66;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Path A only: regroup a whole number before subtracting fractional lengths.</a:t>
            </a:r>
          </a:p>
          <a:p>
            <a:r>
              <a:t>Exact PDF/printed page: 66. Excerpt reproduced from the supplied ACCESS Textbook.</a:t>
            </a:r>
          </a:p>
          <a:p>
            <a:r>
              <a:t>Path A visual: Example 4.10 labelled stock/offcut bar, regrouping and check by adding. Show only if this is the selected skill; alternatives within the assigned reading are p.127 Figure 8.1 balance/unknown bar for Path B or p.192 Figure 12.5 right-triangle squares for Path C.</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Path B only: the same inverse operation keeps both sides equal.</a:t>
            </a:r>
          </a:p>
          <a:p>
            <a:r>
              <a:t>Exact PDF/printed page: 127. Excerpt reproduced from the supplied ACCESS Textbook.</a:t>
            </a:r>
          </a:p>
          <a:p>
            <a:r>
              <a:t>Path A visual: Example 4.10 labelled stock/offcut bar, regrouping and check by adding. Show only if this is the selected skill; alternatives within the assigned reading are p.127 Figure 8.1 balance/unknown bar for Path B or p.192 Figure 12.5 right-triangle squares for Path 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Path C only: revisit the right-triangle relationship before solving.</a:t>
            </a:r>
          </a:p>
          <a:p>
            <a:r>
              <a:t>Exact PDF/printed page: 192. Excerpt reproduced from the supplied ACCESS Textbook.</a:t>
            </a:r>
          </a:p>
          <a:p>
            <a:r>
              <a:t>Path A visual: Example 4.10 labelled stock/offcut bar, regrouping and check by adding. Show only if this is the selected skill; alternatives within the assigned reading are p.127 Figure 8.1 balance/unknown bar for Path B or p.192 Figure 12.5 right-triangle squares for Path C.</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Path A: Numeracy Hub Calculator and tape practice. B: Unit Conversions + Shape Canvas rectangle. C: Angles and Trig Module 3 + Shape Canvas right triangle.</a:t>
            </a:r>
          </a:p>
          <a:p>
            <a:r>
              <a:t>Choose the tool for your selected pathway only: A—Numeracy Hub Calculator and tape practice; B—Unit Conversions and a Shape Canvas rectangle; C—Angles and Trig Module 3 and a Shape Canvas right triangle.</a:t>
            </a:r>
          </a:p>
          <a:p>
            <a:r>
              <a:t>Complete the selected source-book work on paper first, with units and a visible method. Leave tool answers hidden during the attempt.</a:t>
            </a:r>
          </a:p>
          <a:p>
            <a:r>
              <a:t>Use the pathway tool to check the attempt and explain the correction beside the original working. Retain that record for the scheduled independent pathway check.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5A-Q12</a:t>
            </a:r>
          </a:p>
          <a:p>
            <a:r>
              <a:t>Exact question: Change  7/8 and 3 1/4 to decimals.</a:t>
            </a:r>
          </a:p>
          <a:p>
            <a:r>
              <a:t>Instructor answer: 0.875 and 3.25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7A-Q12</a:t>
            </a:r>
          </a:p>
          <a:p>
            <a:r>
              <a:t>Exact question: Convert 2 1/4 in to mm.</a:t>
            </a:r>
          </a:p>
          <a:p>
            <a:r>
              <a:t>Instructor answer: 57.15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8C-Q2</a:t>
            </a:r>
          </a:p>
          <a:p>
            <a:r>
              <a:t>Exact question: The square has an area of 3,136 mm². Find the side.</a:t>
            </a:r>
          </a:p>
          <a:p>
            <a:r>
              <a:t>Instructor answer: 56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12C-Q1</a:t>
            </a:r>
          </a:p>
          <a:p>
            <a:r>
              <a:t>Exact question: Find the hypotenuse.</a:t>
            </a:r>
          </a:p>
          <a:p>
            <a:r>
              <a:t>Instructor answer: 390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13A-Q6</a:t>
            </a:r>
          </a:p>
          <a:p>
            <a:r>
              <a:t>Exact question: Adjacent 900 mm, angle 24°. Find the opposite side to two decimal places.</a:t>
            </a:r>
          </a:p>
          <a:p>
            <a:r>
              <a:t>Instructor answer: 400.71 mm</a:t>
            </a:r>
          </a:p>
          <a:p>
            <a:r>
              <a:t>Working: 900 × tan 24°</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4A-Q14b</a:t>
            </a:r>
          </a:p>
          <a:p>
            <a:r>
              <a:t>Exact question: Add. (b)  7 3/8 + 2 15/16</a:t>
            </a:r>
          </a:p>
          <a:p>
            <a:r>
              <a:t>Instructor answer: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13A-Q10</a:t>
            </a:r>
          </a:p>
          <a:p>
            <a:r>
              <a:t>Exact question: Opposite 350 mm, adjacent 800 mm. Find the angle to two decimal places.</a:t>
            </a:r>
          </a:p>
          <a:p>
            <a:r>
              <a:t>Instructor answer: 23.63°</a:t>
            </a:r>
          </a:p>
          <a:p>
            <a:r>
              <a:t>Working: tan⁻¹(350 ÷ 800)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W07-L03 | 2026-12-10 | 9:00 AM–10:15 AM | 75 minutes</a:t>
            </a:r>
          </a:p>
          <a:p>
            <a:r>
              <a:t>Skill clinics: practise your priority topic</a:t>
            </a:r>
          </a:p>
          <a:p>
            <a:r>
              <a:t>Mode: Math</a:t>
            </a:r>
          </a:p>
          <a:p>
            <a:r>
              <a:t>Goal: Repair a documented error and explain a corrected method independently.</a:t>
            </a:r>
          </a:p>
          <a:p>
            <a:r>
              <a:t>Read: Textbook Chapter 4–5 pp.56–87; Chapter 7–8 pp.108–134; Chapter 12–13 pp.188–209, selected</a:t>
            </a:r>
          </a:p>
          <a:p>
            <a:r>
              <a:t>Practise: Path A: 4A Q14–17 p.26; 5A Q12–15 p.33. B: 7A Q11–14 pp.45–46; 8C Q1–2 p.55. C: 12C Q1–2 p.79; 13A Q6,10 p.82.</a:t>
            </a:r>
          </a:p>
          <a:p>
            <a:r>
              <a:t>Tool: Path A: Numeracy Hub Calculator and tape practice. B: Unit Conversions + Shape Canvas rectangle. C: Angles and Trig Module 3 + Shape Canvas right triangle.</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7'!A60:F60</a:t>
            </a:r>
          </a:p>
          <a:p/>
          <a:p>
            <a:r>
              <a:t>9:05 AM–9:10 AM | 2 Recall | 5 min</a:t>
            </a:r>
          </a:p>
          <a:p>
            <a:r>
              <a:t>Instructor: Use each learner’s Week 6 exits and capstone work to choose one pathway. Do not assume all learners need trig extension.</a:t>
            </a:r>
          </a:p>
          <a:p>
            <a:r>
              <a:t>Learners: Review previous feedback and attempt the retrieval prompt without displayed solutions.</a:t>
            </a:r>
          </a:p>
          <a:p>
            <a:r>
              <a:t>Materials/check: Identify support needs</a:t>
            </a:r>
          </a:p>
          <a:p>
            <a:r>
              <a:t>Source: 'Math Week 7'!A61:F61</a:t>
            </a:r>
          </a:p>
          <a:p/>
          <a:p>
            <a:r>
              <a:t>9:10 AM–9:25 AM | 3 Teach | 15 min</a:t>
            </a:r>
          </a:p>
          <a:p>
            <a:r>
              <a:t>Instructor: Model the most common error in each selected pathway with one source-book problem; explain how the check detects it.</a:t>
            </a:r>
          </a:p>
          <a:p>
            <a:r>
              <a:t>Learners: Annotate the example or response expectations; ask about unclear steps.</a:t>
            </a:r>
          </a:p>
          <a:p>
            <a:r>
              <a:t>Materials/check: Textbook; worked example</a:t>
            </a:r>
          </a:p>
          <a:p>
            <a:r>
              <a:t>Source: 'Math Week 7'!A62:F62</a:t>
            </a:r>
          </a:p>
          <a:p/>
          <a:p>
            <a:r>
              <a:t>9:25 AM–9:40 AM | 4 Together | 15 min</a:t>
            </a:r>
          </a:p>
          <a:p>
            <a:r>
              <a:t>Instructor: Partners work the first two selected pathway questions and explain the correction in their own words.</a:t>
            </a:r>
          </a:p>
          <a:p>
            <a:r>
              <a:t>Learners: Explain the method and check directions; work with a partner only where permitted.</a:t>
            </a:r>
          </a:p>
          <a:p>
            <a:r>
              <a:t>Materials/check: Exercise Book; tool above</a:t>
            </a:r>
          </a:p>
          <a:p>
            <a:r>
              <a:t>Source: 'Math Week 7'!A63:F63</a:t>
            </a:r>
          </a:p>
          <a:p/>
          <a:p>
            <a:r>
              <a:t>9:40 AM–10:00 AM | 5 Practise | 20 min</a:t>
            </a:r>
          </a:p>
          <a:p>
            <a:r>
              <a:t>Instructor: Complete four questions in the selected pathway, then one from another pathway if ready. Keep a before/after solution showing what changed; tool answers remain hidden until the attempt.</a:t>
            </a:r>
          </a:p>
          <a:p>
            <a:r>
              <a:t>Learners: Keep numbered written solutions and units. Use tools only under the conditions stated for this block.</a:t>
            </a:r>
          </a:p>
          <a:p>
            <a:r>
              <a:t>Materials/check: Paper first; tool second</a:t>
            </a:r>
          </a:p>
          <a:p>
            <a:r>
              <a:t>Source: 'Math Week 7'!A64:F64</a:t>
            </a:r>
          </a:p>
          <a:p/>
          <a:p>
            <a:r>
              <a:t>10:00 AM–10:10 AM | 6 Check | 10 min</a:t>
            </a:r>
          </a:p>
          <a:p>
            <a:r>
              <a:t>Instructor: Use Path A: 4A Q14(b); B: 7A Q11; or C: 13A Q10. Explain the error avoided.</a:t>
            </a:r>
          </a:p>
          <a:p>
            <a:r>
              <a:t>Learners: Submit work and demonstrate the checking strategy; identify a remaining difficulty.</a:t>
            </a:r>
          </a:p>
          <a:p>
            <a:r>
              <a:t>Materials/check: Teacher answers below</a:t>
            </a:r>
          </a:p>
          <a:p>
            <a:r>
              <a:t>Source: 'Math Week 7'!A65:F65</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7'!A66:F66</a:t>
            </a:r>
          </a:p>
          <a:p/>
          <a:p>
            <a:r>
              <a:t>INSTRUCTOR ONLY: REVEAL ASSESSMENT ANSWERS AFTER THE ATTEMPT</a:t>
            </a:r>
          </a:p>
          <a:p>
            <a:r>
              <a:t>A: 10 5/16 (Answer Key p.13). B: 15.875 mm (Answer Key p.21). C: 23.63° (Answer Key p.34). Evaluate the method as well as the number. Answer Key pp.13,16,21,24,32,34</a:t>
            </a:r>
          </a:p>
          <a:p/>
          <a:p>
            <a:r>
              <a:t>Build the following practice set from taught topics matching the actual errors, not every topic in the Numeracy Hub.</a:t>
            </a:r>
          </a:p>
          <a:p/>
          <a:p>
            <a:r>
              <a:t>Sources: 'Math Week 7'!A12:E12; 'Carpentry Schedule'!E66; 'Math Week 7'!A54</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Build the following practice set from taught topics matching the actual errors, not every topic in the Numeracy Hub.</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schedule_math_audit.json: 'Math Week 7'!A71</a:t>
            </a:r>
          </a:p>
          <a:p>
            <a:r>
              <a:t>schedule_math_audit.json: 'Math Week 7'!B73; 'Math Week 7'!B74; 'Math Week 7'!B75</a:t>
            </a:r>
          </a:p>
          <a:p>
            <a:r>
              <a:t>schedule_math_audit.json: 'Math Week 7'!A78:F78, 'Math Week 7'!A79:F79, 'Math Week 7'!A80:F80, 'Math Week 7'!A81:F81, 'Math Week 7'!A82:F82</a:t>
            </a:r>
          </a:p>
          <a:p>
            <a:r>
              <a:t>source_deck_audit.json: ACCESS CARPENTRY SLIDES.pptx slides 148, 149, 150</a:t>
            </a:r>
          </a:p>
          <a:p>
            <a:r>
              <a:t>Textbook formula sheet p.219; conversion factors pp.220–221; relevant chapters as needed</a:t>
            </a:r>
          </a:p>
          <a:p>
            <a:r>
              <a:t>ACCESS-Trades-Numeracy-Textbook.pdf printed/PDF p.219;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schedule_math_audit.json: 'Math Week 7'!A71</a:t>
            </a:r>
          </a:p>
          <a:p>
            <a:r>
              <a:t>schedule_math_audit.json: 'Math Week 7'!B73; 'Math Week 7'!B74; 'Math Week 7'!B75</a:t>
            </a:r>
          </a:p>
          <a:p>
            <a:r>
              <a:t>schedule_math_audit.json: 'Math Week 7'!A78:F78, 'Math Week 7'!A79:F79, 'Math Week 7'!A80:F80, 'Math Week 7'!A81:F81, 'Math Week 7'!A82:F82</a:t>
            </a:r>
          </a:p>
          <a:p>
            <a:r>
              <a:t>source_deck_audit.json: ACCESS CARPENTRY SLIDES.pptx slides 148, 149, 150</a:t>
            </a:r>
          </a:p>
          <a:p>
            <a:r>
              <a:t>Textbook formula sheet p.219; conversion factors pp.220–221; relevant chapters as needed</a:t>
            </a:r>
          </a:p>
          <a:p>
            <a:r>
              <a:t>ACCESS-Trades-Numeracy-Textbook.pdf printed/PDF p.219;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Use only formulas for the topics selected in today’s practice set.</a:t>
            </a:r>
          </a:p>
          <a:p>
            <a:r>
              <a:t>Exact PDF/printed page: 219. Excerpt reproduced from the supplied ACCESS Textbook.</a:t>
            </a:r>
          </a:p>
          <a:p>
            <a:r>
              <a:t>Formula sheet. Crop to the formulas for the topics actually enabled in the previewed set; do not use the full sheet to introduce untaught formulas.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Right-triangle references apply only when those taught topics are selected.</a:t>
            </a:r>
          </a:p>
          <a:p>
            <a:r>
              <a:t>Exact PDF/printed page: 219. Excerpt reproduced from the supplied ACCESS Textbook.</a:t>
            </a:r>
          </a:p>
          <a:p>
            <a:r>
              <a:t>Formula sheet. Crop to the formulas for the topics actually enabled in the previewed set; do not use the full sheet to introduce untaught formulas.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Numeracy Hub: Exam builder: All off; enable only taught order, conversion, area/perimeter, volume or right-triangle topics. Easy; 10 questions; diagrams and calculator keys on; worked answers off. Save exam code before use.</a:t>
            </a:r>
          </a:p>
          <a:p>
            <a:r>
              <a:t>Configure Numeracy Hub Exam builder: All off; only the scheduled taught topics; Easy; 10 questions; diagrams and calculator keys on; worked answers off. Save the code and use the instructor-previewed set.</a:t>
            </a:r>
          </a:p>
          <a:p>
            <a:r>
              <a:t>Complete the ten questions with numbered written methods and units. Use the exact scheduled paper fallback if the generated set is not used.</a:t>
            </a:r>
          </a:p>
          <a:p>
            <a:r>
              <a:t>After completion, use Check my answers and then worked answers for corrections; save code/results manually. For the scheduled check, explain one correction and independently retry one missed type with new numbers from the same settings.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3A-Q8</a:t>
            </a:r>
          </a:p>
          <a:p>
            <a:r>
              <a:t>Exact question: 6² − 4 × 5</a:t>
            </a:r>
          </a:p>
          <a:p>
            <a:r>
              <a:t>Instructor answer: 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3A-Q9</a:t>
            </a:r>
          </a:p>
          <a:p>
            <a:r>
              <a:t>Exact question: (6 − 4)² × 5</a:t>
            </a:r>
          </a:p>
          <a:p>
            <a:r>
              <a:t>Instructor answer: 20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6B-Q2</a:t>
            </a:r>
          </a:p>
          <a:p>
            <a:r>
              <a:t>Exact question: A fabrication job needs 18 sheets of 4 ft × 8 ft plate. Add a 15% allowance and round up to whole sheets.</a:t>
            </a:r>
          </a:p>
          <a:p>
            <a:r>
              <a:t>Instructor answer: 21 sheets (20.7 rounded up)</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8C-Q1</a:t>
            </a:r>
          </a:p>
          <a:p>
            <a:r>
              <a:t>Exact question: The rectangle has an area of 4,800 cm². Find the width.</a:t>
            </a:r>
          </a:p>
          <a:p>
            <a:r>
              <a:t>Instructor answer: 60 cm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8C-Q2</a:t>
            </a:r>
          </a:p>
          <a:p>
            <a:r>
              <a:t>Exact question: The square has an area of 3,136 mm². Find the side.</a:t>
            </a:r>
          </a:p>
          <a:p>
            <a:r>
              <a:t>Instructor answer: 56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10A-Q5</a:t>
            </a:r>
          </a:p>
          <a:p>
            <a:r>
              <a:t>Exact question: Find the area of a rectangle 840 mm by 350 mm.</a:t>
            </a:r>
          </a:p>
          <a:p>
            <a:r>
              <a:t>Instructor answer: 294,000 mm²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10A-Q6</a:t>
            </a:r>
          </a:p>
          <a:p>
            <a:r>
              <a:t>Exact question: Find the area of a square with 1.6 m sides.</a:t>
            </a:r>
          </a:p>
          <a:p>
            <a:r>
              <a:t>Instructor answer: 2.56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12C-Q1</a:t>
            </a:r>
          </a:p>
          <a:p>
            <a:r>
              <a:t>Exact question: Find the hypotenuse.</a:t>
            </a:r>
          </a:p>
          <a:p>
            <a:r>
              <a:t>Instructor answer: 390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12C-Q2</a:t>
            </a:r>
          </a:p>
          <a:p>
            <a:r>
              <a:t>Exact question: Find the missing leg.</a:t>
            </a:r>
          </a:p>
          <a:p>
            <a:r>
              <a:t>Instructor answer: 1.5 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W07-L04 | 2026-12-10 | 10:30 AM–12:00 PM | 90 minutes</a:t>
            </a:r>
          </a:p>
          <a:p>
            <a:r>
              <a:t>Mixed-topic calculation practice</a:t>
            </a:r>
          </a:p>
          <a:p>
            <a:r>
              <a:t>Mode: Calculation Practice</a:t>
            </a:r>
          </a:p>
          <a:p>
            <a:r>
              <a:t>Goal: Apply taught methods to fresh practice, retain working and use feedback to choose a revision priority.</a:t>
            </a:r>
          </a:p>
          <a:p>
            <a:r>
              <a:t>Read: Textbook formula sheet p.219; conversion factors pp.220–221; relevant chapters as needed</a:t>
            </a:r>
          </a:p>
          <a:p>
            <a:r>
              <a:t>Practise: Paper fallback: 3A Q8–9 p.19; 6B Q2 p.41; 7A Q11 p.45; 8C Q1–2 p.55; 10A Q5–6 p.63; 12C Q1–2 p.79.</a:t>
            </a:r>
          </a:p>
          <a:p>
            <a:r>
              <a:t>Tool: Numeracy Hub: Exam builder: All off; enable only taught order, conversion, area/perimeter, volume or right-triangle topics. Easy; 10 questions; diagrams and calculator keys on; worked answers off. Save exam code before use.</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7'!A77:F77</a:t>
            </a:r>
          </a:p>
          <a:p/>
          <a:p>
            <a:r>
              <a:t>10:35 AM–10:40 AM | 2 Recall | 5 min</a:t>
            </a:r>
          </a:p>
          <a:p>
            <a:r>
              <a:t>Instructor: Ask learners to choose one personal error to watch for and identify their calculator model.</a:t>
            </a:r>
          </a:p>
          <a:p>
            <a:r>
              <a:t>Learners: Review previous feedback and attempt the retrieval prompt without displayed solutions.</a:t>
            </a:r>
          </a:p>
          <a:p>
            <a:r>
              <a:t>Materials/check: Identify support needs</a:t>
            </a:r>
          </a:p>
          <a:p>
            <a:r>
              <a:t>Source: 'Math Week 7'!A78:F78</a:t>
            </a:r>
          </a:p>
          <a:p/>
          <a:p>
            <a:r>
              <a:t>10:40 AM–10:55 AM | 3 Teach | 15 min</a:t>
            </a:r>
          </a:p>
          <a:p>
            <a:r>
              <a:t>Instructor: Demonstrate how to read a generated question, record its code and use the requested rounding. Preview the set and remove untaught or trade-specific material.</a:t>
            </a:r>
          </a:p>
          <a:p>
            <a:r>
              <a:t>Learners: Annotate the example or response expectations; ask about unclear steps.</a:t>
            </a:r>
          </a:p>
          <a:p>
            <a:r>
              <a:t>Materials/check: Textbook; worked example</a:t>
            </a:r>
          </a:p>
          <a:p>
            <a:r>
              <a:t>Source: 'Math Week 7'!A79:F79</a:t>
            </a:r>
          </a:p>
          <a:p/>
          <a:p>
            <a:r>
              <a:t>10:55 AM–11:10 AM | 4 Together | 15 min</a:t>
            </a:r>
          </a:p>
          <a:p>
            <a:r>
              <a:t>Instructor: Work one separate demonstration question; learners state the formula and units before keys. Keep assessment/practice answers hidden.</a:t>
            </a:r>
          </a:p>
          <a:p>
            <a:r>
              <a:t>Learners: Explain the method and check directions; work with a partner only where permitted.</a:t>
            </a:r>
          </a:p>
          <a:p>
            <a:r>
              <a:t>Materials/check: Exercise Book; tool above</a:t>
            </a:r>
          </a:p>
          <a:p>
            <a:r>
              <a:t>Source: 'Math Week 7'!A80:F80</a:t>
            </a:r>
          </a:p>
          <a:p/>
          <a:p>
            <a:r>
              <a:t>11:10 AM–11:45 AM | 5 Practise | 35 min</a:t>
            </a:r>
          </a:p>
          <a:p>
            <a:r>
              <a:t>Instructor: Complete the previewed 10-question Numeracy Hub set, or the ten paper fallback questions. Keep written methods. Use Check my answers only after completion; reveal worked answers for correction and save the code/results manually.</a:t>
            </a:r>
          </a:p>
          <a:p>
            <a:r>
              <a:t>Learners: Keep numbered written solutions and units. Use tools only under the conditions stated for this block.</a:t>
            </a:r>
          </a:p>
          <a:p>
            <a:r>
              <a:t>Materials/check: Paper first; tool second</a:t>
            </a:r>
          </a:p>
          <a:p>
            <a:r>
              <a:t>Source: 'Math Week 7'!A81:F81</a:t>
            </a:r>
          </a:p>
          <a:p/>
          <a:p>
            <a:r>
              <a:t>11:45 AM–11:55 AM | 6 Check | 10 min</a:t>
            </a:r>
          </a:p>
          <a:p>
            <a:r>
              <a:t>Instructor: Explain one corrected item and independently redo one missed type using new numbers from the same tool settings.</a:t>
            </a:r>
          </a:p>
          <a:p>
            <a:r>
              <a:t>Learners: Submit work and demonstrate the checking strategy; identify a remaining difficulty.</a:t>
            </a:r>
          </a:p>
          <a:p>
            <a:r>
              <a:t>Materials/check: Teacher answers below</a:t>
            </a:r>
          </a:p>
          <a:p>
            <a:r>
              <a:t>Source: 'Math Week 7'!A82:F82</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7'!A83:F83</a:t>
            </a:r>
          </a:p>
          <a:p/>
          <a:p>
            <a:r>
              <a:t>INSTRUCTOR ONLY: REVEAL ASSESSMENT ANSWERS AFTER THE ATTEMPT</a:t>
            </a:r>
          </a:p>
          <a:p>
            <a:r>
              <a:t>Use Numeracy Hub worked answers for the saved exam code; dynamic answers depend on generated values. Paper: 16;20;21 sheets;15.875 mm;60 cm;56 mm;294,000 mm²;2.56 m²;390 mm;1.5 m, in listed order. Answer Key pp.10,19,21,24,28,32</a:t>
            </a:r>
          </a:p>
          <a:p/>
          <a:p>
            <a:r>
              <a:t>Record two revision priorities for Week 8. This is formative practice, not an institutional pass/fail test.</a:t>
            </a:r>
          </a:p>
          <a:p/>
          <a:p>
            <a:r>
              <a:t>Sources: 'Math Week 7'!A13:E13; 'Carpentry Schedule'!E68; 'Math Week 7'!A71</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Record two revision priorities for Week 8. This is formative practice, not an institutional pass/fail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Resources/ACCESS-Tools/books/ACCESS-Trades-Numeracy-Textbook.pdf#page=66"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Resources/ACCESS-Tools/books/ACCESS-Trades-Numeracy-Textbook.pdf#page=127"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Resources/ACCESS-Tools/books/ACCESS-Trades-Numeracy-Textbook.pdf#page=192"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32"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7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Resources/ACCESS-Tools/books/ACCESS-Trades-Numeracy-Textbook.pdf#page=56"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Resources/ACCESS-Tools/books/ACCESS-Trades-Numeracy-Textbook.pdf#page=56"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1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4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7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7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19"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24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10,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24  •  2026-12-10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24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Skill clinics: practise your priority topic</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7,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Mixed-topic calculation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Skill clinics: practise your priority topic</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4–5 pp.56–87; Chapter 7–8 pp.108–134; Chapter 12–13 pp.188–209, selected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Path A: 4A Q14–17 p.26; 5A Q12–15 p.33. B: 7A Q11–14 pp.45–46; 8C Q1–2 p.55. C: 12C Q1–2 p.79; 13A Q6,10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pathway your work shows you need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Week 6 exits and the applied drawing work to identify the error you need to repair.</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Path A uses fractions and decimals: 4A Q14–17 and 5A Q12–15. Explain regrouping, conversion or the tape-reading error in your selected work.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Path B uses conversions and formulas: 7A Q11–14 and 8C Q1–2. Show the conversion direction or missing-dimension method.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 correction needs an explanation and a retry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original working so the point where the method failed remains visible.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Beside the corrected method, explain what changed and how your chosen check detects the original error.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Partners explain the first two selected questions; continue the scheduled four-question practice in your chosen pathway.</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W07-L03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4A Q14–17 p.26; 5A Q12–15 p.33.</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7A Q11–14 pp.45–46; 8C Q1–2 p.55.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12C Q1–2 p.79; 13A Q6,10 p.82.</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lstStyle/>
          <a:p>
            <a:pPr marL="0" indent="0" algn="l">
              <a:buNone/>
            </a:pPr>
            <a:r>
              <a:rPr lang="en-US" sz="1500" dirty="0">
                <a:solidFill>
                  <a:srgbClr val="181818"/>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pathways from supplied Math Week 7 sheet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7A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Mixed-topic calculation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Mixed-topic calculation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formula sheet p.219; conversion factors pp.220–221;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Paper fallback: 3A Q8–9 p.19; 6B Q2 p.41; 7A Q11 p.45; 8C Q1–2 p.55; 10A Q5–6 p.63; 12C Q1–2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Make the generated set reproducible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Start with All off and enable only taught order, conversion, area/perimeter, volume or right-triangle topics.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Easy, 10 questions, diagrams on and calculator keys on; keep worked answers off during the attempt.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Retain the exam code before use. The instructor previews the set and removes untaught or trade-specific material.</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Record the method before checking the result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Start each response with the question number or saved code so the working can be matched to its prompt.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formula or operation, then working, units and the requested final rounding.</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Include an estimate or second-method check; a calculator display alone does not explain your method.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W07-L04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 3A Q8 — p.19</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2. 3A Q9 — p.19</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3. 6B Q2 — p.41</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4. 7A Q11 — p.45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5. 8C Q1 — p.55</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6. 8C Q2 — p.55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7. 10A Q5 — p.63</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8. 10A Q6 — p.63</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9. 12C Q1 — p.79</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10. 12C Q2 — p.79</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required for full numbered questions • Paper fallback retained exactly from supplied Math Week 7 sheet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1 of 10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2 of 10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3 of 10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4 of 10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5 of 10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6 of 10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7 of 10  |  10A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8 of 10  |  10A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9 of 10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Paper fallback 10 of 10  |  12C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24  •  2026-12-10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24 | 2026-12-10</dc:title>
  <dc:creator>ACCESS Trades</dc:creator>
  <cp:lastModifiedBy>Gabriel Ostrowidzki</cp:lastModifiedBy>
  <cp:revision>3</cp:revision>
  <dcterms:created xsi:type="dcterms:W3CDTF">2026-10-19T18:44:52Z</dcterms:created>
  <dcterms:modified xsi:type="dcterms:W3CDTF">2026-10-19T19:22:04Z</dcterms:modified>
  <dc:subject>Skill clinics: practise your priority topic; Mixed-topic calculation practice</dc:subject>
</cp:coreProperties>
</file>