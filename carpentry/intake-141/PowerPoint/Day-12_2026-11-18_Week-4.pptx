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74.xml" ContentType="application/vnd.openxmlformats-officedocument.presentationml.notesSlide+xml"/>
  <Override PartName="/ppt/notesSlides/notesSlide7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342" r:id="rId75"/>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345" r:id="rId7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75" Type="http://schemas.openxmlformats.org/officeDocument/2006/relationships/slide" Target="slides/slide8.xml"/><Relationship Id="rId78"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W04-L05 | 2026-11-18 | 12:45 PM–2:00 PM | 75 minutes</a:t>
            </a:r>
          </a:p>
          <a:p>
            <a:r>
              <a:t>Percent: part of a whole</a:t>
            </a:r>
          </a:p>
          <a:p>
            <a:r>
              <a:t>Mode: Math</a:t>
            </a:r>
          </a:p>
          <a:p>
            <a:r>
              <a:t>Goal: Convert percentages, decimals and fractions; find a percentage of a quantity.</a:t>
            </a:r>
          </a:p>
          <a:p>
            <a:r>
              <a:t>Read: Textbook sections 6.1–6.3 pp.92–95; calculator percent p.35</a:t>
            </a:r>
          </a:p>
          <a:p>
            <a:r>
              <a:t>Practise: Exercise Book 6A Q1–10 (p.39); 6C Q1–2 (p.43)</a:t>
            </a:r>
          </a:p>
          <a:p>
            <a:r>
              <a:t>Tool: Numeracy Hub Calculator: choose the matching calculator model for percent entry. Shape Canvas: rectangle with width equal to a stated percentage of length.</a:t>
            </a:r>
          </a:p>
          <a:p/>
          <a:p>
            <a:r>
              <a:t>EXACT SCHEDULED STEPS</a:t>
            </a:r>
          </a:p>
          <a:p>
            <a:r>
              <a:t>12:45 PM–12:50 PM | 1 Start | 5 min</a:t>
            </a:r>
          </a:p>
          <a:p>
            <a:r>
              <a:t>Instructor: Connect percent as part of a whole to reading a carpentry drawing or preparing a cut list. State the objective.</a:t>
            </a:r>
          </a:p>
          <a:p>
            <a:r>
              <a:t>Learners: Share a prior use of this skill; identify the quantity and unit.</a:t>
            </a:r>
          </a:p>
          <a:p>
            <a:r>
              <a:t>Materials/check: Notebook; calculator</a:t>
            </a:r>
          </a:p>
          <a:p>
            <a:r>
              <a:t>Source: 'Math Week 4'!A99:F99</a:t>
            </a:r>
          </a:p>
          <a:p/>
          <a:p>
            <a:r>
              <a:t>12:50 PM–12:55 PM | 2 Recall | 5 min</a:t>
            </a:r>
          </a:p>
          <a:p>
            <a:r>
              <a:t>Instructor: Retrieve 0.5 = 1/2 and ask for the matching percent. Use Exercise Book 6A Q1 and Q3.</a:t>
            </a:r>
          </a:p>
          <a:p>
            <a:r>
              <a:t>Learners: Attempt the short retrieval task independently; explain the method before seeing answers.</a:t>
            </a:r>
          </a:p>
          <a:p>
            <a:r>
              <a:t>Materials/check: Identify support needs</a:t>
            </a:r>
          </a:p>
          <a:p>
            <a:r>
              <a:t>Source: 'Math Week 4'!A100:F100</a:t>
            </a:r>
          </a:p>
          <a:p/>
          <a:p>
            <a:r>
              <a:t>12:55 PM–1:10 PM | 3 Teach | 15 min</a:t>
            </a:r>
          </a:p>
          <a:p>
            <a:r>
              <a:t>Instructor: Model percent ÷ 100, then multiply by the whole. Compare this with the book’s calculator-specific percent keys.</a:t>
            </a:r>
          </a:p>
          <a:p>
            <a:r>
              <a:t>Learners: Annotate a worked example; predict the next step and ask questions.</a:t>
            </a:r>
          </a:p>
          <a:p>
            <a:r>
              <a:t>Materials/check: Textbook; worked example</a:t>
            </a:r>
          </a:p>
          <a:p>
            <a:r>
              <a:t>Source: 'Math Week 4'!A101:F101</a:t>
            </a:r>
          </a:p>
          <a:p/>
          <a:p>
            <a:r>
              <a:t>1:10 PM–1:25 PM | 4 Together | 15 min</a:t>
            </a:r>
          </a:p>
          <a:p>
            <a:r>
              <a:t>Instructor: Work Exercise Book 6A Q5–8 and 6C Q2. Learners label the part, whole and rate.</a:t>
            </a:r>
          </a:p>
          <a:p>
            <a:r>
              <a:t>Learners: Work in pairs; alternate calculator operator and checker. Show units and an estimated answer.</a:t>
            </a:r>
          </a:p>
          <a:p>
            <a:r>
              <a:t>Materials/check: Exercise Book; tool above</a:t>
            </a:r>
          </a:p>
          <a:p>
            <a:r>
              <a:t>Source: 'Math Week 4'!A102:F102</a:t>
            </a:r>
          </a:p>
          <a:p/>
          <a:p>
            <a:r>
              <a:t>1:25 PM–1:45 PM | 5 Practise | 20 min</a:t>
            </a:r>
          </a:p>
          <a:p>
            <a:r>
              <a:t>Instructor: Complete Exercise Book 6A Q2,4,9–10 and 6C Q1. Create the 6C Q2 rectangle in Shape Canvas after calculating its missing width.</a:t>
            </a:r>
          </a:p>
          <a:p>
            <a:r>
              <a:t>Learners: Solve on paper first; use the tool to check; correct one error with a written reason.</a:t>
            </a:r>
          </a:p>
          <a:p>
            <a:r>
              <a:t>Materials/check: Paper first; tool second</a:t>
            </a:r>
          </a:p>
          <a:p>
            <a:r>
              <a:t>Source: 'Math Week 4'!A103:F103</a:t>
            </a:r>
          </a:p>
          <a:p/>
          <a:p>
            <a:r>
              <a:t>1:45 PM–1:55 PM | 6 Check | 10 min</a:t>
            </a:r>
          </a:p>
          <a:p>
            <a:r>
              <a:t>Instructor: Exercise Book 6A Q8–9 with a labelled part/whole calculation.</a:t>
            </a:r>
          </a:p>
          <a:p>
            <a:r>
              <a:t>Learners: Solve without displayed answers; include working, units and the requested rounding.</a:t>
            </a:r>
          </a:p>
          <a:p>
            <a:r>
              <a:t>Materials/check: Teacher answers below</a:t>
            </a:r>
          </a:p>
          <a:p>
            <a:r>
              <a:t>Source: 'Math Week 4'!A104:F104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4'!A105:F105</a:t>
            </a:r>
          </a:p>
          <a:p/>
          <a:p>
            <a:r>
              <a:t>INSTRUCTOR ONLY: REVEAL ASSESSMENT ANSWERS AFTER THE ATTEMPT</a:t>
            </a:r>
          </a:p>
          <a:p>
            <a:r>
              <a:t>6A Q8 = 273; Q9 = 7.5%. 6C Q2 = 560 mm. Answer Key p.19. Answer Key pp.18–19</a:t>
            </a:r>
          </a:p>
          <a:p/>
          <a:p>
            <a:r>
              <a:t>Apply percentage reasoning to waste allowances and whole-unit orders.</a:t>
            </a:r>
          </a:p>
          <a:p/>
          <a:p>
            <a:r>
              <a:t>Sources: 'Math Week 4'!A14:E14; 'Carpentry Schedule'!D37; 'Math Week 4'!A93</a:t>
            </a:r>
          </a:p>
          <a:p>
            <a:r>
              <a:t>Navigation/resource slides support these scheduled steps and do not add instructional time.</a:t>
            </a:r>
          </a:p>
          <a:p>
            <a:r>
              <a:t>Worked teaching example retained from original slide 74.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W04-L06 | 2026-11-18 | 2:15 PM–3:30 PM | 75 minutes</a:t>
            </a:r>
          </a:p>
          <a:p>
            <a:r>
              <a:t>Waste allowance and purchase quantities</a:t>
            </a:r>
          </a:p>
          <a:p>
            <a:r>
              <a:t>Mode: Math</a:t>
            </a:r>
          </a:p>
          <a:p>
            <a:r>
              <a:t>Goal: Apply an allowance or discount once, then round an order to whole purchase units.</a:t>
            </a:r>
          </a:p>
          <a:p>
            <a:r>
              <a:t>Read: Textbook sections 6.4 pp.96–97; review sections 5.7 pp.86–87</a:t>
            </a:r>
          </a:p>
          <a:p>
            <a:r>
              <a:t>Practise: Exercise Book 6A Q11–13 (pp.39–40); 6B Q1–3,5 (p.41)</a:t>
            </a:r>
          </a:p>
          <a:p>
            <a:r>
              <a:t>Tool: Numeracy Hub Calculator: compare percent-key and decimal-multiplier methods. Shape Canvas: label a rectangle as net material versus order quantity.</a:t>
            </a:r>
          </a:p>
          <a:p/>
          <a:p>
            <a:r>
              <a:t>EXACT SCHEDULED STEPS</a:t>
            </a:r>
          </a:p>
          <a:p>
            <a:r>
              <a:t>2:15 PM–2:20 PM | 1 Start | 5 min</a:t>
            </a:r>
          </a:p>
          <a:p>
            <a:r>
              <a:t>Instructor: Connect waste allowance, discounts and purchase quantities to reading a carpentry drawing or preparing a cut list. State the objective.</a:t>
            </a:r>
          </a:p>
          <a:p>
            <a:r>
              <a:t>Learners: Share a prior use of this skill; identify the quantity and unit.</a:t>
            </a:r>
          </a:p>
          <a:p>
            <a:r>
              <a:t>Materials/check: Notebook; calculator</a:t>
            </a:r>
          </a:p>
          <a:p>
            <a:r>
              <a:t>Source: 'Math Week 4'!A116:F116</a:t>
            </a:r>
          </a:p>
          <a:p/>
          <a:p>
            <a:r>
              <a:t>2:20 PM–2:25 PM | 2 Recall | 5 min</a:t>
            </a:r>
          </a:p>
          <a:p>
            <a:r>
              <a:t>Instructor: Ask whether a 15% allowance means ordering 15% or 115% of the original quantity.</a:t>
            </a:r>
          </a:p>
          <a:p>
            <a:r>
              <a:t>Learners: Attempt the short retrieval task independently; explain the method before seeing answers.</a:t>
            </a:r>
          </a:p>
          <a:p>
            <a:r>
              <a:t>Materials/check: Identify support needs</a:t>
            </a:r>
          </a:p>
          <a:p>
            <a:r>
              <a:t>Source: 'Math Week 4'!A117:F117</a:t>
            </a:r>
          </a:p>
          <a:p/>
          <a:p>
            <a:r>
              <a:t>2:25 PM–2:40 PM | 3 Teach | 15 min</a:t>
            </a:r>
          </a:p>
          <a:p>
            <a:r>
              <a:t>Instructor: Model Exercise Book 6B Q2, keep the unrounded allowance quantity, then round up to full sheets. Contrast increase with discount.</a:t>
            </a:r>
          </a:p>
          <a:p>
            <a:r>
              <a:t>Learners: Annotate a worked example; predict the next step and ask questions.</a:t>
            </a:r>
          </a:p>
          <a:p>
            <a:r>
              <a:t>Materials/check: Textbook; worked example</a:t>
            </a:r>
          </a:p>
          <a:p>
            <a:r>
              <a:t>Source: 'Math Week 4'!A118:F118</a:t>
            </a:r>
          </a:p>
          <a:p/>
          <a:p>
            <a:r>
              <a:t>2:40 PM–2:55 PM | 4 Together | 15 min</a:t>
            </a:r>
          </a:p>
          <a:p>
            <a:r>
              <a:t>Instructor: Work Exercise Book 6A Q11–13 and 6B Q3; learners identify the original base before calculating.</a:t>
            </a:r>
          </a:p>
          <a:p>
            <a:r>
              <a:t>Learners: Work in pairs; alternate calculator operator and checker. Show units and an estimated answer.</a:t>
            </a:r>
          </a:p>
          <a:p>
            <a:r>
              <a:t>Materials/check: Exercise Book; tool above</a:t>
            </a:r>
          </a:p>
          <a:p>
            <a:r>
              <a:t>Source: 'Math Week 4'!A119:F119</a:t>
            </a:r>
          </a:p>
          <a:p/>
          <a:p>
            <a:r>
              <a:t>2:55 PM–3:15 PM | 5 Practise | 20 min</a:t>
            </a:r>
          </a:p>
          <a:p>
            <a:r>
              <a:t>Instructor: Solve Exercise Book 6B Q1,5 and rework Q2 with a written order explanation. Label all practice allowances as problem data, not a standard job allowance.</a:t>
            </a:r>
          </a:p>
          <a:p>
            <a:r>
              <a:t>Learners: Solve on paper first; use the tool to check; correct one error with a written reason.</a:t>
            </a:r>
          </a:p>
          <a:p>
            <a:r>
              <a:t>Materials/check: Paper first; tool second</a:t>
            </a:r>
          </a:p>
          <a:p>
            <a:r>
              <a:t>Source: 'Math Week 4'!A120:F120</a:t>
            </a:r>
          </a:p>
          <a:p/>
          <a:p>
            <a:r>
              <a:t>3:15 PM–3:25 PM | 6 Check | 10 min</a:t>
            </a:r>
          </a:p>
          <a:p>
            <a:r>
              <a:t>Instructor: Exercise Book 6B Q2 and Q3, showing the unrounded order and discount calculation.</a:t>
            </a:r>
          </a:p>
          <a:p>
            <a:r>
              <a:t>Learners: Solve without displayed answers; include working, units and the requested rounding.</a:t>
            </a:r>
          </a:p>
          <a:p>
            <a:r>
              <a:t>Materials/check: Teacher answers below</a:t>
            </a:r>
          </a:p>
          <a:p>
            <a:r>
              <a:t>Source: 'Math Week 4'!A121:F121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4'!A122:F122</a:t>
            </a:r>
          </a:p>
          <a:p/>
          <a:p>
            <a:r>
              <a:t>INSTRUCTOR ONLY: REVEAL ASSESSMENT ANSWERS AFTER THE ATTEMPT</a:t>
            </a:r>
          </a:p>
          <a:p>
            <a:r>
              <a:t>6B Q2 = 20.7, rounded up to 21 sheets; Q3 = $76.12 each, $456.72 for six. Answer Key p.19. Answer Key pp.18–19</a:t>
            </a:r>
          </a:p>
          <a:p/>
          <a:p>
            <a:r>
              <a:t>Use the difference between a fraction of the total and a ratio of parts as the next bridge.</a:t>
            </a:r>
          </a:p>
          <a:p/>
          <a:p>
            <a:r>
              <a:t>Sources: 'Math Week 4'!A15:E15; 'Carpentry Schedule'!D39; 'Math Week 4'!A110</a:t>
            </a:r>
          </a:p>
          <a:p>
            <a:r>
              <a:t>Navigation/resource slides support these scheduled steps and do not add instructional time.</a:t>
            </a:r>
          </a:p>
          <a:p>
            <a:r>
              <a:t>Worked teaching example retained from original slide 77.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Daily deck uses only this date’s math blocks from the current visible Carpentry Schedule and Math Week sheets.</a:t>
            </a:r>
          </a:p>
          <a:p>
            <a:r>
              <a:t>'Carpentry Schedule'!D37 | 'Math Week 4'!A93</a:t>
            </a:r>
          </a:p>
          <a:p>
            <a:r>
              <a:t>'Carpentry Schedule'!D39 | 'Math Week 4'!A110</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W04-L05 | 2026-11-18 | 12:45 PM–2:00 PM | 75 minutes</a:t>
            </a:r>
          </a:p>
          <a:p>
            <a:r>
              <a:t>Percent: part of a whole</a:t>
            </a:r>
          </a:p>
          <a:p>
            <a:r>
              <a:t>Mode: Math</a:t>
            </a:r>
          </a:p>
          <a:p>
            <a:r>
              <a:t>Goal: Convert percentages, decimals and fractions; find a percentage of a quantity.</a:t>
            </a:r>
          </a:p>
          <a:p>
            <a:r>
              <a:t>Read: Textbook sections 6.1–6.3 pp.92–95; calculator percent p.35</a:t>
            </a:r>
          </a:p>
          <a:p>
            <a:r>
              <a:t>Practise: Exercise Book 6A Q1–10 (p.39); 6C Q1–2 (p.43)</a:t>
            </a:r>
          </a:p>
          <a:p>
            <a:r>
              <a:t>Tool: Numeracy Hub Calculator: choose the matching calculator model for percent entry. Shape Canvas: rectangle with width equal to a stated percentage of length.</a:t>
            </a:r>
          </a:p>
          <a:p/>
          <a:p>
            <a:r>
              <a:t>EXACT SCHEDULED STEPS</a:t>
            </a:r>
          </a:p>
          <a:p>
            <a:r>
              <a:t>12:45 PM–12:50 PM | 1 Start | 5 min</a:t>
            </a:r>
          </a:p>
          <a:p>
            <a:r>
              <a:t>Instructor: Connect percent as part of a whole to reading a carpentry drawing or preparing a cut list. State the objective.</a:t>
            </a:r>
          </a:p>
          <a:p>
            <a:r>
              <a:t>Learners: Share a prior use of this skill; identify the quantity and unit.</a:t>
            </a:r>
          </a:p>
          <a:p>
            <a:r>
              <a:t>Materials/check: Notebook; calculator</a:t>
            </a:r>
          </a:p>
          <a:p>
            <a:r>
              <a:t>Source: 'Math Week 4'!A99:F99</a:t>
            </a:r>
          </a:p>
          <a:p/>
          <a:p>
            <a:r>
              <a:t>12:50 PM–12:55 PM | 2 Recall | 5 min</a:t>
            </a:r>
          </a:p>
          <a:p>
            <a:r>
              <a:t>Instructor: Retrieve 0.5 = 1/2 and ask for the matching percent. Use Exercise Book 6A Q1 and Q3.</a:t>
            </a:r>
          </a:p>
          <a:p>
            <a:r>
              <a:t>Learners: Attempt the short retrieval task independently; explain the method before seeing answers.</a:t>
            </a:r>
          </a:p>
          <a:p>
            <a:r>
              <a:t>Materials/check: Identify support needs</a:t>
            </a:r>
          </a:p>
          <a:p>
            <a:r>
              <a:t>Source: 'Math Week 4'!A100:F100</a:t>
            </a:r>
          </a:p>
          <a:p/>
          <a:p>
            <a:r>
              <a:t>12:55 PM–1:10 PM | 3 Teach | 15 min</a:t>
            </a:r>
          </a:p>
          <a:p>
            <a:r>
              <a:t>Instructor: Model percent ÷ 100, then multiply by the whole. Compare this with the book’s calculator-specific percent keys.</a:t>
            </a:r>
          </a:p>
          <a:p>
            <a:r>
              <a:t>Learners: Annotate a worked example; predict the next step and ask questions.</a:t>
            </a:r>
          </a:p>
          <a:p>
            <a:r>
              <a:t>Materials/check: Textbook; worked example</a:t>
            </a:r>
          </a:p>
          <a:p>
            <a:r>
              <a:t>Source: 'Math Week 4'!A101:F101</a:t>
            </a:r>
          </a:p>
          <a:p/>
          <a:p>
            <a:r>
              <a:t>1:10 PM–1:25 PM | 4 Together | 15 min</a:t>
            </a:r>
          </a:p>
          <a:p>
            <a:r>
              <a:t>Instructor: Work Exercise Book 6A Q5–8 and 6C Q2. Learners label the part, whole and rate.</a:t>
            </a:r>
          </a:p>
          <a:p>
            <a:r>
              <a:t>Learners: Work in pairs; alternate calculator operator and checker. Show units and an estimated answer.</a:t>
            </a:r>
          </a:p>
          <a:p>
            <a:r>
              <a:t>Materials/check: Exercise Book; tool above</a:t>
            </a:r>
          </a:p>
          <a:p>
            <a:r>
              <a:t>Source: 'Math Week 4'!A102:F102</a:t>
            </a:r>
          </a:p>
          <a:p/>
          <a:p>
            <a:r>
              <a:t>1:25 PM–1:45 PM | 5 Practise | 20 min</a:t>
            </a:r>
          </a:p>
          <a:p>
            <a:r>
              <a:t>Instructor: Complete Exercise Book 6A Q2,4,9–10 and 6C Q1. Create the 6C Q2 rectangle in Shape Canvas after calculating its missing width.</a:t>
            </a:r>
          </a:p>
          <a:p>
            <a:r>
              <a:t>Learners: Solve on paper first; use the tool to check; correct one error with a written reason.</a:t>
            </a:r>
          </a:p>
          <a:p>
            <a:r>
              <a:t>Materials/check: Paper first; tool second</a:t>
            </a:r>
          </a:p>
          <a:p>
            <a:r>
              <a:t>Source: 'Math Week 4'!A103:F103</a:t>
            </a:r>
          </a:p>
          <a:p/>
          <a:p>
            <a:r>
              <a:t>1:45 PM–1:55 PM | 6 Check | 10 min</a:t>
            </a:r>
          </a:p>
          <a:p>
            <a:r>
              <a:t>Instructor: Exercise Book 6A Q8–9 with a labelled part/whole calculation.</a:t>
            </a:r>
          </a:p>
          <a:p>
            <a:r>
              <a:t>Learners: Solve without displayed answers; include working, units and the requested rounding.</a:t>
            </a:r>
          </a:p>
          <a:p>
            <a:r>
              <a:t>Materials/check: Teacher answers below</a:t>
            </a:r>
          </a:p>
          <a:p>
            <a:r>
              <a:t>Source: 'Math Week 4'!A104:F104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4'!A105:F105</a:t>
            </a:r>
          </a:p>
          <a:p/>
          <a:p>
            <a:r>
              <a:t>INSTRUCTOR ONLY: REVEAL ASSESSMENT ANSWERS AFTER THE ATTEMPT</a:t>
            </a:r>
          </a:p>
          <a:p>
            <a:r>
              <a:t>6A Q8 = 273; Q9 = 7.5%. 6C Q2 = 560 mm. Answer Key p.19. Answer Key pp.18–19</a:t>
            </a:r>
          </a:p>
          <a:p/>
          <a:p>
            <a:r>
              <a:t>Apply percentage reasoning to waste allowances and whole-unit orders.</a:t>
            </a:r>
          </a:p>
          <a:p/>
          <a:p>
            <a:r>
              <a:t>Sources: 'Math Week 4'!A14:E14; 'Carpentry Schedule'!D37; 'Math Week 4'!A93</a:t>
            </a:r>
          </a:p>
          <a:p>
            <a:r>
              <a:t>Navigation/resource slides support these scheduled steps and do not add instructional time.</a:t>
            </a:r>
          </a:p>
          <a:p/>
          <a:p>
            <a:r>
              <a:t>W04-L06 | 2026-11-18 | 2:15 PM–3:30 PM | 75 minutes</a:t>
            </a:r>
          </a:p>
          <a:p>
            <a:r>
              <a:t>Waste allowance and purchase quantities</a:t>
            </a:r>
          </a:p>
          <a:p>
            <a:r>
              <a:t>Mode: Math</a:t>
            </a:r>
          </a:p>
          <a:p>
            <a:r>
              <a:t>Goal: Apply an allowance or discount once, then round an order to whole purchase units.</a:t>
            </a:r>
          </a:p>
          <a:p>
            <a:r>
              <a:t>Read: Textbook sections 6.4 pp.96–97; review sections 5.7 pp.86–87</a:t>
            </a:r>
          </a:p>
          <a:p>
            <a:r>
              <a:t>Practise: Exercise Book 6A Q11–13 (pp.39–40); 6B Q1–3,5 (p.41)</a:t>
            </a:r>
          </a:p>
          <a:p>
            <a:r>
              <a:t>Tool: Numeracy Hub Calculator: compare percent-key and decimal-multiplier methods. Shape Canvas: label a rectangle as net material versus order quantity.</a:t>
            </a:r>
          </a:p>
          <a:p/>
          <a:p>
            <a:r>
              <a:t>EXACT SCHEDULED STEPS</a:t>
            </a:r>
          </a:p>
          <a:p>
            <a:r>
              <a:t>2:15 PM–2:20 PM | 1 Start | 5 min</a:t>
            </a:r>
          </a:p>
          <a:p>
            <a:r>
              <a:t>Instructor: Connect waste allowance, discounts and purchase quantities to reading a carpentry drawing or preparing a cut list. State the objective.</a:t>
            </a:r>
          </a:p>
          <a:p>
            <a:r>
              <a:t>Learners: Share a prior use of this skill; identify the quantity and unit.</a:t>
            </a:r>
          </a:p>
          <a:p>
            <a:r>
              <a:t>Materials/check: Notebook; calculator</a:t>
            </a:r>
          </a:p>
          <a:p>
            <a:r>
              <a:t>Source: 'Math Week 4'!A116:F116</a:t>
            </a:r>
          </a:p>
          <a:p/>
          <a:p>
            <a:r>
              <a:t>2:20 PM–2:25 PM | 2 Recall | 5 min</a:t>
            </a:r>
          </a:p>
          <a:p>
            <a:r>
              <a:t>Instructor: Ask whether a 15% allowance means ordering 15% or 115% of the original quantity.</a:t>
            </a:r>
          </a:p>
          <a:p>
            <a:r>
              <a:t>Learners: Attempt the short retrieval task independently; explain the method before seeing answers.</a:t>
            </a:r>
          </a:p>
          <a:p>
            <a:r>
              <a:t>Materials/check: Identify support needs</a:t>
            </a:r>
          </a:p>
          <a:p>
            <a:r>
              <a:t>Source: 'Math Week 4'!A117:F117</a:t>
            </a:r>
          </a:p>
          <a:p/>
          <a:p>
            <a:r>
              <a:t>2:25 PM–2:40 PM | 3 Teach | 15 min</a:t>
            </a:r>
          </a:p>
          <a:p>
            <a:r>
              <a:t>Instructor: Model Exercise Book 6B Q2, keep the unrounded allowance quantity, then round up to full sheets. Contrast increase with discount.</a:t>
            </a:r>
          </a:p>
          <a:p>
            <a:r>
              <a:t>Learners: Annotate a worked example; predict the next step and ask questions.</a:t>
            </a:r>
          </a:p>
          <a:p>
            <a:r>
              <a:t>Materials/check: Textbook; worked example</a:t>
            </a:r>
          </a:p>
          <a:p>
            <a:r>
              <a:t>Source: 'Math Week 4'!A118:F118</a:t>
            </a:r>
          </a:p>
          <a:p/>
          <a:p>
            <a:r>
              <a:t>2:40 PM–2:55 PM | 4 Together | 15 min</a:t>
            </a:r>
          </a:p>
          <a:p>
            <a:r>
              <a:t>Instructor: Work Exercise Book 6A Q11–13 and 6B Q3; learners identify the original base before calculating.</a:t>
            </a:r>
          </a:p>
          <a:p>
            <a:r>
              <a:t>Learners: Work in pairs; alternate calculator operator and checker. Show units and an estimated answer.</a:t>
            </a:r>
          </a:p>
          <a:p>
            <a:r>
              <a:t>Materials/check: Exercise Book; tool above</a:t>
            </a:r>
          </a:p>
          <a:p>
            <a:r>
              <a:t>Source: 'Math Week 4'!A119:F119</a:t>
            </a:r>
          </a:p>
          <a:p/>
          <a:p>
            <a:r>
              <a:t>2:55 PM–3:15 PM | 5 Practise | 20 min</a:t>
            </a:r>
          </a:p>
          <a:p>
            <a:r>
              <a:t>Instructor: Solve Exercise Book 6B Q1,5 and rework Q2 with a written order explanation. Label all practice allowances as problem data, not a standard job allowance.</a:t>
            </a:r>
          </a:p>
          <a:p>
            <a:r>
              <a:t>Learners: Solve on paper first; use the tool to check; correct one error with a written reason.</a:t>
            </a:r>
          </a:p>
          <a:p>
            <a:r>
              <a:t>Materials/check: Paper first; tool second</a:t>
            </a:r>
          </a:p>
          <a:p>
            <a:r>
              <a:t>Source: 'Math Week 4'!A120:F120</a:t>
            </a:r>
          </a:p>
          <a:p/>
          <a:p>
            <a:r>
              <a:t>3:15 PM–3:25 PM | 6 Check | 10 min</a:t>
            </a:r>
          </a:p>
          <a:p>
            <a:r>
              <a:t>Instructor: Exercise Book 6B Q2 and Q3, showing the unrounded order and discount calculation.</a:t>
            </a:r>
          </a:p>
          <a:p>
            <a:r>
              <a:t>Learners: Solve without displayed answers; include working, units and the requested rounding.</a:t>
            </a:r>
          </a:p>
          <a:p>
            <a:r>
              <a:t>Materials/check: Teacher answers below</a:t>
            </a:r>
          </a:p>
          <a:p>
            <a:r>
              <a:t>Source: 'Math Week 4'!A121:F121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4'!A122:F122</a:t>
            </a:r>
          </a:p>
          <a:p/>
          <a:p>
            <a:r>
              <a:t>INSTRUCTOR ONLY: REVEAL ASSESSMENT ANSWERS AFTER THE ATTEMPT</a:t>
            </a:r>
          </a:p>
          <a:p>
            <a:r>
              <a:t>6B Q2 = 20.7, rounded up to 21 sheets; Q3 = $76.12 each, $456.72 for six. Answer Key p.19. Answer Key pp.18–19</a:t>
            </a:r>
          </a:p>
          <a:p/>
          <a:p>
            <a:r>
              <a:t>Use the difference between a fraction of the total and a ratio of parts as the next bridge.</a:t>
            </a:r>
          </a:p>
          <a:p/>
          <a:p>
            <a:r>
              <a:t>Sources: 'Math Week 4'!A15:E15; 'Carpentry Schedule'!D39; 'Math Week 4'!A110</a:t>
            </a:r>
          </a:p>
          <a:p>
            <a:r>
              <a:t>Navigation/resource slides support these scheduled steps and do not add instructional time.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W04-L05 | 2026-11-18 | 12:45 PM–2:00 PM | 75 minutes</a:t>
            </a:r>
          </a:p>
          <a:p>
            <a:r>
              <a:t>Percent: part of a whole</a:t>
            </a:r>
          </a:p>
          <a:p>
            <a:r>
              <a:t>Mode: Math</a:t>
            </a:r>
          </a:p>
          <a:p>
            <a:r>
              <a:t>Goal: Convert percentages, decimals and fractions; find a percentage of a quantity.</a:t>
            </a:r>
          </a:p>
          <a:p>
            <a:r>
              <a:t>Read: Textbook sections 6.1–6.3 pp.92–95; calculator percent p.35</a:t>
            </a:r>
          </a:p>
          <a:p>
            <a:r>
              <a:t>Practise: Exercise Book 6A Q1–10 (p.39); 6C Q1–2 (p.43)</a:t>
            </a:r>
          </a:p>
          <a:p>
            <a:r>
              <a:t>Tool: Numeracy Hub Calculator: choose the matching calculator model for percent entry. Shape Canvas: rectangle with width equal to a stated percentage of length.</a:t>
            </a:r>
          </a:p>
          <a:p/>
          <a:p>
            <a:r>
              <a:t>EXACT SCHEDULED STEPS</a:t>
            </a:r>
          </a:p>
          <a:p>
            <a:r>
              <a:t>12:45 PM–12:50 PM | 1 Start | 5 min</a:t>
            </a:r>
          </a:p>
          <a:p>
            <a:r>
              <a:t>Instructor: Connect percent as part of a whole to reading a carpentry drawing or preparing a cut list. State the objective.</a:t>
            </a:r>
          </a:p>
          <a:p>
            <a:r>
              <a:t>Learners: Share a prior use of this skill; identify the quantity and unit.</a:t>
            </a:r>
          </a:p>
          <a:p>
            <a:r>
              <a:t>Materials/check: Notebook; calculator</a:t>
            </a:r>
          </a:p>
          <a:p>
            <a:r>
              <a:t>Source: 'Math Week 4'!A99:F99</a:t>
            </a:r>
          </a:p>
          <a:p/>
          <a:p>
            <a:r>
              <a:t>12:50 PM–12:55 PM | 2 Recall | 5 min</a:t>
            </a:r>
          </a:p>
          <a:p>
            <a:r>
              <a:t>Instructor: Retrieve 0.5 = 1/2 and ask for the matching percent. Use Exercise Book 6A Q1 and Q3.</a:t>
            </a:r>
          </a:p>
          <a:p>
            <a:r>
              <a:t>Learners: Attempt the short retrieval task independently; explain the method before seeing answers.</a:t>
            </a:r>
          </a:p>
          <a:p>
            <a:r>
              <a:t>Materials/check: Identify support needs</a:t>
            </a:r>
          </a:p>
          <a:p>
            <a:r>
              <a:t>Source: 'Math Week 4'!A100:F100</a:t>
            </a:r>
          </a:p>
          <a:p/>
          <a:p>
            <a:r>
              <a:t>12:55 PM–1:10 PM | 3 Teach | 15 min</a:t>
            </a:r>
          </a:p>
          <a:p>
            <a:r>
              <a:t>Instructor: Model percent ÷ 100, then multiply by the whole. Compare this with the book’s calculator-specific percent keys.</a:t>
            </a:r>
          </a:p>
          <a:p>
            <a:r>
              <a:t>Learners: Annotate a worked example; predict the next step and ask questions.</a:t>
            </a:r>
          </a:p>
          <a:p>
            <a:r>
              <a:t>Materials/check: Textbook; worked example</a:t>
            </a:r>
          </a:p>
          <a:p>
            <a:r>
              <a:t>Source: 'Math Week 4'!A101:F101</a:t>
            </a:r>
          </a:p>
          <a:p/>
          <a:p>
            <a:r>
              <a:t>1:10 PM–1:25 PM | 4 Together | 15 min</a:t>
            </a:r>
          </a:p>
          <a:p>
            <a:r>
              <a:t>Instructor: Work Exercise Book 6A Q5–8 and 6C Q2. Learners label the part, whole and rate.</a:t>
            </a:r>
          </a:p>
          <a:p>
            <a:r>
              <a:t>Learners: Work in pairs; alternate calculator operator and checker. Show units and an estimated answer.</a:t>
            </a:r>
          </a:p>
          <a:p>
            <a:r>
              <a:t>Materials/check: Exercise Book; tool above</a:t>
            </a:r>
          </a:p>
          <a:p>
            <a:r>
              <a:t>Source: 'Math Week 4'!A102:F102</a:t>
            </a:r>
          </a:p>
          <a:p/>
          <a:p>
            <a:r>
              <a:t>1:25 PM–1:45 PM | 5 Practise | 20 min</a:t>
            </a:r>
          </a:p>
          <a:p>
            <a:r>
              <a:t>Instructor: Complete Exercise Book 6A Q2,4,9–10 and 6C Q1. Create the 6C Q2 rectangle in Shape Canvas after calculating its missing width.</a:t>
            </a:r>
          </a:p>
          <a:p>
            <a:r>
              <a:t>Learners: Solve on paper first; use the tool to check; correct one error with a written reason.</a:t>
            </a:r>
          </a:p>
          <a:p>
            <a:r>
              <a:t>Materials/check: Paper first; tool second</a:t>
            </a:r>
          </a:p>
          <a:p>
            <a:r>
              <a:t>Source: 'Math Week 4'!A103:F103</a:t>
            </a:r>
          </a:p>
          <a:p/>
          <a:p>
            <a:r>
              <a:t>1:45 PM–1:55 PM | 6 Check | 10 min</a:t>
            </a:r>
          </a:p>
          <a:p>
            <a:r>
              <a:t>Instructor: Exercise Book 6A Q8–9 with a labelled part/whole calculation.</a:t>
            </a:r>
          </a:p>
          <a:p>
            <a:r>
              <a:t>Learners: Solve without displayed answers; include working, units and the requested rounding.</a:t>
            </a:r>
          </a:p>
          <a:p>
            <a:r>
              <a:t>Materials/check: Teacher answers below</a:t>
            </a:r>
          </a:p>
          <a:p>
            <a:r>
              <a:t>Source: 'Math Week 4'!A104:F104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4'!A105:F105</a:t>
            </a:r>
          </a:p>
          <a:p/>
          <a:p>
            <a:r>
              <a:t>INSTRUCTOR ONLY: REVEAL ASSESSMENT ANSWERS AFTER THE ATTEMPT</a:t>
            </a:r>
          </a:p>
          <a:p>
            <a:r>
              <a:t>6A Q8 = 273; Q9 = 7.5%. 6C Q2 = 560 mm. Answer Key p.19. Answer Key pp.18–19</a:t>
            </a:r>
          </a:p>
          <a:p/>
          <a:p>
            <a:r>
              <a:t>Apply percentage reasoning to waste allowances and whole-unit orders.</a:t>
            </a:r>
          </a:p>
          <a:p/>
          <a:p>
            <a:r>
              <a:t>Sources: 'Math Week 4'!A14:E14; 'Carpentry Schedule'!D37; 'Math Week 4'!A93</a:t>
            </a:r>
          </a:p>
          <a:p>
            <a:r>
              <a:t>Navigation/resource slides support these scheduled steps and do not add instructional time.</a:t>
            </a:r>
          </a:p>
          <a:p>
            <a:r>
              <a:t>SLIDE PLACEMENT: Start, 12:45 PM–12:50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W04-L05 | 2026-11-18 | 12:45 PM–2:00 PM | 75 minutes</a:t>
            </a:r>
          </a:p>
          <a:p>
            <a:r>
              <a:t>Percent: part of a whole</a:t>
            </a:r>
          </a:p>
          <a:p>
            <a:r>
              <a:t>Mode: Math</a:t>
            </a:r>
          </a:p>
          <a:p>
            <a:r>
              <a:t>Goal: Convert percentages, decimals and fractions; find a percentage of a quantity.</a:t>
            </a:r>
          </a:p>
          <a:p>
            <a:r>
              <a:t>Read: Textbook sections 6.1–6.3 pp.92–95; calculator percent p.35</a:t>
            </a:r>
          </a:p>
          <a:p>
            <a:r>
              <a:t>Practise: Exercise Book 6A Q1–10 (p.39); 6C Q1–2 (p.43)</a:t>
            </a:r>
          </a:p>
          <a:p>
            <a:r>
              <a:t>Tool: Numeracy Hub Calculator: choose the matching calculator model for percent entry. Shape Canvas: rectangle with width equal to a stated percentage of length.</a:t>
            </a:r>
          </a:p>
          <a:p/>
          <a:p>
            <a:r>
              <a:t>EXACT SCHEDULED STEPS</a:t>
            </a:r>
          </a:p>
          <a:p>
            <a:r>
              <a:t>12:45 PM–12:50 PM | 1 Start | 5 min</a:t>
            </a:r>
          </a:p>
          <a:p>
            <a:r>
              <a:t>Instructor: Connect percent as part of a whole to reading a carpentry drawing or preparing a cut list. State the objective.</a:t>
            </a:r>
          </a:p>
          <a:p>
            <a:r>
              <a:t>Learners: Share a prior use of this skill; identify the quantity and unit.</a:t>
            </a:r>
          </a:p>
          <a:p>
            <a:r>
              <a:t>Materials/check: Notebook; calculator</a:t>
            </a:r>
          </a:p>
          <a:p>
            <a:r>
              <a:t>Source: 'Math Week 4'!A99:F99</a:t>
            </a:r>
          </a:p>
          <a:p/>
          <a:p>
            <a:r>
              <a:t>12:50 PM–12:55 PM | 2 Recall | 5 min</a:t>
            </a:r>
          </a:p>
          <a:p>
            <a:r>
              <a:t>Instructor: Retrieve 0.5 = 1/2 and ask for the matching percent. Use Exercise Book 6A Q1 and Q3.</a:t>
            </a:r>
          </a:p>
          <a:p>
            <a:r>
              <a:t>Learners: Attempt the short retrieval task independently; explain the method before seeing answers.</a:t>
            </a:r>
          </a:p>
          <a:p>
            <a:r>
              <a:t>Materials/check: Identify support needs</a:t>
            </a:r>
          </a:p>
          <a:p>
            <a:r>
              <a:t>Source: 'Math Week 4'!A100:F100</a:t>
            </a:r>
          </a:p>
          <a:p/>
          <a:p>
            <a:r>
              <a:t>12:55 PM–1:10 PM | 3 Teach | 15 min</a:t>
            </a:r>
          </a:p>
          <a:p>
            <a:r>
              <a:t>Instructor: Model percent ÷ 100, then multiply by the whole. Compare this with the book’s calculator-specific percent keys.</a:t>
            </a:r>
          </a:p>
          <a:p>
            <a:r>
              <a:t>Learners: Annotate a worked example; predict the next step and ask questions.</a:t>
            </a:r>
          </a:p>
          <a:p>
            <a:r>
              <a:t>Materials/check: Textbook; worked example</a:t>
            </a:r>
          </a:p>
          <a:p>
            <a:r>
              <a:t>Source: 'Math Week 4'!A101:F101</a:t>
            </a:r>
          </a:p>
          <a:p/>
          <a:p>
            <a:r>
              <a:t>1:10 PM–1:25 PM | 4 Together | 15 min</a:t>
            </a:r>
          </a:p>
          <a:p>
            <a:r>
              <a:t>Instructor: Work Exercise Book 6A Q5–8 and 6C Q2. Learners label the part, whole and rate.</a:t>
            </a:r>
          </a:p>
          <a:p>
            <a:r>
              <a:t>Learners: Work in pairs; alternate calculator operator and checker. Show units and an estimated answer.</a:t>
            </a:r>
          </a:p>
          <a:p>
            <a:r>
              <a:t>Materials/check: Exercise Book; tool above</a:t>
            </a:r>
          </a:p>
          <a:p>
            <a:r>
              <a:t>Source: 'Math Week 4'!A102:F102</a:t>
            </a:r>
          </a:p>
          <a:p/>
          <a:p>
            <a:r>
              <a:t>1:25 PM–1:45 PM | 5 Practise | 20 min</a:t>
            </a:r>
          </a:p>
          <a:p>
            <a:r>
              <a:t>Instructor: Complete Exercise Book 6A Q2,4,9–10 and 6C Q1. Create the 6C Q2 rectangle in Shape Canvas after calculating its missing width.</a:t>
            </a:r>
          </a:p>
          <a:p>
            <a:r>
              <a:t>Learners: Solve on paper first; use the tool to check; correct one error with a written reason.</a:t>
            </a:r>
          </a:p>
          <a:p>
            <a:r>
              <a:t>Materials/check: Paper first; tool second</a:t>
            </a:r>
          </a:p>
          <a:p>
            <a:r>
              <a:t>Source: 'Math Week 4'!A103:F103</a:t>
            </a:r>
          </a:p>
          <a:p/>
          <a:p>
            <a:r>
              <a:t>1:45 PM–1:55 PM | 6 Check | 10 min</a:t>
            </a:r>
          </a:p>
          <a:p>
            <a:r>
              <a:t>Instructor: Exercise Book 6A Q8–9 with a labelled part/whole calculation.</a:t>
            </a:r>
          </a:p>
          <a:p>
            <a:r>
              <a:t>Learners: Solve without displayed answers; include working, units and the requested rounding.</a:t>
            </a:r>
          </a:p>
          <a:p>
            <a:r>
              <a:t>Materials/check: Teacher answers below</a:t>
            </a:r>
          </a:p>
          <a:p>
            <a:r>
              <a:t>Source: 'Math Week 4'!A104:F104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4'!A105:F105</a:t>
            </a:r>
          </a:p>
          <a:p/>
          <a:p>
            <a:r>
              <a:t>INSTRUCTOR ONLY: REVEAL ASSESSMENT ANSWERS AFTER THE ATTEMPT</a:t>
            </a:r>
          </a:p>
          <a:p>
            <a:r>
              <a:t>6A Q8 = 273; Q9 = 7.5%. 6C Q2 = 560 mm. Answer Key p.19. Answer Key pp.18–19</a:t>
            </a:r>
          </a:p>
          <a:p/>
          <a:p>
            <a:r>
              <a:t>Apply percentage reasoning to waste allowances and whole-unit orders.</a:t>
            </a:r>
          </a:p>
          <a:p/>
          <a:p>
            <a:r>
              <a:t>Sources: 'Math Week 4'!A14:E14; 'Carpentry Schedule'!D37; 'Math Week 4'!A93</a:t>
            </a:r>
          </a:p>
          <a:p>
            <a:r>
              <a:t>Navigation/resource slides support these scheduled steps and do not add instructional time.</a:t>
            </a:r>
          </a:p>
          <a:p>
            <a:r>
              <a:t>SLIDE PLACEMENT: Recall, 12:50 PM–12:55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W04-L05 | 2026-11-18 | 12:45 PM–2:00 PM | 75 minutes</a:t>
            </a:r>
          </a:p>
          <a:p>
            <a:r>
              <a:t>Percent: part of a whole</a:t>
            </a:r>
          </a:p>
          <a:p>
            <a:r>
              <a:t>Mode: Math</a:t>
            </a:r>
          </a:p>
          <a:p>
            <a:r>
              <a:t>Goal: Convert percentages, decimals and fractions; find a percentage of a quantity.</a:t>
            </a:r>
          </a:p>
          <a:p>
            <a:r>
              <a:t>Read: Textbook sections 6.1–6.3 pp.92–95; calculator percent p.35</a:t>
            </a:r>
          </a:p>
          <a:p>
            <a:r>
              <a:t>Practise: Exercise Book 6A Q1–10 (p.39); 6C Q1–2 (p.43)</a:t>
            </a:r>
          </a:p>
          <a:p>
            <a:r>
              <a:t>Tool: Numeracy Hub Calculator: choose the matching calculator model for percent entry. Shape Canvas: rectangle with width equal to a stated percentage of length.</a:t>
            </a:r>
          </a:p>
          <a:p/>
          <a:p>
            <a:r>
              <a:t>EXACT SCHEDULED STEPS</a:t>
            </a:r>
          </a:p>
          <a:p>
            <a:r>
              <a:t>12:45 PM–12:50 PM | 1 Start | 5 min</a:t>
            </a:r>
          </a:p>
          <a:p>
            <a:r>
              <a:t>Instructor: Connect percent as part of a whole to reading a carpentry drawing or preparing a cut list. State the objective.</a:t>
            </a:r>
          </a:p>
          <a:p>
            <a:r>
              <a:t>Learners: Share a prior use of this skill; identify the quantity and unit.</a:t>
            </a:r>
          </a:p>
          <a:p>
            <a:r>
              <a:t>Materials/check: Notebook; calculator</a:t>
            </a:r>
          </a:p>
          <a:p>
            <a:r>
              <a:t>Source: 'Math Week 4'!A99:F99</a:t>
            </a:r>
          </a:p>
          <a:p/>
          <a:p>
            <a:r>
              <a:t>12:50 PM–12:55 PM | 2 Recall | 5 min</a:t>
            </a:r>
          </a:p>
          <a:p>
            <a:r>
              <a:t>Instructor: Retrieve 0.5 = 1/2 and ask for the matching percent. Use Exercise Book 6A Q1 and Q3.</a:t>
            </a:r>
          </a:p>
          <a:p>
            <a:r>
              <a:t>Learners: Attempt the short retrieval task independently; explain the method before seeing answers.</a:t>
            </a:r>
          </a:p>
          <a:p>
            <a:r>
              <a:t>Materials/check: Identify support needs</a:t>
            </a:r>
          </a:p>
          <a:p>
            <a:r>
              <a:t>Source: 'Math Week 4'!A100:F100</a:t>
            </a:r>
          </a:p>
          <a:p/>
          <a:p>
            <a:r>
              <a:t>12:55 PM–1:10 PM | 3 Teach | 15 min</a:t>
            </a:r>
          </a:p>
          <a:p>
            <a:r>
              <a:t>Instructor: Model percent ÷ 100, then multiply by the whole. Compare this with the book’s calculator-specific percent keys.</a:t>
            </a:r>
          </a:p>
          <a:p>
            <a:r>
              <a:t>Learners: Annotate a worked example; predict the next step and ask questions.</a:t>
            </a:r>
          </a:p>
          <a:p>
            <a:r>
              <a:t>Materials/check: Textbook; worked example</a:t>
            </a:r>
          </a:p>
          <a:p>
            <a:r>
              <a:t>Source: 'Math Week 4'!A101:F101</a:t>
            </a:r>
          </a:p>
          <a:p/>
          <a:p>
            <a:r>
              <a:t>1:10 PM–1:25 PM | 4 Together | 15 min</a:t>
            </a:r>
          </a:p>
          <a:p>
            <a:r>
              <a:t>Instructor: Work Exercise Book 6A Q5–8 and 6C Q2. Learners label the part, whole and rate.</a:t>
            </a:r>
          </a:p>
          <a:p>
            <a:r>
              <a:t>Learners: Work in pairs; alternate calculator operator and checker. Show units and an estimated answer.</a:t>
            </a:r>
          </a:p>
          <a:p>
            <a:r>
              <a:t>Materials/check: Exercise Book; tool above</a:t>
            </a:r>
          </a:p>
          <a:p>
            <a:r>
              <a:t>Source: 'Math Week 4'!A102:F102</a:t>
            </a:r>
          </a:p>
          <a:p/>
          <a:p>
            <a:r>
              <a:t>1:25 PM–1:45 PM | 5 Practise | 20 min</a:t>
            </a:r>
          </a:p>
          <a:p>
            <a:r>
              <a:t>Instructor: Complete Exercise Book 6A Q2,4,9–10 and 6C Q1. Create the 6C Q2 rectangle in Shape Canvas after calculating its missing width.</a:t>
            </a:r>
          </a:p>
          <a:p>
            <a:r>
              <a:t>Learners: Solve on paper first; use the tool to check; correct one error with a written reason.</a:t>
            </a:r>
          </a:p>
          <a:p>
            <a:r>
              <a:t>Materials/check: Paper first; tool second</a:t>
            </a:r>
          </a:p>
          <a:p>
            <a:r>
              <a:t>Source: 'Math Week 4'!A103:F103</a:t>
            </a:r>
          </a:p>
          <a:p/>
          <a:p>
            <a:r>
              <a:t>1:45 PM–1:55 PM | 6 Check | 10 min</a:t>
            </a:r>
          </a:p>
          <a:p>
            <a:r>
              <a:t>Instructor: Exercise Book 6A Q8–9 with a labelled part/whole calculation.</a:t>
            </a:r>
          </a:p>
          <a:p>
            <a:r>
              <a:t>Learners: Solve without displayed answers; include working, units and the requested rounding.</a:t>
            </a:r>
          </a:p>
          <a:p>
            <a:r>
              <a:t>Materials/check: Teacher answers below</a:t>
            </a:r>
          </a:p>
          <a:p>
            <a:r>
              <a:t>Source: 'Math Week 4'!A104:F104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4'!A105:F105</a:t>
            </a:r>
          </a:p>
          <a:p/>
          <a:p>
            <a:r>
              <a:t>INSTRUCTOR ONLY: REVEAL ASSESSMENT ANSWERS AFTER THE ATTEMPT</a:t>
            </a:r>
          </a:p>
          <a:p>
            <a:r>
              <a:t>6A Q8 = 273; Q9 = 7.5%. 6C Q2 = 560 mm. Answer Key p.19. Answer Key pp.18–19</a:t>
            </a:r>
          </a:p>
          <a:p/>
          <a:p>
            <a:r>
              <a:t>Apply percentage reasoning to waste allowances and whole-unit orders.</a:t>
            </a:r>
          </a:p>
          <a:p/>
          <a:p>
            <a:r>
              <a:t>Sources: 'Math Week 4'!A14:E14; 'Carpentry Schedule'!D37; 'Math Week 4'!A93</a:t>
            </a:r>
          </a:p>
          <a:p>
            <a:r>
              <a:t>Navigation/resource slides support these scheduled steps and do not add instructional time.</a:t>
            </a:r>
          </a:p>
          <a:p>
            <a:r>
              <a:t>SLIDE PLACEMENT: Recall, 12:50 PM–12:55 PM. All slides with this phase share these 5 minutes; do not restart the time allocation for each slide.</a:t>
            </a:r>
          </a:p>
          <a:p/>
          <a:p>
            <a:r>
              <a:t>ACCESS EXERCISE BOOK: 6A-Q1</a:t>
            </a:r>
          </a:p>
          <a:p>
            <a:r>
              <a:t>Exact question: Write 64% as a decimal.</a:t>
            </a:r>
          </a:p>
          <a:p>
            <a:r>
              <a:t>Instructor answer: 0.64</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W04-L05 | 2026-11-18 | 12:45 PM–2:00 PM | 75 minutes</a:t>
            </a:r>
          </a:p>
          <a:p>
            <a:r>
              <a:t>Percent: part of a whole</a:t>
            </a:r>
          </a:p>
          <a:p>
            <a:r>
              <a:t>Mode: Math</a:t>
            </a:r>
          </a:p>
          <a:p>
            <a:r>
              <a:t>Goal: Convert percentages, decimals and fractions; find a percentage of a quantity.</a:t>
            </a:r>
          </a:p>
          <a:p>
            <a:r>
              <a:t>Read: Textbook sections 6.1–6.3 pp.92–95; calculator percent p.35</a:t>
            </a:r>
          </a:p>
          <a:p>
            <a:r>
              <a:t>Practise: Exercise Book 6A Q1–10 (p.39); 6C Q1–2 (p.43)</a:t>
            </a:r>
          </a:p>
          <a:p>
            <a:r>
              <a:t>Tool: Numeracy Hub Calculator: choose the matching calculator model for percent entry. Shape Canvas: rectangle with width equal to a stated percentage of length.</a:t>
            </a:r>
          </a:p>
          <a:p/>
          <a:p>
            <a:r>
              <a:t>EXACT SCHEDULED STEPS</a:t>
            </a:r>
          </a:p>
          <a:p>
            <a:r>
              <a:t>12:45 PM–12:50 PM | 1 Start | 5 min</a:t>
            </a:r>
          </a:p>
          <a:p>
            <a:r>
              <a:t>Instructor: Connect percent as part of a whole to reading a carpentry drawing or preparing a cut list. State the objective.</a:t>
            </a:r>
          </a:p>
          <a:p>
            <a:r>
              <a:t>Learners: Share a prior use of this skill; identify the quantity and unit.</a:t>
            </a:r>
          </a:p>
          <a:p>
            <a:r>
              <a:t>Materials/check: Notebook; calculator</a:t>
            </a:r>
          </a:p>
          <a:p>
            <a:r>
              <a:t>Source: 'Math Week 4'!A99:F99</a:t>
            </a:r>
          </a:p>
          <a:p/>
          <a:p>
            <a:r>
              <a:t>12:50 PM–12:55 PM | 2 Recall | 5 min</a:t>
            </a:r>
          </a:p>
          <a:p>
            <a:r>
              <a:t>Instructor: Retrieve 0.5 = 1/2 and ask for the matching percent. Use Exercise Book 6A Q1 and Q3.</a:t>
            </a:r>
          </a:p>
          <a:p>
            <a:r>
              <a:t>Learners: Attempt the short retrieval task independently; explain the method before seeing answers.</a:t>
            </a:r>
          </a:p>
          <a:p>
            <a:r>
              <a:t>Materials/check: Identify support needs</a:t>
            </a:r>
          </a:p>
          <a:p>
            <a:r>
              <a:t>Source: 'Math Week 4'!A100:F100</a:t>
            </a:r>
          </a:p>
          <a:p/>
          <a:p>
            <a:r>
              <a:t>12:55 PM–1:10 PM | 3 Teach | 15 min</a:t>
            </a:r>
          </a:p>
          <a:p>
            <a:r>
              <a:t>Instructor: Model percent ÷ 100, then multiply by the whole. Compare this with the book’s calculator-specific percent keys.</a:t>
            </a:r>
          </a:p>
          <a:p>
            <a:r>
              <a:t>Learners: Annotate a worked example; predict the next step and ask questions.</a:t>
            </a:r>
          </a:p>
          <a:p>
            <a:r>
              <a:t>Materials/check: Textbook; worked example</a:t>
            </a:r>
          </a:p>
          <a:p>
            <a:r>
              <a:t>Source: 'Math Week 4'!A101:F101</a:t>
            </a:r>
          </a:p>
          <a:p/>
          <a:p>
            <a:r>
              <a:t>1:10 PM–1:25 PM | 4 Together | 15 min</a:t>
            </a:r>
          </a:p>
          <a:p>
            <a:r>
              <a:t>Instructor: Work Exercise Book 6A Q5–8 and 6C Q2. Learners label the part, whole and rate.</a:t>
            </a:r>
          </a:p>
          <a:p>
            <a:r>
              <a:t>Learners: Work in pairs; alternate calculator operator and checker. Show units and an estimated answer.</a:t>
            </a:r>
          </a:p>
          <a:p>
            <a:r>
              <a:t>Materials/check: Exercise Book; tool above</a:t>
            </a:r>
          </a:p>
          <a:p>
            <a:r>
              <a:t>Source: 'Math Week 4'!A102:F102</a:t>
            </a:r>
          </a:p>
          <a:p/>
          <a:p>
            <a:r>
              <a:t>1:25 PM–1:45 PM | 5 Practise | 20 min</a:t>
            </a:r>
          </a:p>
          <a:p>
            <a:r>
              <a:t>Instructor: Complete Exercise Book 6A Q2,4,9–10 and 6C Q1. Create the 6C Q2 rectangle in Shape Canvas after calculating its missing width.</a:t>
            </a:r>
          </a:p>
          <a:p>
            <a:r>
              <a:t>Learners: Solve on paper first; use the tool to check; correct one error with a written reason.</a:t>
            </a:r>
          </a:p>
          <a:p>
            <a:r>
              <a:t>Materials/check: Paper first; tool second</a:t>
            </a:r>
          </a:p>
          <a:p>
            <a:r>
              <a:t>Source: 'Math Week 4'!A103:F103</a:t>
            </a:r>
          </a:p>
          <a:p/>
          <a:p>
            <a:r>
              <a:t>1:45 PM–1:55 PM | 6 Check | 10 min</a:t>
            </a:r>
          </a:p>
          <a:p>
            <a:r>
              <a:t>Instructor: Exercise Book 6A Q8–9 with a labelled part/whole calculation.</a:t>
            </a:r>
          </a:p>
          <a:p>
            <a:r>
              <a:t>Learners: Solve without displayed answers; include working, units and the requested rounding.</a:t>
            </a:r>
          </a:p>
          <a:p>
            <a:r>
              <a:t>Materials/check: Teacher answers below</a:t>
            </a:r>
          </a:p>
          <a:p>
            <a:r>
              <a:t>Source: 'Math Week 4'!A104:F104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4'!A105:F105</a:t>
            </a:r>
          </a:p>
          <a:p/>
          <a:p>
            <a:r>
              <a:t>INSTRUCTOR ONLY: REVEAL ASSESSMENT ANSWERS AFTER THE ATTEMPT</a:t>
            </a:r>
          </a:p>
          <a:p>
            <a:r>
              <a:t>6A Q8 = 273; Q9 = 7.5%. 6C Q2 = 560 mm. Answer Key p.19. Answer Key pp.18–19</a:t>
            </a:r>
          </a:p>
          <a:p/>
          <a:p>
            <a:r>
              <a:t>Apply percentage reasoning to waste allowances and whole-unit orders.</a:t>
            </a:r>
          </a:p>
          <a:p/>
          <a:p>
            <a:r>
              <a:t>Sources: 'Math Week 4'!A14:E14; 'Carpentry Schedule'!D37; 'Math Week 4'!A93</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Teaching content sources:</a:t>
            </a:r>
          </a:p>
          <a:p>
            <a:r>
              <a:t>Textbook sections 6.1–6.3 pp.92–95; calculator percent p.35</a:t>
            </a:r>
          </a:p>
          <a:p>
            <a:r>
              <a:t>'Math Week 4'!B97</a:t>
            </a:r>
          </a:p>
          <a:p>
            <a:r>
              <a:t>'Math Week 4'!A101:F101</a:t>
            </a:r>
          </a:p>
          <a:p>
            <a:r>
              <a:t>ACCESS CARPENTRY SLIDES.pptx slides 73, 74, 75</a:t>
            </a:r>
          </a:p>
          <a:p>
            <a:r>
              <a:t>ACCESS Trades Numeracy Textbook p.94 — Example 6.3 — Brackets for a second job</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W04-L05 | 2026-11-18 | 12:45 PM–2:00 PM | 75 minutes</a:t>
            </a:r>
          </a:p>
          <a:p>
            <a:r>
              <a:t>Percent: part of a whole</a:t>
            </a:r>
          </a:p>
          <a:p>
            <a:r>
              <a:t>Mode: Math</a:t>
            </a:r>
          </a:p>
          <a:p>
            <a:r>
              <a:t>Goal: Convert percentages, decimals and fractions; find a percentage of a quantity.</a:t>
            </a:r>
          </a:p>
          <a:p>
            <a:r>
              <a:t>Read: Textbook sections 6.1–6.3 pp.92–95; calculator percent p.35</a:t>
            </a:r>
          </a:p>
          <a:p>
            <a:r>
              <a:t>Practise: Exercise Book 6A Q1–10 (p.39); 6C Q1–2 (p.43)</a:t>
            </a:r>
          </a:p>
          <a:p>
            <a:r>
              <a:t>Tool: Numeracy Hub Calculator: choose the matching calculator model for percent entry. Shape Canvas: rectangle with width equal to a stated percentage of length.</a:t>
            </a:r>
          </a:p>
          <a:p/>
          <a:p>
            <a:r>
              <a:t>EXACT SCHEDULED STEPS</a:t>
            </a:r>
          </a:p>
          <a:p>
            <a:r>
              <a:t>12:45 PM–12:50 PM | 1 Start | 5 min</a:t>
            </a:r>
          </a:p>
          <a:p>
            <a:r>
              <a:t>Instructor: Connect percent as part of a whole to reading a carpentry drawing or preparing a cut list. State the objective.</a:t>
            </a:r>
          </a:p>
          <a:p>
            <a:r>
              <a:t>Learners: Share a prior use of this skill; identify the quantity and unit.</a:t>
            </a:r>
          </a:p>
          <a:p>
            <a:r>
              <a:t>Materials/check: Notebook; calculator</a:t>
            </a:r>
          </a:p>
          <a:p>
            <a:r>
              <a:t>Source: 'Math Week 4'!A99:F99</a:t>
            </a:r>
          </a:p>
          <a:p/>
          <a:p>
            <a:r>
              <a:t>12:50 PM–12:55 PM | 2 Recall | 5 min</a:t>
            </a:r>
          </a:p>
          <a:p>
            <a:r>
              <a:t>Instructor: Retrieve 0.5 = 1/2 and ask for the matching percent. Use Exercise Book 6A Q1 and Q3.</a:t>
            </a:r>
          </a:p>
          <a:p>
            <a:r>
              <a:t>Learners: Attempt the short retrieval task independently; explain the method before seeing answers.</a:t>
            </a:r>
          </a:p>
          <a:p>
            <a:r>
              <a:t>Materials/check: Identify support needs</a:t>
            </a:r>
          </a:p>
          <a:p>
            <a:r>
              <a:t>Source: 'Math Week 4'!A100:F100</a:t>
            </a:r>
          </a:p>
          <a:p/>
          <a:p>
            <a:r>
              <a:t>12:55 PM–1:10 PM | 3 Teach | 15 min</a:t>
            </a:r>
          </a:p>
          <a:p>
            <a:r>
              <a:t>Instructor: Model percent ÷ 100, then multiply by the whole. Compare this with the book’s calculator-specific percent keys.</a:t>
            </a:r>
          </a:p>
          <a:p>
            <a:r>
              <a:t>Learners: Annotate a worked example; predict the next step and ask questions.</a:t>
            </a:r>
          </a:p>
          <a:p>
            <a:r>
              <a:t>Materials/check: Textbook; worked example</a:t>
            </a:r>
          </a:p>
          <a:p>
            <a:r>
              <a:t>Source: 'Math Week 4'!A101:F101</a:t>
            </a:r>
          </a:p>
          <a:p/>
          <a:p>
            <a:r>
              <a:t>1:10 PM–1:25 PM | 4 Together | 15 min</a:t>
            </a:r>
          </a:p>
          <a:p>
            <a:r>
              <a:t>Instructor: Work Exercise Book 6A Q5–8 and 6C Q2. Learners label the part, whole and rate.</a:t>
            </a:r>
          </a:p>
          <a:p>
            <a:r>
              <a:t>Learners: Work in pairs; alternate calculator operator and checker. Show units and an estimated answer.</a:t>
            </a:r>
          </a:p>
          <a:p>
            <a:r>
              <a:t>Materials/check: Exercise Book; tool above</a:t>
            </a:r>
          </a:p>
          <a:p>
            <a:r>
              <a:t>Source: 'Math Week 4'!A102:F102</a:t>
            </a:r>
          </a:p>
          <a:p/>
          <a:p>
            <a:r>
              <a:t>1:25 PM–1:45 PM | 5 Practise | 20 min</a:t>
            </a:r>
          </a:p>
          <a:p>
            <a:r>
              <a:t>Instructor: Complete Exercise Book 6A Q2,4,9–10 and 6C Q1. Create the 6C Q2 rectangle in Shape Canvas after calculating its missing width.</a:t>
            </a:r>
          </a:p>
          <a:p>
            <a:r>
              <a:t>Learners: Solve on paper first; use the tool to check; correct one error with a written reason.</a:t>
            </a:r>
          </a:p>
          <a:p>
            <a:r>
              <a:t>Materials/check: Paper first; tool second</a:t>
            </a:r>
          </a:p>
          <a:p>
            <a:r>
              <a:t>Source: 'Math Week 4'!A103:F103</a:t>
            </a:r>
          </a:p>
          <a:p/>
          <a:p>
            <a:r>
              <a:t>1:45 PM–1:55 PM | 6 Check | 10 min</a:t>
            </a:r>
          </a:p>
          <a:p>
            <a:r>
              <a:t>Instructor: Exercise Book 6A Q8–9 with a labelled part/whole calculation.</a:t>
            </a:r>
          </a:p>
          <a:p>
            <a:r>
              <a:t>Learners: Solve without displayed answers; include working, units and the requested rounding.</a:t>
            </a:r>
          </a:p>
          <a:p>
            <a:r>
              <a:t>Materials/check: Teacher answers below</a:t>
            </a:r>
          </a:p>
          <a:p>
            <a:r>
              <a:t>Source: 'Math Week 4'!A104:F104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4'!A105:F105</a:t>
            </a:r>
          </a:p>
          <a:p/>
          <a:p>
            <a:r>
              <a:t>INSTRUCTOR ONLY: REVEAL ASSESSMENT ANSWERS AFTER THE ATTEMPT</a:t>
            </a:r>
          </a:p>
          <a:p>
            <a:r>
              <a:t>6A Q8 = 273; Q9 = 7.5%. 6C Q2 = 560 mm. Answer Key p.19. Answer Key pp.18–19</a:t>
            </a:r>
          </a:p>
          <a:p/>
          <a:p>
            <a:r>
              <a:t>Apply percentage reasoning to waste allowances and whole-unit orders.</a:t>
            </a:r>
          </a:p>
          <a:p/>
          <a:p>
            <a:r>
              <a:t>Sources: 'Math Week 4'!A14:E14; 'Carpentry Schedule'!D37; 'Math Week 4'!A93</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Teaching content sources:</a:t>
            </a:r>
          </a:p>
          <a:p>
            <a:r>
              <a:t>Textbook sections 6.1–6.3 pp.92–95; calculator percent p.35</a:t>
            </a:r>
          </a:p>
          <a:p>
            <a:r>
              <a:t>'Math Week 4'!B97</a:t>
            </a:r>
          </a:p>
          <a:p>
            <a:r>
              <a:t>'Math Week 4'!A101:F101</a:t>
            </a:r>
          </a:p>
          <a:p>
            <a:r>
              <a:t>ACCESS CARPENTRY SLIDES.pptx slides 73, 74, 75</a:t>
            </a:r>
          </a:p>
          <a:p>
            <a:r>
              <a:t>ACCESS Trades Numeracy Textbook p.94 — Example 6.3 — Brackets for a second job</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W04-L05 | 2026-11-18 | 12:45 PM–2:00 PM | 75 minutes</a:t>
            </a:r>
          </a:p>
          <a:p>
            <a:r>
              <a:t>Percent: part of a whole</a:t>
            </a:r>
          </a:p>
          <a:p>
            <a:r>
              <a:t>Mode: Math</a:t>
            </a:r>
          </a:p>
          <a:p>
            <a:r>
              <a:t>Goal: Convert percentages, decimals and fractions; find a percentage of a quantity.</a:t>
            </a:r>
          </a:p>
          <a:p>
            <a:r>
              <a:t>Read: Textbook sections 6.1–6.3 pp.92–95; calculator percent p.35</a:t>
            </a:r>
          </a:p>
          <a:p>
            <a:r>
              <a:t>Practise: Exercise Book 6A Q1–10 (p.39); 6C Q1–2 (p.43)</a:t>
            </a:r>
          </a:p>
          <a:p>
            <a:r>
              <a:t>Tool: Numeracy Hub Calculator: choose the matching calculator model for percent entry. Shape Canvas: rectangle with width equal to a stated percentage of length.</a:t>
            </a:r>
          </a:p>
          <a:p/>
          <a:p>
            <a:r>
              <a:t>EXACT SCHEDULED STEPS</a:t>
            </a:r>
          </a:p>
          <a:p>
            <a:r>
              <a:t>12:45 PM–12:50 PM | 1 Start | 5 min</a:t>
            </a:r>
          </a:p>
          <a:p>
            <a:r>
              <a:t>Instructor: Connect percent as part of a whole to reading a carpentry drawing or preparing a cut list. State the objective.</a:t>
            </a:r>
          </a:p>
          <a:p>
            <a:r>
              <a:t>Learners: Share a prior use of this skill; identify the quantity and unit.</a:t>
            </a:r>
          </a:p>
          <a:p>
            <a:r>
              <a:t>Materials/check: Notebook; calculator</a:t>
            </a:r>
          </a:p>
          <a:p>
            <a:r>
              <a:t>Source: 'Math Week 4'!A99:F99</a:t>
            </a:r>
          </a:p>
          <a:p/>
          <a:p>
            <a:r>
              <a:t>12:50 PM–12:55 PM | 2 Recall | 5 min</a:t>
            </a:r>
          </a:p>
          <a:p>
            <a:r>
              <a:t>Instructor: Retrieve 0.5 = 1/2 and ask for the matching percent. Use Exercise Book 6A Q1 and Q3.</a:t>
            </a:r>
          </a:p>
          <a:p>
            <a:r>
              <a:t>Learners: Attempt the short retrieval task independently; explain the method before seeing answers.</a:t>
            </a:r>
          </a:p>
          <a:p>
            <a:r>
              <a:t>Materials/check: Identify support needs</a:t>
            </a:r>
          </a:p>
          <a:p>
            <a:r>
              <a:t>Source: 'Math Week 4'!A100:F100</a:t>
            </a:r>
          </a:p>
          <a:p/>
          <a:p>
            <a:r>
              <a:t>12:55 PM–1:10 PM | 3 Teach | 15 min</a:t>
            </a:r>
          </a:p>
          <a:p>
            <a:r>
              <a:t>Instructor: Model percent ÷ 100, then multiply by the whole. Compare this with the book’s calculator-specific percent keys.</a:t>
            </a:r>
          </a:p>
          <a:p>
            <a:r>
              <a:t>Learners: Annotate a worked example; predict the next step and ask questions.</a:t>
            </a:r>
          </a:p>
          <a:p>
            <a:r>
              <a:t>Materials/check: Textbook; worked example</a:t>
            </a:r>
          </a:p>
          <a:p>
            <a:r>
              <a:t>Source: 'Math Week 4'!A101:F101</a:t>
            </a:r>
          </a:p>
          <a:p/>
          <a:p>
            <a:r>
              <a:t>1:10 PM–1:25 PM | 4 Together | 15 min</a:t>
            </a:r>
          </a:p>
          <a:p>
            <a:r>
              <a:t>Instructor: Work Exercise Book 6A Q5–8 and 6C Q2. Learners label the part, whole and rate.</a:t>
            </a:r>
          </a:p>
          <a:p>
            <a:r>
              <a:t>Learners: Work in pairs; alternate calculator operator and checker. Show units and an estimated answer.</a:t>
            </a:r>
          </a:p>
          <a:p>
            <a:r>
              <a:t>Materials/check: Exercise Book; tool above</a:t>
            </a:r>
          </a:p>
          <a:p>
            <a:r>
              <a:t>Source: 'Math Week 4'!A102:F102</a:t>
            </a:r>
          </a:p>
          <a:p/>
          <a:p>
            <a:r>
              <a:t>1:25 PM–1:45 PM | 5 Practise | 20 min</a:t>
            </a:r>
          </a:p>
          <a:p>
            <a:r>
              <a:t>Instructor: Complete Exercise Book 6A Q2,4,9–10 and 6C Q1. Create the 6C Q2 rectangle in Shape Canvas after calculating its missing width.</a:t>
            </a:r>
          </a:p>
          <a:p>
            <a:r>
              <a:t>Learners: Solve on paper first; use the tool to check; correct one error with a written reason.</a:t>
            </a:r>
          </a:p>
          <a:p>
            <a:r>
              <a:t>Materials/check: Paper first; tool second</a:t>
            </a:r>
          </a:p>
          <a:p>
            <a:r>
              <a:t>Source: 'Math Week 4'!A103:F103</a:t>
            </a:r>
          </a:p>
          <a:p/>
          <a:p>
            <a:r>
              <a:t>1:45 PM–1:55 PM | 6 Check | 10 min</a:t>
            </a:r>
          </a:p>
          <a:p>
            <a:r>
              <a:t>Instructor: Exercise Book 6A Q8–9 with a labelled part/whole calculation.</a:t>
            </a:r>
          </a:p>
          <a:p>
            <a:r>
              <a:t>Learners: Solve without displayed answers; include working, units and the requested rounding.</a:t>
            </a:r>
          </a:p>
          <a:p>
            <a:r>
              <a:t>Materials/check: Teacher answers below</a:t>
            </a:r>
          </a:p>
          <a:p>
            <a:r>
              <a:t>Source: 'Math Week 4'!A104:F104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4'!A105:F105</a:t>
            </a:r>
          </a:p>
          <a:p/>
          <a:p>
            <a:r>
              <a:t>INSTRUCTOR ONLY: REVEAL ASSESSMENT ANSWERS AFTER THE ATTEMPT</a:t>
            </a:r>
          </a:p>
          <a:p>
            <a:r>
              <a:t>6A Q8 = 273; Q9 = 7.5%. 6C Q2 = 560 mm. Answer Key p.19. Answer Key pp.18–19</a:t>
            </a:r>
          </a:p>
          <a:p/>
          <a:p>
            <a:r>
              <a:t>Apply percentage reasoning to waste allowances and whole-unit orders.</a:t>
            </a:r>
          </a:p>
          <a:p/>
          <a:p>
            <a:r>
              <a:t>Sources: 'Math Week 4'!A14:E14; 'Carpentry Schedule'!D37; 'Math Week 4'!A93</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Textbook visual: ACCESS Textbook p.94 • Example 6.3 — Find a percent of a quantity</a:t>
            </a:r>
          </a:p>
          <a:p>
            <a:r>
              <a:t>Exact PDF/printed page: 94. Excerpt reproduced from the supplied ACCESS Textbook.</a:t>
            </a:r>
          </a:p>
          <a:p>
            <a:r>
              <a:t>Label the whole, percent and part; compare decimal multiplication with percent-key entry.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W04-L05 | 2026-11-18 | 12:45 PM–2:00 PM | 75 minutes</a:t>
            </a:r>
          </a:p>
          <a:p>
            <a:r>
              <a:t>Percent: part of a whole</a:t>
            </a:r>
          </a:p>
          <a:p>
            <a:r>
              <a:t>Mode: Math</a:t>
            </a:r>
          </a:p>
          <a:p>
            <a:r>
              <a:t>Goal: Convert percentages, decimals and fractions; find a percentage of a quantity.</a:t>
            </a:r>
          </a:p>
          <a:p>
            <a:r>
              <a:t>Read: Textbook sections 6.1–6.3 pp.92–95; calculator percent p.35</a:t>
            </a:r>
          </a:p>
          <a:p>
            <a:r>
              <a:t>Practise: Exercise Book 6A Q1–10 (p.39); 6C Q1–2 (p.43)</a:t>
            </a:r>
          </a:p>
          <a:p>
            <a:r>
              <a:t>Tool: Numeracy Hub Calculator: choose the matching calculator model for percent entry. Shape Canvas: rectangle with width equal to a stated percentage of length.</a:t>
            </a:r>
          </a:p>
          <a:p/>
          <a:p>
            <a:r>
              <a:t>EXACT SCHEDULED STEPS</a:t>
            </a:r>
          </a:p>
          <a:p>
            <a:r>
              <a:t>12:45 PM–12:50 PM | 1 Start | 5 min</a:t>
            </a:r>
          </a:p>
          <a:p>
            <a:r>
              <a:t>Instructor: Connect percent as part of a whole to reading a carpentry drawing or preparing a cut list. State the objective.</a:t>
            </a:r>
          </a:p>
          <a:p>
            <a:r>
              <a:t>Learners: Share a prior use of this skill; identify the quantity and unit.</a:t>
            </a:r>
          </a:p>
          <a:p>
            <a:r>
              <a:t>Materials/check: Notebook; calculator</a:t>
            </a:r>
          </a:p>
          <a:p>
            <a:r>
              <a:t>Source: 'Math Week 4'!A99:F99</a:t>
            </a:r>
          </a:p>
          <a:p/>
          <a:p>
            <a:r>
              <a:t>12:50 PM–12:55 PM | 2 Recall | 5 min</a:t>
            </a:r>
          </a:p>
          <a:p>
            <a:r>
              <a:t>Instructor: Retrieve 0.5 = 1/2 and ask for the matching percent. Use Exercise Book 6A Q1 and Q3.</a:t>
            </a:r>
          </a:p>
          <a:p>
            <a:r>
              <a:t>Learners: Attempt the short retrieval task independently; explain the method before seeing answers.</a:t>
            </a:r>
          </a:p>
          <a:p>
            <a:r>
              <a:t>Materials/check: Identify support needs</a:t>
            </a:r>
          </a:p>
          <a:p>
            <a:r>
              <a:t>Source: 'Math Week 4'!A100:F100</a:t>
            </a:r>
          </a:p>
          <a:p/>
          <a:p>
            <a:r>
              <a:t>12:55 PM–1:10 PM | 3 Teach | 15 min</a:t>
            </a:r>
          </a:p>
          <a:p>
            <a:r>
              <a:t>Instructor: Model percent ÷ 100, then multiply by the whole. Compare this with the book’s calculator-specific percent keys.</a:t>
            </a:r>
          </a:p>
          <a:p>
            <a:r>
              <a:t>Learners: Annotate a worked example; predict the next step and ask questions.</a:t>
            </a:r>
          </a:p>
          <a:p>
            <a:r>
              <a:t>Materials/check: Textbook; worked example</a:t>
            </a:r>
          </a:p>
          <a:p>
            <a:r>
              <a:t>Source: 'Math Week 4'!A101:F101</a:t>
            </a:r>
          </a:p>
          <a:p/>
          <a:p>
            <a:r>
              <a:t>1:10 PM–1:25 PM | 4 Together | 15 min</a:t>
            </a:r>
          </a:p>
          <a:p>
            <a:r>
              <a:t>Instructor: Work Exercise Book 6A Q5–8 and 6C Q2. Learners label the part, whole and rate.</a:t>
            </a:r>
          </a:p>
          <a:p>
            <a:r>
              <a:t>Learners: Work in pairs; alternate calculator operator and checker. Show units and an estimated answer.</a:t>
            </a:r>
          </a:p>
          <a:p>
            <a:r>
              <a:t>Materials/check: Exercise Book; tool above</a:t>
            </a:r>
          </a:p>
          <a:p>
            <a:r>
              <a:t>Source: 'Math Week 4'!A102:F102</a:t>
            </a:r>
          </a:p>
          <a:p/>
          <a:p>
            <a:r>
              <a:t>1:25 PM–1:45 PM | 5 Practise | 20 min</a:t>
            </a:r>
          </a:p>
          <a:p>
            <a:r>
              <a:t>Instructor: Complete Exercise Book 6A Q2,4,9–10 and 6C Q1. Create the 6C Q2 rectangle in Shape Canvas after calculating its missing width.</a:t>
            </a:r>
          </a:p>
          <a:p>
            <a:r>
              <a:t>Learners: Solve on paper first; use the tool to check; correct one error with a written reason.</a:t>
            </a:r>
          </a:p>
          <a:p>
            <a:r>
              <a:t>Materials/check: Paper first; tool second</a:t>
            </a:r>
          </a:p>
          <a:p>
            <a:r>
              <a:t>Source: 'Math Week 4'!A103:F103</a:t>
            </a:r>
          </a:p>
          <a:p/>
          <a:p>
            <a:r>
              <a:t>1:45 PM–1:55 PM | 6 Check | 10 min</a:t>
            </a:r>
          </a:p>
          <a:p>
            <a:r>
              <a:t>Instructor: Exercise Book 6A Q8–9 with a labelled part/whole calculation.</a:t>
            </a:r>
          </a:p>
          <a:p>
            <a:r>
              <a:t>Learners: Solve without displayed answers; include working, units and the requested rounding.</a:t>
            </a:r>
          </a:p>
          <a:p>
            <a:r>
              <a:t>Materials/check: Teacher answers below</a:t>
            </a:r>
          </a:p>
          <a:p>
            <a:r>
              <a:t>Source: 'Math Week 4'!A104:F104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4'!A105:F105</a:t>
            </a:r>
          </a:p>
          <a:p/>
          <a:p>
            <a:r>
              <a:t>INSTRUCTOR ONLY: REVEAL ASSESSMENT ANSWERS AFTER THE ATTEMPT</a:t>
            </a:r>
          </a:p>
          <a:p>
            <a:r>
              <a:t>6A Q8 = 273; Q9 = 7.5%. 6C Q2 = 560 mm. Answer Key p.19. Answer Key pp.18–19</a:t>
            </a:r>
          </a:p>
          <a:p/>
          <a:p>
            <a:r>
              <a:t>Apply percentage reasoning to waste allowances and whole-unit orders.</a:t>
            </a:r>
          </a:p>
          <a:p/>
          <a:p>
            <a:r>
              <a:t>Sources: 'Math Week 4'!A14:E14; 'Carpentry Schedule'!D37; 'Math Week 4'!A93</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Textbook visual: ACCESS Textbook p.94 • Example 6.3 — Compare the two calculator models</a:t>
            </a:r>
          </a:p>
          <a:p>
            <a:r>
              <a:t>Exact PDF/printed page: 94. Excerpt reproduced from the supplied ACCESS Textbook.</a:t>
            </a:r>
          </a:p>
          <a:p>
            <a:r>
              <a:t>Label the whole, percent and part; compare decimal multiplication with percent-key entry.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W04-L05 | 2026-11-18 | 12:45 PM–2:00 PM | 75 minutes</a:t>
            </a:r>
          </a:p>
          <a:p>
            <a:r>
              <a:t>Percent: part of a whole</a:t>
            </a:r>
          </a:p>
          <a:p>
            <a:r>
              <a:t>Mode: Math</a:t>
            </a:r>
          </a:p>
          <a:p>
            <a:r>
              <a:t>Goal: Convert percentages, decimals and fractions; find a percentage of a quantity.</a:t>
            </a:r>
          </a:p>
          <a:p>
            <a:r>
              <a:t>Read: Textbook sections 6.1–6.3 pp.92–95; calculator percent p.35</a:t>
            </a:r>
          </a:p>
          <a:p>
            <a:r>
              <a:t>Practise: Exercise Book 6A Q1–10 (p.39); 6C Q1–2 (p.43)</a:t>
            </a:r>
          </a:p>
          <a:p>
            <a:r>
              <a:t>Tool: Numeracy Hub Calculator: choose the matching calculator model for percent entry. Shape Canvas: rectangle with width equal to a stated percentage of length.</a:t>
            </a:r>
          </a:p>
          <a:p/>
          <a:p>
            <a:r>
              <a:t>EXACT SCHEDULED STEPS</a:t>
            </a:r>
          </a:p>
          <a:p>
            <a:r>
              <a:t>12:45 PM–12:50 PM | 1 Start | 5 min</a:t>
            </a:r>
          </a:p>
          <a:p>
            <a:r>
              <a:t>Instructor: Connect percent as part of a whole to reading a carpentry drawing or preparing a cut list. State the objective.</a:t>
            </a:r>
          </a:p>
          <a:p>
            <a:r>
              <a:t>Learners: Share a prior use of this skill; identify the quantity and unit.</a:t>
            </a:r>
          </a:p>
          <a:p>
            <a:r>
              <a:t>Materials/check: Notebook; calculator</a:t>
            </a:r>
          </a:p>
          <a:p>
            <a:r>
              <a:t>Source: 'Math Week 4'!A99:F99</a:t>
            </a:r>
          </a:p>
          <a:p/>
          <a:p>
            <a:r>
              <a:t>12:50 PM–12:55 PM | 2 Recall | 5 min</a:t>
            </a:r>
          </a:p>
          <a:p>
            <a:r>
              <a:t>Instructor: Retrieve 0.5 = 1/2 and ask for the matching percent. Use Exercise Book 6A Q1 and Q3.</a:t>
            </a:r>
          </a:p>
          <a:p>
            <a:r>
              <a:t>Learners: Attempt the short retrieval task independently; explain the method before seeing answers.</a:t>
            </a:r>
          </a:p>
          <a:p>
            <a:r>
              <a:t>Materials/check: Identify support needs</a:t>
            </a:r>
          </a:p>
          <a:p>
            <a:r>
              <a:t>Source: 'Math Week 4'!A100:F100</a:t>
            </a:r>
          </a:p>
          <a:p/>
          <a:p>
            <a:r>
              <a:t>12:55 PM–1:10 PM | 3 Teach | 15 min</a:t>
            </a:r>
          </a:p>
          <a:p>
            <a:r>
              <a:t>Instructor: Model percent ÷ 100, then multiply by the whole. Compare this with the book’s calculator-specific percent keys.</a:t>
            </a:r>
          </a:p>
          <a:p>
            <a:r>
              <a:t>Learners: Annotate a worked example; predict the next step and ask questions.</a:t>
            </a:r>
          </a:p>
          <a:p>
            <a:r>
              <a:t>Materials/check: Textbook; worked example</a:t>
            </a:r>
          </a:p>
          <a:p>
            <a:r>
              <a:t>Source: 'Math Week 4'!A101:F101</a:t>
            </a:r>
          </a:p>
          <a:p/>
          <a:p>
            <a:r>
              <a:t>1:10 PM–1:25 PM | 4 Together | 15 min</a:t>
            </a:r>
          </a:p>
          <a:p>
            <a:r>
              <a:t>Instructor: Work Exercise Book 6A Q5–8 and 6C Q2. Learners label the part, whole and rate.</a:t>
            </a:r>
          </a:p>
          <a:p>
            <a:r>
              <a:t>Learners: Work in pairs; alternate calculator operator and checker. Show units and an estimated answer.</a:t>
            </a:r>
          </a:p>
          <a:p>
            <a:r>
              <a:t>Materials/check: Exercise Book; tool above</a:t>
            </a:r>
          </a:p>
          <a:p>
            <a:r>
              <a:t>Source: 'Math Week 4'!A102:F102</a:t>
            </a:r>
          </a:p>
          <a:p/>
          <a:p>
            <a:r>
              <a:t>1:25 PM–1:45 PM | 5 Practise | 20 min</a:t>
            </a:r>
          </a:p>
          <a:p>
            <a:r>
              <a:t>Instructor: Complete Exercise Book 6A Q2,4,9–10 and 6C Q1. Create the 6C Q2 rectangle in Shape Canvas after calculating its missing width.</a:t>
            </a:r>
          </a:p>
          <a:p>
            <a:r>
              <a:t>Learners: Solve on paper first; use the tool to check; correct one error with a written reason.</a:t>
            </a:r>
          </a:p>
          <a:p>
            <a:r>
              <a:t>Materials/check: Paper first; tool second</a:t>
            </a:r>
          </a:p>
          <a:p>
            <a:r>
              <a:t>Source: 'Math Week 4'!A103:F103</a:t>
            </a:r>
          </a:p>
          <a:p/>
          <a:p>
            <a:r>
              <a:t>1:45 PM–1:55 PM | 6 Check | 10 min</a:t>
            </a:r>
          </a:p>
          <a:p>
            <a:r>
              <a:t>Instructor: Exercise Book 6A Q8–9 with a labelled part/whole calculation.</a:t>
            </a:r>
          </a:p>
          <a:p>
            <a:r>
              <a:t>Learners: Solve without displayed answers; include working, units and the requested rounding.</a:t>
            </a:r>
          </a:p>
          <a:p>
            <a:r>
              <a:t>Materials/check: Teacher answers below</a:t>
            </a:r>
          </a:p>
          <a:p>
            <a:r>
              <a:t>Source: 'Math Week 4'!A104:F104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4'!A105:F105</a:t>
            </a:r>
          </a:p>
          <a:p/>
          <a:p>
            <a:r>
              <a:t>INSTRUCTOR ONLY: REVEAL ASSESSMENT ANSWERS AFTER THE ATTEMPT</a:t>
            </a:r>
          </a:p>
          <a:p>
            <a:r>
              <a:t>6A Q8 = 273; Q9 = 7.5%. 6C Q2 = 560 mm. Answer Key p.19. Answer Key pp.18–19</a:t>
            </a:r>
          </a:p>
          <a:p/>
          <a:p>
            <a:r>
              <a:t>Apply percentage reasoning to waste allowances and whole-unit orders.</a:t>
            </a:r>
          </a:p>
          <a:p/>
          <a:p>
            <a:r>
              <a:t>Sources: 'Math Week 4'!A14:E14; 'Carpentry Schedule'!D37; 'Math Week 4'!A93</a:t>
            </a:r>
          </a:p>
          <a:p>
            <a:r>
              <a:t>Navigation/resource slides support these scheduled steps and do not add instructional time.</a:t>
            </a:r>
          </a:p>
          <a:p>
            <a:r>
              <a:t>SLIDE PLACEMENT: Teach, 12:55 PM–1:10 PM.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W04-L05 | 2026-11-18 | 12:45 PM–2:00 PM | 75 minutes</a:t>
            </a:r>
          </a:p>
          <a:p>
            <a:r>
              <a:t>Percent: part of a whole</a:t>
            </a:r>
          </a:p>
          <a:p>
            <a:r>
              <a:t>Mode: Math</a:t>
            </a:r>
          </a:p>
          <a:p>
            <a:r>
              <a:t>Goal: Convert percentages, decimals and fractions; find a percentage of a quantity.</a:t>
            </a:r>
          </a:p>
          <a:p>
            <a:r>
              <a:t>Read: Textbook sections 6.1–6.3 pp.92–95; calculator percent p.35</a:t>
            </a:r>
          </a:p>
          <a:p>
            <a:r>
              <a:t>Practise: Exercise Book 6A Q1–10 (p.39); 6C Q1–2 (p.43)</a:t>
            </a:r>
          </a:p>
          <a:p>
            <a:r>
              <a:t>Tool: Numeracy Hub Calculator: choose the matching calculator model for percent entry. Shape Canvas: rectangle with width equal to a stated percentage of length.</a:t>
            </a:r>
          </a:p>
          <a:p/>
          <a:p>
            <a:r>
              <a:t>EXACT SCHEDULED STEPS</a:t>
            </a:r>
          </a:p>
          <a:p>
            <a:r>
              <a:t>12:45 PM–12:50 PM | 1 Start | 5 min</a:t>
            </a:r>
          </a:p>
          <a:p>
            <a:r>
              <a:t>Instructor: Connect percent as part of a whole to reading a carpentry drawing or preparing a cut list. State the objective.</a:t>
            </a:r>
          </a:p>
          <a:p>
            <a:r>
              <a:t>Learners: Share a prior use of this skill; identify the quantity and unit.</a:t>
            </a:r>
          </a:p>
          <a:p>
            <a:r>
              <a:t>Materials/check: Notebook; calculator</a:t>
            </a:r>
          </a:p>
          <a:p>
            <a:r>
              <a:t>Source: 'Math Week 4'!A99:F99</a:t>
            </a:r>
          </a:p>
          <a:p/>
          <a:p>
            <a:r>
              <a:t>12:50 PM–12:55 PM | 2 Recall | 5 min</a:t>
            </a:r>
          </a:p>
          <a:p>
            <a:r>
              <a:t>Instructor: Retrieve 0.5 = 1/2 and ask for the matching percent. Use Exercise Book 6A Q1 and Q3.</a:t>
            </a:r>
          </a:p>
          <a:p>
            <a:r>
              <a:t>Learners: Attempt the short retrieval task independently; explain the method before seeing answers.</a:t>
            </a:r>
          </a:p>
          <a:p>
            <a:r>
              <a:t>Materials/check: Identify support needs</a:t>
            </a:r>
          </a:p>
          <a:p>
            <a:r>
              <a:t>Source: 'Math Week 4'!A100:F100</a:t>
            </a:r>
          </a:p>
          <a:p/>
          <a:p>
            <a:r>
              <a:t>12:55 PM–1:10 PM | 3 Teach | 15 min</a:t>
            </a:r>
          </a:p>
          <a:p>
            <a:r>
              <a:t>Instructor: Model percent ÷ 100, then multiply by the whole. Compare this with the book’s calculator-specific percent keys.</a:t>
            </a:r>
          </a:p>
          <a:p>
            <a:r>
              <a:t>Learners: Annotate a worked example; predict the next step and ask questions.</a:t>
            </a:r>
          </a:p>
          <a:p>
            <a:r>
              <a:t>Materials/check: Textbook; worked example</a:t>
            </a:r>
          </a:p>
          <a:p>
            <a:r>
              <a:t>Source: 'Math Week 4'!A101:F101</a:t>
            </a:r>
          </a:p>
          <a:p/>
          <a:p>
            <a:r>
              <a:t>1:10 PM–1:25 PM | 4 Together | 15 min</a:t>
            </a:r>
          </a:p>
          <a:p>
            <a:r>
              <a:t>Instructor: Work Exercise Book 6A Q5–8 and 6C Q2. Learners label the part, whole and rate.</a:t>
            </a:r>
          </a:p>
          <a:p>
            <a:r>
              <a:t>Learners: Work in pairs; alternate calculator operator and checker. Show units and an estimated answer.</a:t>
            </a:r>
          </a:p>
          <a:p>
            <a:r>
              <a:t>Materials/check: Exercise Book; tool above</a:t>
            </a:r>
          </a:p>
          <a:p>
            <a:r>
              <a:t>Source: 'Math Week 4'!A102:F102</a:t>
            </a:r>
          </a:p>
          <a:p/>
          <a:p>
            <a:r>
              <a:t>1:25 PM–1:45 PM | 5 Practise | 20 min</a:t>
            </a:r>
          </a:p>
          <a:p>
            <a:r>
              <a:t>Instructor: Complete Exercise Book 6A Q2,4,9–10 and 6C Q1. Create the 6C Q2 rectangle in Shape Canvas after calculating its missing width.</a:t>
            </a:r>
          </a:p>
          <a:p>
            <a:r>
              <a:t>Learners: Solve on paper first; use the tool to check; correct one error with a written reason.</a:t>
            </a:r>
          </a:p>
          <a:p>
            <a:r>
              <a:t>Materials/check: Paper first; tool second</a:t>
            </a:r>
          </a:p>
          <a:p>
            <a:r>
              <a:t>Source: 'Math Week 4'!A103:F103</a:t>
            </a:r>
          </a:p>
          <a:p/>
          <a:p>
            <a:r>
              <a:t>1:45 PM–1:55 PM | 6 Check | 10 min</a:t>
            </a:r>
          </a:p>
          <a:p>
            <a:r>
              <a:t>Instructor: Exercise Book 6A Q8–9 with a labelled part/whole calculation.</a:t>
            </a:r>
          </a:p>
          <a:p>
            <a:r>
              <a:t>Learners: Solve without displayed answers; include working, units and the requested rounding.</a:t>
            </a:r>
          </a:p>
          <a:p>
            <a:r>
              <a:t>Materials/check: Teacher answers below</a:t>
            </a:r>
          </a:p>
          <a:p>
            <a:r>
              <a:t>Source: 'Math Week 4'!A104:F104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4'!A105:F105</a:t>
            </a:r>
          </a:p>
          <a:p/>
          <a:p>
            <a:r>
              <a:t>INSTRUCTOR ONLY: REVEAL ASSESSMENT ANSWERS AFTER THE ATTEMPT</a:t>
            </a:r>
          </a:p>
          <a:p>
            <a:r>
              <a:t>6A Q8 = 273; Q9 = 7.5%. 6C Q2 = 560 mm. Answer Key p.19. Answer Key pp.18–19</a:t>
            </a:r>
          </a:p>
          <a:p/>
          <a:p>
            <a:r>
              <a:t>Apply percentage reasoning to waste allowances and whole-unit orders.</a:t>
            </a:r>
          </a:p>
          <a:p/>
          <a:p>
            <a:r>
              <a:t>Sources: 'Math Week 4'!A14:E14; 'Carpentry Schedule'!D37; 'Math Week 4'!A93</a:t>
            </a:r>
          </a:p>
          <a:p>
            <a:r>
              <a:t>Navigation/resource slides support these scheduled steps and do not add instructional time.</a:t>
            </a:r>
          </a:p>
          <a:p>
            <a:r>
              <a:t>SLIDE PLACEMENT: Together, 1:10 PM–1:25 PM.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W04-L05 | 2026-11-18 | 12:45 PM–2:00 PM | 75 minutes</a:t>
            </a:r>
          </a:p>
          <a:p>
            <a:r>
              <a:t>Percent: part of a whole</a:t>
            </a:r>
          </a:p>
          <a:p>
            <a:r>
              <a:t>Mode: Math</a:t>
            </a:r>
          </a:p>
          <a:p>
            <a:r>
              <a:t>Goal: Convert percentages, decimals and fractions; find a percentage of a quantity.</a:t>
            </a:r>
          </a:p>
          <a:p>
            <a:r>
              <a:t>Read: Textbook sections 6.1–6.3 pp.92–95; calculator percent p.35</a:t>
            </a:r>
          </a:p>
          <a:p>
            <a:r>
              <a:t>Practise: Exercise Book 6A Q1–10 (p.39); 6C Q1–2 (p.43)</a:t>
            </a:r>
          </a:p>
          <a:p>
            <a:r>
              <a:t>Tool: Numeracy Hub Calculator: choose the matching calculator model for percent entry. Shape Canvas: rectangle with width equal to a stated percentage of length.</a:t>
            </a:r>
          </a:p>
          <a:p/>
          <a:p>
            <a:r>
              <a:t>EXACT SCHEDULED STEPS</a:t>
            </a:r>
          </a:p>
          <a:p>
            <a:r>
              <a:t>12:45 PM–12:50 PM | 1 Start | 5 min</a:t>
            </a:r>
          </a:p>
          <a:p>
            <a:r>
              <a:t>Instructor: Connect percent as part of a whole to reading a carpentry drawing or preparing a cut list. State the objective.</a:t>
            </a:r>
          </a:p>
          <a:p>
            <a:r>
              <a:t>Learners: Share a prior use of this skill; identify the quantity and unit.</a:t>
            </a:r>
          </a:p>
          <a:p>
            <a:r>
              <a:t>Materials/check: Notebook; calculator</a:t>
            </a:r>
          </a:p>
          <a:p>
            <a:r>
              <a:t>Source: 'Math Week 4'!A99:F99</a:t>
            </a:r>
          </a:p>
          <a:p/>
          <a:p>
            <a:r>
              <a:t>12:50 PM–12:55 PM | 2 Recall | 5 min</a:t>
            </a:r>
          </a:p>
          <a:p>
            <a:r>
              <a:t>Instructor: Retrieve 0.5 = 1/2 and ask for the matching percent. Use Exercise Book 6A Q1 and Q3.</a:t>
            </a:r>
          </a:p>
          <a:p>
            <a:r>
              <a:t>Learners: Attempt the short retrieval task independently; explain the method before seeing answers.</a:t>
            </a:r>
          </a:p>
          <a:p>
            <a:r>
              <a:t>Materials/check: Identify support needs</a:t>
            </a:r>
          </a:p>
          <a:p>
            <a:r>
              <a:t>Source: 'Math Week 4'!A100:F100</a:t>
            </a:r>
          </a:p>
          <a:p/>
          <a:p>
            <a:r>
              <a:t>12:55 PM–1:10 PM | 3 Teach | 15 min</a:t>
            </a:r>
          </a:p>
          <a:p>
            <a:r>
              <a:t>Instructor: Model percent ÷ 100, then multiply by the whole. Compare this with the book’s calculator-specific percent keys.</a:t>
            </a:r>
          </a:p>
          <a:p>
            <a:r>
              <a:t>Learners: Annotate a worked example; predict the next step and ask questions.</a:t>
            </a:r>
          </a:p>
          <a:p>
            <a:r>
              <a:t>Materials/check: Textbook; worked example</a:t>
            </a:r>
          </a:p>
          <a:p>
            <a:r>
              <a:t>Source: 'Math Week 4'!A101:F101</a:t>
            </a:r>
          </a:p>
          <a:p/>
          <a:p>
            <a:r>
              <a:t>1:10 PM–1:25 PM | 4 Together | 15 min</a:t>
            </a:r>
          </a:p>
          <a:p>
            <a:r>
              <a:t>Instructor: Work Exercise Book 6A Q5–8 and 6C Q2. Learners label the part, whole and rate.</a:t>
            </a:r>
          </a:p>
          <a:p>
            <a:r>
              <a:t>Learners: Work in pairs; alternate calculator operator and checker. Show units and an estimated answer.</a:t>
            </a:r>
          </a:p>
          <a:p>
            <a:r>
              <a:t>Materials/check: Exercise Book; tool above</a:t>
            </a:r>
          </a:p>
          <a:p>
            <a:r>
              <a:t>Source: 'Math Week 4'!A102:F102</a:t>
            </a:r>
          </a:p>
          <a:p/>
          <a:p>
            <a:r>
              <a:t>1:25 PM–1:45 PM | 5 Practise | 20 min</a:t>
            </a:r>
          </a:p>
          <a:p>
            <a:r>
              <a:t>Instructor: Complete Exercise Book 6A Q2,4,9–10 and 6C Q1. Create the 6C Q2 rectangle in Shape Canvas after calculating its missing width.</a:t>
            </a:r>
          </a:p>
          <a:p>
            <a:r>
              <a:t>Learners: Solve on paper first; use the tool to check; correct one error with a written reason.</a:t>
            </a:r>
          </a:p>
          <a:p>
            <a:r>
              <a:t>Materials/check: Paper first; tool second</a:t>
            </a:r>
          </a:p>
          <a:p>
            <a:r>
              <a:t>Source: 'Math Week 4'!A103:F103</a:t>
            </a:r>
          </a:p>
          <a:p/>
          <a:p>
            <a:r>
              <a:t>1:45 PM–1:55 PM | 6 Check | 10 min</a:t>
            </a:r>
          </a:p>
          <a:p>
            <a:r>
              <a:t>Instructor: Exercise Book 6A Q8–9 with a labelled part/whole calculation.</a:t>
            </a:r>
          </a:p>
          <a:p>
            <a:r>
              <a:t>Learners: Solve without displayed answers; include working, units and the requested rounding.</a:t>
            </a:r>
          </a:p>
          <a:p>
            <a:r>
              <a:t>Materials/check: Teacher answers below</a:t>
            </a:r>
          </a:p>
          <a:p>
            <a:r>
              <a:t>Source: 'Math Week 4'!A104:F104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4'!A105:F105</a:t>
            </a:r>
          </a:p>
          <a:p/>
          <a:p>
            <a:r>
              <a:t>INSTRUCTOR ONLY: REVEAL ASSESSMENT ANSWERS AFTER THE ATTEMPT</a:t>
            </a:r>
          </a:p>
          <a:p>
            <a:r>
              <a:t>6A Q8 = 273; Q9 = 7.5%. 6C Q2 = 560 mm. Answer Key p.19. Answer Key pp.18–19</a:t>
            </a:r>
          </a:p>
          <a:p/>
          <a:p>
            <a:r>
              <a:t>Apply percentage reasoning to waste allowances and whole-unit orders.</a:t>
            </a:r>
          </a:p>
          <a:p/>
          <a:p>
            <a:r>
              <a:t>Sources: 'Math Week 4'!A14:E14; 'Carpentry Schedule'!D37; 'Math Week 4'!A93</a:t>
            </a:r>
          </a:p>
          <a:p>
            <a:r>
              <a:t>Navigation/resource slides support these scheduled steps and do not add instructional time.</a:t>
            </a:r>
          </a:p>
          <a:p>
            <a:r>
              <a:t>SLIDE PLACEMENT: Together, 1:10 PM–1:25 PM. All slides with this phase share these 15 minutes; do not restart the time allocation for each slide.</a:t>
            </a:r>
          </a:p>
          <a:p/>
          <a:p>
            <a:r>
              <a:t>ACCESS EXERCISE BOOK: 6A-Q5</a:t>
            </a:r>
          </a:p>
          <a:p>
            <a:r>
              <a:t>Exact question: Write 45% as a fraction in lowest terms.</a:t>
            </a:r>
          </a:p>
          <a:p>
            <a:r>
              <a:t>Instructor answer: 9/20</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W04-L05 | 2026-11-18 | 12:45 PM–2:00 PM | 75 minutes</a:t>
            </a:r>
          </a:p>
          <a:p>
            <a:r>
              <a:t>Percent: part of a whole</a:t>
            </a:r>
          </a:p>
          <a:p>
            <a:r>
              <a:t>Mode: Math</a:t>
            </a:r>
          </a:p>
          <a:p>
            <a:r>
              <a:t>Goal: Convert percentages, decimals and fractions; find a percentage of a quantity.</a:t>
            </a:r>
          </a:p>
          <a:p>
            <a:r>
              <a:t>Read: Textbook sections 6.1–6.3 pp.92–95; calculator percent p.35</a:t>
            </a:r>
          </a:p>
          <a:p>
            <a:r>
              <a:t>Practise: Exercise Book 6A Q1–10 (p.39); 6C Q1–2 (p.43)</a:t>
            </a:r>
          </a:p>
          <a:p>
            <a:r>
              <a:t>Tool: Numeracy Hub Calculator: choose the matching calculator model for percent entry. Shape Canvas: rectangle with width equal to a stated percentage of length.</a:t>
            </a:r>
          </a:p>
          <a:p/>
          <a:p>
            <a:r>
              <a:t>EXACT SCHEDULED STEPS</a:t>
            </a:r>
          </a:p>
          <a:p>
            <a:r>
              <a:t>12:45 PM–12:50 PM | 1 Start | 5 min</a:t>
            </a:r>
          </a:p>
          <a:p>
            <a:r>
              <a:t>Instructor: Connect percent as part of a whole to reading a carpentry drawing or preparing a cut list. State the objective.</a:t>
            </a:r>
          </a:p>
          <a:p>
            <a:r>
              <a:t>Learners: Share a prior use of this skill; identify the quantity and unit.</a:t>
            </a:r>
          </a:p>
          <a:p>
            <a:r>
              <a:t>Materials/check: Notebook; calculator</a:t>
            </a:r>
          </a:p>
          <a:p>
            <a:r>
              <a:t>Source: 'Math Week 4'!A99:F99</a:t>
            </a:r>
          </a:p>
          <a:p/>
          <a:p>
            <a:r>
              <a:t>12:50 PM–12:55 PM | 2 Recall | 5 min</a:t>
            </a:r>
          </a:p>
          <a:p>
            <a:r>
              <a:t>Instructor: Retrieve 0.5 = 1/2 and ask for the matching percent. Use Exercise Book 6A Q1 and Q3.</a:t>
            </a:r>
          </a:p>
          <a:p>
            <a:r>
              <a:t>Learners: Attempt the short retrieval task independently; explain the method before seeing answers.</a:t>
            </a:r>
          </a:p>
          <a:p>
            <a:r>
              <a:t>Materials/check: Identify support needs</a:t>
            </a:r>
          </a:p>
          <a:p>
            <a:r>
              <a:t>Source: 'Math Week 4'!A100:F100</a:t>
            </a:r>
          </a:p>
          <a:p/>
          <a:p>
            <a:r>
              <a:t>12:55 PM–1:10 PM | 3 Teach | 15 min</a:t>
            </a:r>
          </a:p>
          <a:p>
            <a:r>
              <a:t>Instructor: Model percent ÷ 100, then multiply by the whole. Compare this with the book’s calculator-specific percent keys.</a:t>
            </a:r>
          </a:p>
          <a:p>
            <a:r>
              <a:t>Learners: Annotate a worked example; predict the next step and ask questions.</a:t>
            </a:r>
          </a:p>
          <a:p>
            <a:r>
              <a:t>Materials/check: Textbook; worked example</a:t>
            </a:r>
          </a:p>
          <a:p>
            <a:r>
              <a:t>Source: 'Math Week 4'!A101:F101</a:t>
            </a:r>
          </a:p>
          <a:p/>
          <a:p>
            <a:r>
              <a:t>1:10 PM–1:25 PM | 4 Together | 15 min</a:t>
            </a:r>
          </a:p>
          <a:p>
            <a:r>
              <a:t>Instructor: Work Exercise Book 6A Q5–8 and 6C Q2. Learners label the part, whole and rate.</a:t>
            </a:r>
          </a:p>
          <a:p>
            <a:r>
              <a:t>Learners: Work in pairs; alternate calculator operator and checker. Show units and an estimated answer.</a:t>
            </a:r>
          </a:p>
          <a:p>
            <a:r>
              <a:t>Materials/check: Exercise Book; tool above</a:t>
            </a:r>
          </a:p>
          <a:p>
            <a:r>
              <a:t>Source: 'Math Week 4'!A102:F102</a:t>
            </a:r>
          </a:p>
          <a:p/>
          <a:p>
            <a:r>
              <a:t>1:25 PM–1:45 PM | 5 Practise | 20 min</a:t>
            </a:r>
          </a:p>
          <a:p>
            <a:r>
              <a:t>Instructor: Complete Exercise Book 6A Q2,4,9–10 and 6C Q1. Create the 6C Q2 rectangle in Shape Canvas after calculating its missing width.</a:t>
            </a:r>
          </a:p>
          <a:p>
            <a:r>
              <a:t>Learners: Solve on paper first; use the tool to check; correct one error with a written reason.</a:t>
            </a:r>
          </a:p>
          <a:p>
            <a:r>
              <a:t>Materials/check: Paper first; tool second</a:t>
            </a:r>
          </a:p>
          <a:p>
            <a:r>
              <a:t>Source: 'Math Week 4'!A103:F103</a:t>
            </a:r>
          </a:p>
          <a:p/>
          <a:p>
            <a:r>
              <a:t>1:45 PM–1:55 PM | 6 Check | 10 min</a:t>
            </a:r>
          </a:p>
          <a:p>
            <a:r>
              <a:t>Instructor: Exercise Book 6A Q8–9 with a labelled part/whole calculation.</a:t>
            </a:r>
          </a:p>
          <a:p>
            <a:r>
              <a:t>Learners: Solve without displayed answers; include working, units and the requested rounding.</a:t>
            </a:r>
          </a:p>
          <a:p>
            <a:r>
              <a:t>Materials/check: Teacher answers below</a:t>
            </a:r>
          </a:p>
          <a:p>
            <a:r>
              <a:t>Source: 'Math Week 4'!A104:F104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4'!A105:F105</a:t>
            </a:r>
          </a:p>
          <a:p/>
          <a:p>
            <a:r>
              <a:t>INSTRUCTOR ONLY: REVEAL ASSESSMENT ANSWERS AFTER THE ATTEMPT</a:t>
            </a:r>
          </a:p>
          <a:p>
            <a:r>
              <a:t>6A Q8 = 273; Q9 = 7.5%. 6C Q2 = 560 mm. Answer Key p.19. Answer Key pp.18–19</a:t>
            </a:r>
          </a:p>
          <a:p/>
          <a:p>
            <a:r>
              <a:t>Apply percentage reasoning to waste allowances and whole-unit orders.</a:t>
            </a:r>
          </a:p>
          <a:p/>
          <a:p>
            <a:r>
              <a:t>Sources: 'Math Week 4'!A14:E14; 'Carpentry Schedule'!D37; 'Math Week 4'!A93</a:t>
            </a:r>
          </a:p>
          <a:p>
            <a:r>
              <a:t>Navigation/resource slides support these scheduled steps and do not add instructional time.</a:t>
            </a:r>
          </a:p>
          <a:p>
            <a:r>
              <a:t>SLIDE PLACEMENT: Together, 1:10 PM–1:25 PM. All slides with this phase share these 15 minutes; do not restart the time allocation for each slide.</a:t>
            </a:r>
          </a:p>
          <a:p/>
          <a:p>
            <a:r>
              <a:t>ACCESS EXERCISE BOOK: 6A-Q5</a:t>
            </a:r>
          </a:p>
          <a:p>
            <a:r>
              <a:t>Exact question: Write 45% as a fraction in lowest terms.</a:t>
            </a:r>
          </a:p>
          <a:p>
            <a:r>
              <a:t>Instructor answer: 9/20</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W04-L05 | 2026-11-18 | 12:45 PM–2:00 PM | 75 minutes</a:t>
            </a:r>
          </a:p>
          <a:p>
            <a:r>
              <a:t>Percent: part of a whole</a:t>
            </a:r>
          </a:p>
          <a:p>
            <a:r>
              <a:t>Mode: Math</a:t>
            </a:r>
          </a:p>
          <a:p>
            <a:r>
              <a:t>Goal: Convert percentages, decimals and fractions; find a percentage of a quantity.</a:t>
            </a:r>
          </a:p>
          <a:p>
            <a:r>
              <a:t>Read: Textbook sections 6.1–6.3 pp.92–95; calculator percent p.35</a:t>
            </a:r>
          </a:p>
          <a:p>
            <a:r>
              <a:t>Practise: Exercise Book 6A Q1–10 (p.39); 6C Q1–2 (p.43)</a:t>
            </a:r>
          </a:p>
          <a:p>
            <a:r>
              <a:t>Tool: Numeracy Hub Calculator: choose the matching calculator model for percent entry. Shape Canvas: rectangle with width equal to a stated percentage of length.</a:t>
            </a:r>
          </a:p>
          <a:p/>
          <a:p>
            <a:r>
              <a:t>EXACT SCHEDULED STEPS</a:t>
            </a:r>
          </a:p>
          <a:p>
            <a:r>
              <a:t>12:45 PM–12:50 PM | 1 Start | 5 min</a:t>
            </a:r>
          </a:p>
          <a:p>
            <a:r>
              <a:t>Instructor: Connect percent as part of a whole to reading a carpentry drawing or preparing a cut list. State the objective.</a:t>
            </a:r>
          </a:p>
          <a:p>
            <a:r>
              <a:t>Learners: Share a prior use of this skill; identify the quantity and unit.</a:t>
            </a:r>
          </a:p>
          <a:p>
            <a:r>
              <a:t>Materials/check: Notebook; calculator</a:t>
            </a:r>
          </a:p>
          <a:p>
            <a:r>
              <a:t>Source: 'Math Week 4'!A99:F99</a:t>
            </a:r>
          </a:p>
          <a:p/>
          <a:p>
            <a:r>
              <a:t>12:50 PM–12:55 PM | 2 Recall | 5 min</a:t>
            </a:r>
          </a:p>
          <a:p>
            <a:r>
              <a:t>Instructor: Retrieve 0.5 = 1/2 and ask for the matching percent. Use Exercise Book 6A Q1 and Q3.</a:t>
            </a:r>
          </a:p>
          <a:p>
            <a:r>
              <a:t>Learners: Attempt the short retrieval task independently; explain the method before seeing answers.</a:t>
            </a:r>
          </a:p>
          <a:p>
            <a:r>
              <a:t>Materials/check: Identify support needs</a:t>
            </a:r>
          </a:p>
          <a:p>
            <a:r>
              <a:t>Source: 'Math Week 4'!A100:F100</a:t>
            </a:r>
          </a:p>
          <a:p/>
          <a:p>
            <a:r>
              <a:t>12:55 PM–1:10 PM | 3 Teach | 15 min</a:t>
            </a:r>
          </a:p>
          <a:p>
            <a:r>
              <a:t>Instructor: Model percent ÷ 100, then multiply by the whole. Compare this with the book’s calculator-specific percent keys.</a:t>
            </a:r>
          </a:p>
          <a:p>
            <a:r>
              <a:t>Learners: Annotate a worked example; predict the next step and ask questions.</a:t>
            </a:r>
          </a:p>
          <a:p>
            <a:r>
              <a:t>Materials/check: Textbook; worked example</a:t>
            </a:r>
          </a:p>
          <a:p>
            <a:r>
              <a:t>Source: 'Math Week 4'!A101:F101</a:t>
            </a:r>
          </a:p>
          <a:p/>
          <a:p>
            <a:r>
              <a:t>1:10 PM–1:25 PM | 4 Together | 15 min</a:t>
            </a:r>
          </a:p>
          <a:p>
            <a:r>
              <a:t>Instructor: Work Exercise Book 6A Q5–8 and 6C Q2. Learners label the part, whole and rate.</a:t>
            </a:r>
          </a:p>
          <a:p>
            <a:r>
              <a:t>Learners: Work in pairs; alternate calculator operator and checker. Show units and an estimated answer.</a:t>
            </a:r>
          </a:p>
          <a:p>
            <a:r>
              <a:t>Materials/check: Exercise Book; tool above</a:t>
            </a:r>
          </a:p>
          <a:p>
            <a:r>
              <a:t>Source: 'Math Week 4'!A102:F102</a:t>
            </a:r>
          </a:p>
          <a:p/>
          <a:p>
            <a:r>
              <a:t>1:25 PM–1:45 PM | 5 Practise | 20 min</a:t>
            </a:r>
          </a:p>
          <a:p>
            <a:r>
              <a:t>Instructor: Complete Exercise Book 6A Q2,4,9–10 and 6C Q1. Create the 6C Q2 rectangle in Shape Canvas after calculating its missing width.</a:t>
            </a:r>
          </a:p>
          <a:p>
            <a:r>
              <a:t>Learners: Solve on paper first; use the tool to check; correct one error with a written reason.</a:t>
            </a:r>
          </a:p>
          <a:p>
            <a:r>
              <a:t>Materials/check: Paper first; tool second</a:t>
            </a:r>
          </a:p>
          <a:p>
            <a:r>
              <a:t>Source: 'Math Week 4'!A103:F103</a:t>
            </a:r>
          </a:p>
          <a:p/>
          <a:p>
            <a:r>
              <a:t>1:45 PM–1:55 PM | 6 Check | 10 min</a:t>
            </a:r>
          </a:p>
          <a:p>
            <a:r>
              <a:t>Instructor: Exercise Book 6A Q8–9 with a labelled part/whole calculation.</a:t>
            </a:r>
          </a:p>
          <a:p>
            <a:r>
              <a:t>Learners: Solve without displayed answers; include working, units and the requested rounding.</a:t>
            </a:r>
          </a:p>
          <a:p>
            <a:r>
              <a:t>Materials/check: Teacher answers below</a:t>
            </a:r>
          </a:p>
          <a:p>
            <a:r>
              <a:t>Source: 'Math Week 4'!A104:F104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4'!A105:F105</a:t>
            </a:r>
          </a:p>
          <a:p/>
          <a:p>
            <a:r>
              <a:t>INSTRUCTOR ONLY: REVEAL ASSESSMENT ANSWERS AFTER THE ATTEMPT</a:t>
            </a:r>
          </a:p>
          <a:p>
            <a:r>
              <a:t>6A Q8 = 273; Q9 = 7.5%. 6C Q2 = 560 mm. Answer Key p.19. Answer Key pp.18–19</a:t>
            </a:r>
          </a:p>
          <a:p/>
          <a:p>
            <a:r>
              <a:t>Apply percentage reasoning to waste allowances and whole-unit orders.</a:t>
            </a:r>
          </a:p>
          <a:p/>
          <a:p>
            <a:r>
              <a:t>Sources: 'Math Week 4'!A14:E14; 'Carpentry Schedule'!D37; 'Math Week 4'!A93</a:t>
            </a:r>
          </a:p>
          <a:p>
            <a:r>
              <a:t>Navigation/resource slides support these scheduled steps and do not add instructional time.</a:t>
            </a:r>
          </a:p>
          <a:p>
            <a:r>
              <a:t>SLIDE PLACEMENT: Practise, 1:25 PM–1:45 PM.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W04-L05 | 2026-11-18 | 12:45 PM–2:00 PM | 75 minutes</a:t>
            </a:r>
          </a:p>
          <a:p>
            <a:r>
              <a:t>Percent: part of a whole</a:t>
            </a:r>
          </a:p>
          <a:p>
            <a:r>
              <a:t>Mode: Math</a:t>
            </a:r>
          </a:p>
          <a:p>
            <a:r>
              <a:t>Goal: Convert percentages, decimals and fractions; find a percentage of a quantity.</a:t>
            </a:r>
          </a:p>
          <a:p>
            <a:r>
              <a:t>Read: Textbook sections 6.1–6.3 pp.92–95; calculator percent p.35</a:t>
            </a:r>
          </a:p>
          <a:p>
            <a:r>
              <a:t>Practise: Exercise Book 6A Q1–10 (p.39); 6C Q1–2 (p.43)</a:t>
            </a:r>
          </a:p>
          <a:p>
            <a:r>
              <a:t>Tool: Numeracy Hub Calculator: choose the matching calculator model for percent entry. Shape Canvas: rectangle with width equal to a stated percentage of length.</a:t>
            </a:r>
          </a:p>
          <a:p/>
          <a:p>
            <a:r>
              <a:t>EXACT SCHEDULED STEPS</a:t>
            </a:r>
          </a:p>
          <a:p>
            <a:r>
              <a:t>12:45 PM–12:50 PM | 1 Start | 5 min</a:t>
            </a:r>
          </a:p>
          <a:p>
            <a:r>
              <a:t>Instructor: Connect percent as part of a whole to reading a carpentry drawing or preparing a cut list. State the objective.</a:t>
            </a:r>
          </a:p>
          <a:p>
            <a:r>
              <a:t>Learners: Share a prior use of this skill; identify the quantity and unit.</a:t>
            </a:r>
          </a:p>
          <a:p>
            <a:r>
              <a:t>Materials/check: Notebook; calculator</a:t>
            </a:r>
          </a:p>
          <a:p>
            <a:r>
              <a:t>Source: 'Math Week 4'!A99:F99</a:t>
            </a:r>
          </a:p>
          <a:p/>
          <a:p>
            <a:r>
              <a:t>12:50 PM–12:55 PM | 2 Recall | 5 min</a:t>
            </a:r>
          </a:p>
          <a:p>
            <a:r>
              <a:t>Instructor: Retrieve 0.5 = 1/2 and ask for the matching percent. Use Exercise Book 6A Q1 and Q3.</a:t>
            </a:r>
          </a:p>
          <a:p>
            <a:r>
              <a:t>Learners: Attempt the short retrieval task independently; explain the method before seeing answers.</a:t>
            </a:r>
          </a:p>
          <a:p>
            <a:r>
              <a:t>Materials/check: Identify support needs</a:t>
            </a:r>
          </a:p>
          <a:p>
            <a:r>
              <a:t>Source: 'Math Week 4'!A100:F100</a:t>
            </a:r>
          </a:p>
          <a:p/>
          <a:p>
            <a:r>
              <a:t>12:55 PM–1:10 PM | 3 Teach | 15 min</a:t>
            </a:r>
          </a:p>
          <a:p>
            <a:r>
              <a:t>Instructor: Model percent ÷ 100, then multiply by the whole. Compare this with the book’s calculator-specific percent keys.</a:t>
            </a:r>
          </a:p>
          <a:p>
            <a:r>
              <a:t>Learners: Annotate a worked example; predict the next step and ask questions.</a:t>
            </a:r>
          </a:p>
          <a:p>
            <a:r>
              <a:t>Materials/check: Textbook; worked example</a:t>
            </a:r>
          </a:p>
          <a:p>
            <a:r>
              <a:t>Source: 'Math Week 4'!A101:F101</a:t>
            </a:r>
          </a:p>
          <a:p/>
          <a:p>
            <a:r>
              <a:t>1:10 PM–1:25 PM | 4 Together | 15 min</a:t>
            </a:r>
          </a:p>
          <a:p>
            <a:r>
              <a:t>Instructor: Work Exercise Book 6A Q5–8 and 6C Q2. Learners label the part, whole and rate.</a:t>
            </a:r>
          </a:p>
          <a:p>
            <a:r>
              <a:t>Learners: Work in pairs; alternate calculator operator and checker. Show units and an estimated answer.</a:t>
            </a:r>
          </a:p>
          <a:p>
            <a:r>
              <a:t>Materials/check: Exercise Book; tool above</a:t>
            </a:r>
          </a:p>
          <a:p>
            <a:r>
              <a:t>Source: 'Math Week 4'!A102:F102</a:t>
            </a:r>
          </a:p>
          <a:p/>
          <a:p>
            <a:r>
              <a:t>1:25 PM–1:45 PM | 5 Practise | 20 min</a:t>
            </a:r>
          </a:p>
          <a:p>
            <a:r>
              <a:t>Instructor: Complete Exercise Book 6A Q2,4,9–10 and 6C Q1. Create the 6C Q2 rectangle in Shape Canvas after calculating its missing width.</a:t>
            </a:r>
          </a:p>
          <a:p>
            <a:r>
              <a:t>Learners: Solve on paper first; use the tool to check; correct one error with a written reason.</a:t>
            </a:r>
          </a:p>
          <a:p>
            <a:r>
              <a:t>Materials/check: Paper first; tool second</a:t>
            </a:r>
          </a:p>
          <a:p>
            <a:r>
              <a:t>Source: 'Math Week 4'!A103:F103</a:t>
            </a:r>
          </a:p>
          <a:p/>
          <a:p>
            <a:r>
              <a:t>1:45 PM–1:55 PM | 6 Check | 10 min</a:t>
            </a:r>
          </a:p>
          <a:p>
            <a:r>
              <a:t>Instructor: Exercise Book 6A Q8–9 with a labelled part/whole calculation.</a:t>
            </a:r>
          </a:p>
          <a:p>
            <a:r>
              <a:t>Learners: Solve without displayed answers; include working, units and the requested rounding.</a:t>
            </a:r>
          </a:p>
          <a:p>
            <a:r>
              <a:t>Materials/check: Teacher answers below</a:t>
            </a:r>
          </a:p>
          <a:p>
            <a:r>
              <a:t>Source: 'Math Week 4'!A104:F104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4'!A105:F105</a:t>
            </a:r>
          </a:p>
          <a:p/>
          <a:p>
            <a:r>
              <a:t>INSTRUCTOR ONLY: REVEAL ASSESSMENT ANSWERS AFTER THE ATTEMPT</a:t>
            </a:r>
          </a:p>
          <a:p>
            <a:r>
              <a:t>6A Q8 = 273; Q9 = 7.5%. 6C Q2 = 560 mm. Answer Key p.19. Answer Key pp.18–19</a:t>
            </a:r>
          </a:p>
          <a:p/>
          <a:p>
            <a:r>
              <a:t>Apply percentage reasoning to waste allowances and whole-unit orders.</a:t>
            </a:r>
          </a:p>
          <a:p/>
          <a:p>
            <a:r>
              <a:t>Sources: 'Math Week 4'!A14:E14; 'Carpentry Schedule'!D37; 'Math Week 4'!A93</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W04-L05 | 2026-11-18 | 12:45 PM–2:00 PM | 75 minutes</a:t>
            </a:r>
          </a:p>
          <a:p>
            <a:r>
              <a:t>Percent: part of a whole</a:t>
            </a:r>
          </a:p>
          <a:p>
            <a:r>
              <a:t>Mode: Math</a:t>
            </a:r>
          </a:p>
          <a:p>
            <a:r>
              <a:t>Goal: Convert percentages, decimals and fractions; find a percentage of a quantity.</a:t>
            </a:r>
          </a:p>
          <a:p>
            <a:r>
              <a:t>Read: Textbook sections 6.1–6.3 pp.92–95; calculator percent p.35</a:t>
            </a:r>
          </a:p>
          <a:p>
            <a:r>
              <a:t>Practise: Exercise Book 6A Q1–10 (p.39); 6C Q1–2 (p.43)</a:t>
            </a:r>
          </a:p>
          <a:p>
            <a:r>
              <a:t>Tool: Numeracy Hub Calculator: choose the matching calculator model for percent entry. Shape Canvas: rectangle with width equal to a stated percentage of length.</a:t>
            </a:r>
          </a:p>
          <a:p/>
          <a:p>
            <a:r>
              <a:t>EXACT SCHEDULED STEPS</a:t>
            </a:r>
          </a:p>
          <a:p>
            <a:r>
              <a:t>12:45 PM–12:50 PM | 1 Start | 5 min</a:t>
            </a:r>
          </a:p>
          <a:p>
            <a:r>
              <a:t>Instructor: Connect percent as part of a whole to reading a carpentry drawing or preparing a cut list. State the objective.</a:t>
            </a:r>
          </a:p>
          <a:p>
            <a:r>
              <a:t>Learners: Share a prior use of this skill; identify the quantity and unit.</a:t>
            </a:r>
          </a:p>
          <a:p>
            <a:r>
              <a:t>Materials/check: Notebook; calculator</a:t>
            </a:r>
          </a:p>
          <a:p>
            <a:r>
              <a:t>Source: 'Math Week 4'!A99:F99</a:t>
            </a:r>
          </a:p>
          <a:p/>
          <a:p>
            <a:r>
              <a:t>12:50 PM–12:55 PM | 2 Recall | 5 min</a:t>
            </a:r>
          </a:p>
          <a:p>
            <a:r>
              <a:t>Instructor: Retrieve 0.5 = 1/2 and ask for the matching percent. Use Exercise Book 6A Q1 and Q3.</a:t>
            </a:r>
          </a:p>
          <a:p>
            <a:r>
              <a:t>Learners: Attempt the short retrieval task independently; explain the method before seeing answers.</a:t>
            </a:r>
          </a:p>
          <a:p>
            <a:r>
              <a:t>Materials/check: Identify support needs</a:t>
            </a:r>
          </a:p>
          <a:p>
            <a:r>
              <a:t>Source: 'Math Week 4'!A100:F100</a:t>
            </a:r>
          </a:p>
          <a:p/>
          <a:p>
            <a:r>
              <a:t>12:55 PM–1:10 PM | 3 Teach | 15 min</a:t>
            </a:r>
          </a:p>
          <a:p>
            <a:r>
              <a:t>Instructor: Model percent ÷ 100, then multiply by the whole. Compare this with the book’s calculator-specific percent keys.</a:t>
            </a:r>
          </a:p>
          <a:p>
            <a:r>
              <a:t>Learners: Annotate a worked example; predict the next step and ask questions.</a:t>
            </a:r>
          </a:p>
          <a:p>
            <a:r>
              <a:t>Materials/check: Textbook; worked example</a:t>
            </a:r>
          </a:p>
          <a:p>
            <a:r>
              <a:t>Source: 'Math Week 4'!A101:F101</a:t>
            </a:r>
          </a:p>
          <a:p/>
          <a:p>
            <a:r>
              <a:t>1:10 PM–1:25 PM | 4 Together | 15 min</a:t>
            </a:r>
          </a:p>
          <a:p>
            <a:r>
              <a:t>Instructor: Work Exercise Book 6A Q5–8 and 6C Q2. Learners label the part, whole and rate.</a:t>
            </a:r>
          </a:p>
          <a:p>
            <a:r>
              <a:t>Learners: Work in pairs; alternate calculator operator and checker. Show units and an estimated answer.</a:t>
            </a:r>
          </a:p>
          <a:p>
            <a:r>
              <a:t>Materials/check: Exercise Book; tool above</a:t>
            </a:r>
          </a:p>
          <a:p>
            <a:r>
              <a:t>Source: 'Math Week 4'!A102:F102</a:t>
            </a:r>
          </a:p>
          <a:p/>
          <a:p>
            <a:r>
              <a:t>1:25 PM–1:45 PM | 5 Practise | 20 min</a:t>
            </a:r>
          </a:p>
          <a:p>
            <a:r>
              <a:t>Instructor: Complete Exercise Book 6A Q2,4,9–10 and 6C Q1. Create the 6C Q2 rectangle in Shape Canvas after calculating its missing width.</a:t>
            </a:r>
          </a:p>
          <a:p>
            <a:r>
              <a:t>Learners: Solve on paper first; use the tool to check; correct one error with a written reason.</a:t>
            </a:r>
          </a:p>
          <a:p>
            <a:r>
              <a:t>Materials/check: Paper first; tool second</a:t>
            </a:r>
          </a:p>
          <a:p>
            <a:r>
              <a:t>Source: 'Math Week 4'!A103:F103</a:t>
            </a:r>
          </a:p>
          <a:p/>
          <a:p>
            <a:r>
              <a:t>1:45 PM–1:55 PM | 6 Check | 10 min</a:t>
            </a:r>
          </a:p>
          <a:p>
            <a:r>
              <a:t>Instructor: Exercise Book 6A Q8–9 with a labelled part/whole calculation.</a:t>
            </a:r>
          </a:p>
          <a:p>
            <a:r>
              <a:t>Learners: Solve without displayed answers; include working, units and the requested rounding.</a:t>
            </a:r>
          </a:p>
          <a:p>
            <a:r>
              <a:t>Materials/check: Teacher answers below</a:t>
            </a:r>
          </a:p>
          <a:p>
            <a:r>
              <a:t>Source: 'Math Week 4'!A104:F104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4'!A105:F105</a:t>
            </a:r>
          </a:p>
          <a:p/>
          <a:p>
            <a:r>
              <a:t>INSTRUCTOR ONLY: REVEAL ASSESSMENT ANSWERS AFTER THE ATTEMPT</a:t>
            </a:r>
          </a:p>
          <a:p>
            <a:r>
              <a:t>6A Q8 = 273; Q9 = 7.5%. 6C Q2 = 560 mm. Answer Key p.19. Answer Key pp.18–19</a:t>
            </a:r>
          </a:p>
          <a:p/>
          <a:p>
            <a:r>
              <a:t>Apply percentage reasoning to waste allowances and whole-unit orders.</a:t>
            </a:r>
          </a:p>
          <a:p/>
          <a:p>
            <a:r>
              <a:t>Sources: 'Math Week 4'!A14:E14; 'Carpentry Schedule'!D37; 'Math Week 4'!A93</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Exact scheduled tool activity: Numeracy Hub Calculator: choose the matching calculator model for percent entry. Shape Canvas: rectangle with width equal to a stated percentage of length.</a:t>
            </a:r>
          </a:p>
          <a:p>
            <a:r>
              <a:t>Label the part, whole and rate in the assigned book question before using a tool.</a:t>
            </a:r>
          </a:p>
          <a:p>
            <a:r>
              <a:t>Calculate the missing width for 6C Q2, then create its rectangle in Shape Canvas.</a:t>
            </a:r>
          </a:p>
          <a:p>
            <a:r>
              <a:t>Check with the matching Numeracy Hub calculator model and compare the methods.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W04-L05 | 2026-11-18 | 12:45 PM–2:00 PM | 75 minutes</a:t>
            </a:r>
          </a:p>
          <a:p>
            <a:r>
              <a:t>Percent: part of a whole</a:t>
            </a:r>
          </a:p>
          <a:p>
            <a:r>
              <a:t>Mode: Math</a:t>
            </a:r>
          </a:p>
          <a:p>
            <a:r>
              <a:t>Goal: Convert percentages, decimals and fractions; find a percentage of a quantity.</a:t>
            </a:r>
          </a:p>
          <a:p>
            <a:r>
              <a:t>Read: Textbook sections 6.1–6.3 pp.92–95; calculator percent p.35</a:t>
            </a:r>
          </a:p>
          <a:p>
            <a:r>
              <a:t>Practise: Exercise Book 6A Q1–10 (p.39); 6C Q1–2 (p.43)</a:t>
            </a:r>
          </a:p>
          <a:p>
            <a:r>
              <a:t>Tool: Numeracy Hub Calculator: choose the matching calculator model for percent entry. Shape Canvas: rectangle with width equal to a stated percentage of length.</a:t>
            </a:r>
          </a:p>
          <a:p/>
          <a:p>
            <a:r>
              <a:t>EXACT SCHEDULED STEPS</a:t>
            </a:r>
          </a:p>
          <a:p>
            <a:r>
              <a:t>12:45 PM–12:50 PM | 1 Start | 5 min</a:t>
            </a:r>
          </a:p>
          <a:p>
            <a:r>
              <a:t>Instructor: Connect percent as part of a whole to reading a carpentry drawing or preparing a cut list. State the objective.</a:t>
            </a:r>
          </a:p>
          <a:p>
            <a:r>
              <a:t>Learners: Share a prior use of this skill; identify the quantity and unit.</a:t>
            </a:r>
          </a:p>
          <a:p>
            <a:r>
              <a:t>Materials/check: Notebook; calculator</a:t>
            </a:r>
          </a:p>
          <a:p>
            <a:r>
              <a:t>Source: 'Math Week 4'!A99:F99</a:t>
            </a:r>
          </a:p>
          <a:p/>
          <a:p>
            <a:r>
              <a:t>12:50 PM–12:55 PM | 2 Recall | 5 min</a:t>
            </a:r>
          </a:p>
          <a:p>
            <a:r>
              <a:t>Instructor: Retrieve 0.5 = 1/2 and ask for the matching percent. Use Exercise Book 6A Q1 and Q3.</a:t>
            </a:r>
          </a:p>
          <a:p>
            <a:r>
              <a:t>Learners: Attempt the short retrieval task independently; explain the method before seeing answers.</a:t>
            </a:r>
          </a:p>
          <a:p>
            <a:r>
              <a:t>Materials/check: Identify support needs</a:t>
            </a:r>
          </a:p>
          <a:p>
            <a:r>
              <a:t>Source: 'Math Week 4'!A100:F100</a:t>
            </a:r>
          </a:p>
          <a:p/>
          <a:p>
            <a:r>
              <a:t>12:55 PM–1:10 PM | 3 Teach | 15 min</a:t>
            </a:r>
          </a:p>
          <a:p>
            <a:r>
              <a:t>Instructor: Model percent ÷ 100, then multiply by the whole. Compare this with the book’s calculator-specific percent keys.</a:t>
            </a:r>
          </a:p>
          <a:p>
            <a:r>
              <a:t>Learners: Annotate a worked example; predict the next step and ask questions.</a:t>
            </a:r>
          </a:p>
          <a:p>
            <a:r>
              <a:t>Materials/check: Textbook; worked example</a:t>
            </a:r>
          </a:p>
          <a:p>
            <a:r>
              <a:t>Source: 'Math Week 4'!A101:F101</a:t>
            </a:r>
          </a:p>
          <a:p/>
          <a:p>
            <a:r>
              <a:t>1:10 PM–1:25 PM | 4 Together | 15 min</a:t>
            </a:r>
          </a:p>
          <a:p>
            <a:r>
              <a:t>Instructor: Work Exercise Book 6A Q5–8 and 6C Q2. Learners label the part, whole and rate.</a:t>
            </a:r>
          </a:p>
          <a:p>
            <a:r>
              <a:t>Learners: Work in pairs; alternate calculator operator and checker. Show units and an estimated answer.</a:t>
            </a:r>
          </a:p>
          <a:p>
            <a:r>
              <a:t>Materials/check: Exercise Book; tool above</a:t>
            </a:r>
          </a:p>
          <a:p>
            <a:r>
              <a:t>Source: 'Math Week 4'!A102:F102</a:t>
            </a:r>
          </a:p>
          <a:p/>
          <a:p>
            <a:r>
              <a:t>1:25 PM–1:45 PM | 5 Practise | 20 min</a:t>
            </a:r>
          </a:p>
          <a:p>
            <a:r>
              <a:t>Instructor: Complete Exercise Book 6A Q2,4,9–10 and 6C Q1. Create the 6C Q2 rectangle in Shape Canvas after calculating its missing width.</a:t>
            </a:r>
          </a:p>
          <a:p>
            <a:r>
              <a:t>Learners: Solve on paper first; use the tool to check; correct one error with a written reason.</a:t>
            </a:r>
          </a:p>
          <a:p>
            <a:r>
              <a:t>Materials/check: Paper first; tool second</a:t>
            </a:r>
          </a:p>
          <a:p>
            <a:r>
              <a:t>Source: 'Math Week 4'!A103:F103</a:t>
            </a:r>
          </a:p>
          <a:p/>
          <a:p>
            <a:r>
              <a:t>1:45 PM–1:55 PM | 6 Check | 10 min</a:t>
            </a:r>
          </a:p>
          <a:p>
            <a:r>
              <a:t>Instructor: Exercise Book 6A Q8–9 with a labelled part/whole calculation.</a:t>
            </a:r>
          </a:p>
          <a:p>
            <a:r>
              <a:t>Learners: Solve without displayed answers; include working, units and the requested rounding.</a:t>
            </a:r>
          </a:p>
          <a:p>
            <a:r>
              <a:t>Materials/check: Teacher answers below</a:t>
            </a:r>
          </a:p>
          <a:p>
            <a:r>
              <a:t>Source: 'Math Week 4'!A104:F104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4'!A105:F105</a:t>
            </a:r>
          </a:p>
          <a:p/>
          <a:p>
            <a:r>
              <a:t>INSTRUCTOR ONLY: REVEAL ASSESSMENT ANSWERS AFTER THE ATTEMPT</a:t>
            </a:r>
          </a:p>
          <a:p>
            <a:r>
              <a:t>6A Q8 = 273; Q9 = 7.5%. 6C Q2 = 560 mm. Answer Key p.19. Answer Key pp.18–19</a:t>
            </a:r>
          </a:p>
          <a:p/>
          <a:p>
            <a:r>
              <a:t>Apply percentage reasoning to waste allowances and whole-unit orders.</a:t>
            </a:r>
          </a:p>
          <a:p/>
          <a:p>
            <a:r>
              <a:t>Sources: 'Math Week 4'!A14:E14; 'Carpentry Schedule'!D37; 'Math Week 4'!A93</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ACCESS EXERCISE BOOK: 6A-Q2</a:t>
            </a:r>
          </a:p>
          <a:p>
            <a:r>
              <a:t>Exact question: Write 3.5% as a decimal.</a:t>
            </a:r>
          </a:p>
          <a:p>
            <a:r>
              <a:t>Instructor answer: 0.035</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W04-L05 | 2026-11-18 | 12:45 PM–2:00 PM | 75 minutes</a:t>
            </a:r>
          </a:p>
          <a:p>
            <a:r>
              <a:t>Percent: part of a whole</a:t>
            </a:r>
          </a:p>
          <a:p>
            <a:r>
              <a:t>Mode: Math</a:t>
            </a:r>
          </a:p>
          <a:p>
            <a:r>
              <a:t>Goal: Convert percentages, decimals and fractions; find a percentage of a quantity.</a:t>
            </a:r>
          </a:p>
          <a:p>
            <a:r>
              <a:t>Read: Textbook sections 6.1–6.3 pp.92–95; calculator percent p.35</a:t>
            </a:r>
          </a:p>
          <a:p>
            <a:r>
              <a:t>Practise: Exercise Book 6A Q1–10 (p.39); 6C Q1–2 (p.43)</a:t>
            </a:r>
          </a:p>
          <a:p>
            <a:r>
              <a:t>Tool: Numeracy Hub Calculator: choose the matching calculator model for percent entry. Shape Canvas: rectangle with width equal to a stated percentage of length.</a:t>
            </a:r>
          </a:p>
          <a:p/>
          <a:p>
            <a:r>
              <a:t>EXACT SCHEDULED STEPS</a:t>
            </a:r>
          </a:p>
          <a:p>
            <a:r>
              <a:t>12:45 PM–12:50 PM | 1 Start | 5 min</a:t>
            </a:r>
          </a:p>
          <a:p>
            <a:r>
              <a:t>Instructor: Connect percent as part of a whole to reading a carpentry drawing or preparing a cut list. State the objective.</a:t>
            </a:r>
          </a:p>
          <a:p>
            <a:r>
              <a:t>Learners: Share a prior use of this skill; identify the quantity and unit.</a:t>
            </a:r>
          </a:p>
          <a:p>
            <a:r>
              <a:t>Materials/check: Notebook; calculator</a:t>
            </a:r>
          </a:p>
          <a:p>
            <a:r>
              <a:t>Source: 'Math Week 4'!A99:F99</a:t>
            </a:r>
          </a:p>
          <a:p/>
          <a:p>
            <a:r>
              <a:t>12:50 PM–12:55 PM | 2 Recall | 5 min</a:t>
            </a:r>
          </a:p>
          <a:p>
            <a:r>
              <a:t>Instructor: Retrieve 0.5 = 1/2 and ask for the matching percent. Use Exercise Book 6A Q1 and Q3.</a:t>
            </a:r>
          </a:p>
          <a:p>
            <a:r>
              <a:t>Learners: Attempt the short retrieval task independently; explain the method before seeing answers.</a:t>
            </a:r>
          </a:p>
          <a:p>
            <a:r>
              <a:t>Materials/check: Identify support needs</a:t>
            </a:r>
          </a:p>
          <a:p>
            <a:r>
              <a:t>Source: 'Math Week 4'!A100:F100</a:t>
            </a:r>
          </a:p>
          <a:p/>
          <a:p>
            <a:r>
              <a:t>12:55 PM–1:10 PM | 3 Teach | 15 min</a:t>
            </a:r>
          </a:p>
          <a:p>
            <a:r>
              <a:t>Instructor: Model percent ÷ 100, then multiply by the whole. Compare this with the book’s calculator-specific percent keys.</a:t>
            </a:r>
          </a:p>
          <a:p>
            <a:r>
              <a:t>Learners: Annotate a worked example; predict the next step and ask questions.</a:t>
            </a:r>
          </a:p>
          <a:p>
            <a:r>
              <a:t>Materials/check: Textbook; worked example</a:t>
            </a:r>
          </a:p>
          <a:p>
            <a:r>
              <a:t>Source: 'Math Week 4'!A101:F101</a:t>
            </a:r>
          </a:p>
          <a:p/>
          <a:p>
            <a:r>
              <a:t>1:10 PM–1:25 PM | 4 Together | 15 min</a:t>
            </a:r>
          </a:p>
          <a:p>
            <a:r>
              <a:t>Instructor: Work Exercise Book 6A Q5–8 and 6C Q2. Learners label the part, whole and rate.</a:t>
            </a:r>
          </a:p>
          <a:p>
            <a:r>
              <a:t>Learners: Work in pairs; alternate calculator operator and checker. Show units and an estimated answer.</a:t>
            </a:r>
          </a:p>
          <a:p>
            <a:r>
              <a:t>Materials/check: Exercise Book; tool above</a:t>
            </a:r>
          </a:p>
          <a:p>
            <a:r>
              <a:t>Source: 'Math Week 4'!A102:F102</a:t>
            </a:r>
          </a:p>
          <a:p/>
          <a:p>
            <a:r>
              <a:t>1:25 PM–1:45 PM | 5 Practise | 20 min</a:t>
            </a:r>
          </a:p>
          <a:p>
            <a:r>
              <a:t>Instructor: Complete Exercise Book 6A Q2,4,9–10 and 6C Q1. Create the 6C Q2 rectangle in Shape Canvas after calculating its missing width.</a:t>
            </a:r>
          </a:p>
          <a:p>
            <a:r>
              <a:t>Learners: Solve on paper first; use the tool to check; correct one error with a written reason.</a:t>
            </a:r>
          </a:p>
          <a:p>
            <a:r>
              <a:t>Materials/check: Paper first; tool second</a:t>
            </a:r>
          </a:p>
          <a:p>
            <a:r>
              <a:t>Source: 'Math Week 4'!A103:F103</a:t>
            </a:r>
          </a:p>
          <a:p/>
          <a:p>
            <a:r>
              <a:t>1:45 PM–1:55 PM | 6 Check | 10 min</a:t>
            </a:r>
          </a:p>
          <a:p>
            <a:r>
              <a:t>Instructor: Exercise Book 6A Q8–9 with a labelled part/whole calculation.</a:t>
            </a:r>
          </a:p>
          <a:p>
            <a:r>
              <a:t>Learners: Solve without displayed answers; include working, units and the requested rounding.</a:t>
            </a:r>
          </a:p>
          <a:p>
            <a:r>
              <a:t>Materials/check: Teacher answers below</a:t>
            </a:r>
          </a:p>
          <a:p>
            <a:r>
              <a:t>Source: 'Math Week 4'!A104:F104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4'!A105:F105</a:t>
            </a:r>
          </a:p>
          <a:p/>
          <a:p>
            <a:r>
              <a:t>INSTRUCTOR ONLY: REVEAL ASSESSMENT ANSWERS AFTER THE ATTEMPT</a:t>
            </a:r>
          </a:p>
          <a:p>
            <a:r>
              <a:t>6A Q8 = 273; Q9 = 7.5%. 6C Q2 = 560 mm. Answer Key p.19. Answer Key pp.18–19</a:t>
            </a:r>
          </a:p>
          <a:p/>
          <a:p>
            <a:r>
              <a:t>Apply percentage reasoning to waste allowances and whole-unit orders.</a:t>
            </a:r>
          </a:p>
          <a:p/>
          <a:p>
            <a:r>
              <a:t>Sources: 'Math Week 4'!A14:E14; 'Carpentry Schedule'!D37; 'Math Week 4'!A93</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ACCESS EXERCISE BOOK: 6C-Q1</a:t>
            </a:r>
          </a:p>
          <a:p>
            <a:r>
              <a:t>Exact question: Write the shaded part as a percent, a decimal and a fraction in lowest terms.</a:t>
            </a:r>
          </a:p>
          <a:p>
            <a:r>
              <a:t>Instructor answer: 62%, 0.62,  31/50</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W04-L05 | 2026-11-18 | 12:45 PM–2:00 PM | 75 minutes</a:t>
            </a:r>
          </a:p>
          <a:p>
            <a:r>
              <a:t>Percent: part of a whole</a:t>
            </a:r>
          </a:p>
          <a:p>
            <a:r>
              <a:t>Mode: Math</a:t>
            </a:r>
          </a:p>
          <a:p>
            <a:r>
              <a:t>Goal: Convert percentages, decimals and fractions; find a percentage of a quantity.</a:t>
            </a:r>
          </a:p>
          <a:p>
            <a:r>
              <a:t>Read: Textbook sections 6.1–6.3 pp.92–95; calculator percent p.35</a:t>
            </a:r>
          </a:p>
          <a:p>
            <a:r>
              <a:t>Practise: Exercise Book 6A Q1–10 (p.39); 6C Q1–2 (p.43)</a:t>
            </a:r>
          </a:p>
          <a:p>
            <a:r>
              <a:t>Tool: Numeracy Hub Calculator: choose the matching calculator model for percent entry. Shape Canvas: rectangle with width equal to a stated percentage of length.</a:t>
            </a:r>
          </a:p>
          <a:p/>
          <a:p>
            <a:r>
              <a:t>EXACT SCHEDULED STEPS</a:t>
            </a:r>
          </a:p>
          <a:p>
            <a:r>
              <a:t>12:45 PM–12:50 PM | 1 Start | 5 min</a:t>
            </a:r>
          </a:p>
          <a:p>
            <a:r>
              <a:t>Instructor: Connect percent as part of a whole to reading a carpentry drawing or preparing a cut list. State the objective.</a:t>
            </a:r>
          </a:p>
          <a:p>
            <a:r>
              <a:t>Learners: Share a prior use of this skill; identify the quantity and unit.</a:t>
            </a:r>
          </a:p>
          <a:p>
            <a:r>
              <a:t>Materials/check: Notebook; calculator</a:t>
            </a:r>
          </a:p>
          <a:p>
            <a:r>
              <a:t>Source: 'Math Week 4'!A99:F99</a:t>
            </a:r>
          </a:p>
          <a:p/>
          <a:p>
            <a:r>
              <a:t>12:50 PM–12:55 PM | 2 Recall | 5 min</a:t>
            </a:r>
          </a:p>
          <a:p>
            <a:r>
              <a:t>Instructor: Retrieve 0.5 = 1/2 and ask for the matching percent. Use Exercise Book 6A Q1 and Q3.</a:t>
            </a:r>
          </a:p>
          <a:p>
            <a:r>
              <a:t>Learners: Attempt the short retrieval task independently; explain the method before seeing answers.</a:t>
            </a:r>
          </a:p>
          <a:p>
            <a:r>
              <a:t>Materials/check: Identify support needs</a:t>
            </a:r>
          </a:p>
          <a:p>
            <a:r>
              <a:t>Source: 'Math Week 4'!A100:F100</a:t>
            </a:r>
          </a:p>
          <a:p/>
          <a:p>
            <a:r>
              <a:t>12:55 PM–1:10 PM | 3 Teach | 15 min</a:t>
            </a:r>
          </a:p>
          <a:p>
            <a:r>
              <a:t>Instructor: Model percent ÷ 100, then multiply by the whole. Compare this with the book’s calculator-specific percent keys.</a:t>
            </a:r>
          </a:p>
          <a:p>
            <a:r>
              <a:t>Learners: Annotate a worked example; predict the next step and ask questions.</a:t>
            </a:r>
          </a:p>
          <a:p>
            <a:r>
              <a:t>Materials/check: Textbook; worked example</a:t>
            </a:r>
          </a:p>
          <a:p>
            <a:r>
              <a:t>Source: 'Math Week 4'!A101:F101</a:t>
            </a:r>
          </a:p>
          <a:p/>
          <a:p>
            <a:r>
              <a:t>1:10 PM–1:25 PM | 4 Together | 15 min</a:t>
            </a:r>
          </a:p>
          <a:p>
            <a:r>
              <a:t>Instructor: Work Exercise Book 6A Q5–8 and 6C Q2. Learners label the part, whole and rate.</a:t>
            </a:r>
          </a:p>
          <a:p>
            <a:r>
              <a:t>Learners: Work in pairs; alternate calculator operator and checker. Show units and an estimated answer.</a:t>
            </a:r>
          </a:p>
          <a:p>
            <a:r>
              <a:t>Materials/check: Exercise Book; tool above</a:t>
            </a:r>
          </a:p>
          <a:p>
            <a:r>
              <a:t>Source: 'Math Week 4'!A102:F102</a:t>
            </a:r>
          </a:p>
          <a:p/>
          <a:p>
            <a:r>
              <a:t>1:25 PM–1:45 PM | 5 Practise | 20 min</a:t>
            </a:r>
          </a:p>
          <a:p>
            <a:r>
              <a:t>Instructor: Complete Exercise Book 6A Q2,4,9–10 and 6C Q1. Create the 6C Q2 rectangle in Shape Canvas after calculating its missing width.</a:t>
            </a:r>
          </a:p>
          <a:p>
            <a:r>
              <a:t>Learners: Solve on paper first; use the tool to check; correct one error with a written reason.</a:t>
            </a:r>
          </a:p>
          <a:p>
            <a:r>
              <a:t>Materials/check: Paper first; tool second</a:t>
            </a:r>
          </a:p>
          <a:p>
            <a:r>
              <a:t>Source: 'Math Week 4'!A103:F103</a:t>
            </a:r>
          </a:p>
          <a:p/>
          <a:p>
            <a:r>
              <a:t>1:45 PM–1:55 PM | 6 Check | 10 min</a:t>
            </a:r>
          </a:p>
          <a:p>
            <a:r>
              <a:t>Instructor: Exercise Book 6A Q8–9 with a labelled part/whole calculation.</a:t>
            </a:r>
          </a:p>
          <a:p>
            <a:r>
              <a:t>Learners: Solve without displayed answers; include working, units and the requested rounding.</a:t>
            </a:r>
          </a:p>
          <a:p>
            <a:r>
              <a:t>Materials/check: Teacher answers below</a:t>
            </a:r>
          </a:p>
          <a:p>
            <a:r>
              <a:t>Source: 'Math Week 4'!A104:F104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4'!A105:F105</a:t>
            </a:r>
          </a:p>
          <a:p/>
          <a:p>
            <a:r>
              <a:t>INSTRUCTOR ONLY: REVEAL ASSESSMENT ANSWERS AFTER THE ATTEMPT</a:t>
            </a:r>
          </a:p>
          <a:p>
            <a:r>
              <a:t>6A Q8 = 273; Q9 = 7.5%. 6C Q2 = 560 mm. Answer Key p.19. Answer Key pp.18–19</a:t>
            </a:r>
          </a:p>
          <a:p/>
          <a:p>
            <a:r>
              <a:t>Apply percentage reasoning to waste allowances and whole-unit orders.</a:t>
            </a:r>
          </a:p>
          <a:p/>
          <a:p>
            <a:r>
              <a:t>Sources: 'Math Week 4'!A14:E14; 'Carpentry Schedule'!D37; 'Math Week 4'!A93</a:t>
            </a:r>
          </a:p>
          <a:p>
            <a:r>
              <a:t>Navigation/resource slides support these scheduled steps and do not add instructional time.</a:t>
            </a:r>
          </a:p>
          <a:p>
            <a:r>
              <a:t>SLIDE PLACEMENT: Check, 1:45 PM–1:55 PM.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W04-L05 | 2026-11-18 | 12:45 PM–2:00 PM | 75 minutes</a:t>
            </a:r>
          </a:p>
          <a:p>
            <a:r>
              <a:t>Percent: part of a whole</a:t>
            </a:r>
          </a:p>
          <a:p>
            <a:r>
              <a:t>Mode: Math</a:t>
            </a:r>
          </a:p>
          <a:p>
            <a:r>
              <a:t>Goal: Convert percentages, decimals and fractions; find a percentage of a quantity.</a:t>
            </a:r>
          </a:p>
          <a:p>
            <a:r>
              <a:t>Read: Textbook sections 6.1–6.3 pp.92–95; calculator percent p.35</a:t>
            </a:r>
          </a:p>
          <a:p>
            <a:r>
              <a:t>Practise: Exercise Book 6A Q1–10 (p.39); 6C Q1–2 (p.43)</a:t>
            </a:r>
          </a:p>
          <a:p>
            <a:r>
              <a:t>Tool: Numeracy Hub Calculator: choose the matching calculator model for percent entry. Shape Canvas: rectangle with width equal to a stated percentage of length.</a:t>
            </a:r>
          </a:p>
          <a:p/>
          <a:p>
            <a:r>
              <a:t>EXACT SCHEDULED STEPS</a:t>
            </a:r>
          </a:p>
          <a:p>
            <a:r>
              <a:t>12:45 PM–12:50 PM | 1 Start | 5 min</a:t>
            </a:r>
          </a:p>
          <a:p>
            <a:r>
              <a:t>Instructor: Connect percent as part of a whole to reading a carpentry drawing or preparing a cut list. State the objective.</a:t>
            </a:r>
          </a:p>
          <a:p>
            <a:r>
              <a:t>Learners: Share a prior use of this skill; identify the quantity and unit.</a:t>
            </a:r>
          </a:p>
          <a:p>
            <a:r>
              <a:t>Materials/check: Notebook; calculator</a:t>
            </a:r>
          </a:p>
          <a:p>
            <a:r>
              <a:t>Source: 'Math Week 4'!A99:F99</a:t>
            </a:r>
          </a:p>
          <a:p/>
          <a:p>
            <a:r>
              <a:t>12:50 PM–12:55 PM | 2 Recall | 5 min</a:t>
            </a:r>
          </a:p>
          <a:p>
            <a:r>
              <a:t>Instructor: Retrieve 0.5 = 1/2 and ask for the matching percent. Use Exercise Book 6A Q1 and Q3.</a:t>
            </a:r>
          </a:p>
          <a:p>
            <a:r>
              <a:t>Learners: Attempt the short retrieval task independently; explain the method before seeing answers.</a:t>
            </a:r>
          </a:p>
          <a:p>
            <a:r>
              <a:t>Materials/check: Identify support needs</a:t>
            </a:r>
          </a:p>
          <a:p>
            <a:r>
              <a:t>Source: 'Math Week 4'!A100:F100</a:t>
            </a:r>
          </a:p>
          <a:p/>
          <a:p>
            <a:r>
              <a:t>12:55 PM–1:10 PM | 3 Teach | 15 min</a:t>
            </a:r>
          </a:p>
          <a:p>
            <a:r>
              <a:t>Instructor: Model percent ÷ 100, then multiply by the whole. Compare this with the book’s calculator-specific percent keys.</a:t>
            </a:r>
          </a:p>
          <a:p>
            <a:r>
              <a:t>Learners: Annotate a worked example; predict the next step and ask questions.</a:t>
            </a:r>
          </a:p>
          <a:p>
            <a:r>
              <a:t>Materials/check: Textbook; worked example</a:t>
            </a:r>
          </a:p>
          <a:p>
            <a:r>
              <a:t>Source: 'Math Week 4'!A101:F101</a:t>
            </a:r>
          </a:p>
          <a:p/>
          <a:p>
            <a:r>
              <a:t>1:10 PM–1:25 PM | 4 Together | 15 min</a:t>
            </a:r>
          </a:p>
          <a:p>
            <a:r>
              <a:t>Instructor: Work Exercise Book 6A Q5–8 and 6C Q2. Learners label the part, whole and rate.</a:t>
            </a:r>
          </a:p>
          <a:p>
            <a:r>
              <a:t>Learners: Work in pairs; alternate calculator operator and checker. Show units and an estimated answer.</a:t>
            </a:r>
          </a:p>
          <a:p>
            <a:r>
              <a:t>Materials/check: Exercise Book; tool above</a:t>
            </a:r>
          </a:p>
          <a:p>
            <a:r>
              <a:t>Source: 'Math Week 4'!A102:F102</a:t>
            </a:r>
          </a:p>
          <a:p/>
          <a:p>
            <a:r>
              <a:t>1:25 PM–1:45 PM | 5 Practise | 20 min</a:t>
            </a:r>
          </a:p>
          <a:p>
            <a:r>
              <a:t>Instructor: Complete Exercise Book 6A Q2,4,9–10 and 6C Q1. Create the 6C Q2 rectangle in Shape Canvas after calculating its missing width.</a:t>
            </a:r>
          </a:p>
          <a:p>
            <a:r>
              <a:t>Learners: Solve on paper first; use the tool to check; correct one error with a written reason.</a:t>
            </a:r>
          </a:p>
          <a:p>
            <a:r>
              <a:t>Materials/check: Paper first; tool second</a:t>
            </a:r>
          </a:p>
          <a:p>
            <a:r>
              <a:t>Source: 'Math Week 4'!A103:F103</a:t>
            </a:r>
          </a:p>
          <a:p/>
          <a:p>
            <a:r>
              <a:t>1:45 PM–1:55 PM | 6 Check | 10 min</a:t>
            </a:r>
          </a:p>
          <a:p>
            <a:r>
              <a:t>Instructor: Exercise Book 6A Q8–9 with a labelled part/whole calculation.</a:t>
            </a:r>
          </a:p>
          <a:p>
            <a:r>
              <a:t>Learners: Solve without displayed answers; include working, units and the requested rounding.</a:t>
            </a:r>
          </a:p>
          <a:p>
            <a:r>
              <a:t>Materials/check: Teacher answers below</a:t>
            </a:r>
          </a:p>
          <a:p>
            <a:r>
              <a:t>Source: 'Math Week 4'!A104:F104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4'!A105:F105</a:t>
            </a:r>
          </a:p>
          <a:p/>
          <a:p>
            <a:r>
              <a:t>INSTRUCTOR ONLY: REVEAL ASSESSMENT ANSWERS AFTER THE ATTEMPT</a:t>
            </a:r>
          </a:p>
          <a:p>
            <a:r>
              <a:t>6A Q8 = 273; Q9 = 7.5%. 6C Q2 = 560 mm. Answer Key p.19. Answer Key pp.18–19</a:t>
            </a:r>
          </a:p>
          <a:p/>
          <a:p>
            <a:r>
              <a:t>Apply percentage reasoning to waste allowances and whole-unit orders.</a:t>
            </a:r>
          </a:p>
          <a:p/>
          <a:p>
            <a:r>
              <a:t>Sources: 'Math Week 4'!A14:E14; 'Carpentry Schedule'!D37; 'Math Week 4'!A93</a:t>
            </a:r>
          </a:p>
          <a:p>
            <a:r>
              <a:t>Navigation/resource slides support these scheduled steps and do not add instructional time.</a:t>
            </a:r>
          </a:p>
          <a:p>
            <a:r>
              <a:t>SLIDE PLACEMENT: Check, 1:45 PM–1:55 PM. All slides with this phase share these 10 minutes; do not restart the time allocation for each slide.</a:t>
            </a:r>
          </a:p>
          <a:p/>
          <a:p>
            <a:r>
              <a:t>ACCESS EXERCISE BOOK: 6A-Q8</a:t>
            </a:r>
          </a:p>
          <a:p>
            <a:r>
              <a:t>Exact question: Find 6.5% of 4,200.</a:t>
            </a:r>
          </a:p>
          <a:p>
            <a:r>
              <a:t>Instructor answer: 273</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W04-L05 | 2026-11-18 | 12:45 PM–2:00 PM | 75 minutes</a:t>
            </a:r>
          </a:p>
          <a:p>
            <a:r>
              <a:t>Percent: part of a whole</a:t>
            </a:r>
          </a:p>
          <a:p>
            <a:r>
              <a:t>Mode: Math</a:t>
            </a:r>
          </a:p>
          <a:p>
            <a:r>
              <a:t>Goal: Convert percentages, decimals and fractions; find a percentage of a quantity.</a:t>
            </a:r>
          </a:p>
          <a:p>
            <a:r>
              <a:t>Read: Textbook sections 6.1–6.3 pp.92–95; calculator percent p.35</a:t>
            </a:r>
          </a:p>
          <a:p>
            <a:r>
              <a:t>Practise: Exercise Book 6A Q1–10 (p.39); 6C Q1–2 (p.43)</a:t>
            </a:r>
          </a:p>
          <a:p>
            <a:r>
              <a:t>Tool: Numeracy Hub Calculator: choose the matching calculator model for percent entry. Shape Canvas: rectangle with width equal to a stated percentage of length.</a:t>
            </a:r>
          </a:p>
          <a:p/>
          <a:p>
            <a:r>
              <a:t>EXACT SCHEDULED STEPS</a:t>
            </a:r>
          </a:p>
          <a:p>
            <a:r>
              <a:t>12:45 PM–12:50 PM | 1 Start | 5 min</a:t>
            </a:r>
          </a:p>
          <a:p>
            <a:r>
              <a:t>Instructor: Connect percent as part of a whole to reading a carpentry drawing or preparing a cut list. State the objective.</a:t>
            </a:r>
          </a:p>
          <a:p>
            <a:r>
              <a:t>Learners: Share a prior use of this skill; identify the quantity and unit.</a:t>
            </a:r>
          </a:p>
          <a:p>
            <a:r>
              <a:t>Materials/check: Notebook; calculator</a:t>
            </a:r>
          </a:p>
          <a:p>
            <a:r>
              <a:t>Source: 'Math Week 4'!A99:F99</a:t>
            </a:r>
          </a:p>
          <a:p/>
          <a:p>
            <a:r>
              <a:t>12:50 PM–12:55 PM | 2 Recall | 5 min</a:t>
            </a:r>
          </a:p>
          <a:p>
            <a:r>
              <a:t>Instructor: Retrieve 0.5 = 1/2 and ask for the matching percent. Use Exercise Book 6A Q1 and Q3.</a:t>
            </a:r>
          </a:p>
          <a:p>
            <a:r>
              <a:t>Learners: Attempt the short retrieval task independently; explain the method before seeing answers.</a:t>
            </a:r>
          </a:p>
          <a:p>
            <a:r>
              <a:t>Materials/check: Identify support needs</a:t>
            </a:r>
          </a:p>
          <a:p>
            <a:r>
              <a:t>Source: 'Math Week 4'!A100:F100</a:t>
            </a:r>
          </a:p>
          <a:p/>
          <a:p>
            <a:r>
              <a:t>12:55 PM–1:10 PM | 3 Teach | 15 min</a:t>
            </a:r>
          </a:p>
          <a:p>
            <a:r>
              <a:t>Instructor: Model percent ÷ 100, then multiply by the whole. Compare this with the book’s calculator-specific percent keys.</a:t>
            </a:r>
          </a:p>
          <a:p>
            <a:r>
              <a:t>Learners: Annotate a worked example; predict the next step and ask questions.</a:t>
            </a:r>
          </a:p>
          <a:p>
            <a:r>
              <a:t>Materials/check: Textbook; worked example</a:t>
            </a:r>
          </a:p>
          <a:p>
            <a:r>
              <a:t>Source: 'Math Week 4'!A101:F101</a:t>
            </a:r>
          </a:p>
          <a:p/>
          <a:p>
            <a:r>
              <a:t>1:10 PM–1:25 PM | 4 Together | 15 min</a:t>
            </a:r>
          </a:p>
          <a:p>
            <a:r>
              <a:t>Instructor: Work Exercise Book 6A Q5–8 and 6C Q2. Learners label the part, whole and rate.</a:t>
            </a:r>
          </a:p>
          <a:p>
            <a:r>
              <a:t>Learners: Work in pairs; alternate calculator operator and checker. Show units and an estimated answer.</a:t>
            </a:r>
          </a:p>
          <a:p>
            <a:r>
              <a:t>Materials/check: Exercise Book; tool above</a:t>
            </a:r>
          </a:p>
          <a:p>
            <a:r>
              <a:t>Source: 'Math Week 4'!A102:F102</a:t>
            </a:r>
          </a:p>
          <a:p/>
          <a:p>
            <a:r>
              <a:t>1:25 PM–1:45 PM | 5 Practise | 20 min</a:t>
            </a:r>
          </a:p>
          <a:p>
            <a:r>
              <a:t>Instructor: Complete Exercise Book 6A Q2,4,9–10 and 6C Q1. Create the 6C Q2 rectangle in Shape Canvas after calculating its missing width.</a:t>
            </a:r>
          </a:p>
          <a:p>
            <a:r>
              <a:t>Learners: Solve on paper first; use the tool to check; correct one error with a written reason.</a:t>
            </a:r>
          </a:p>
          <a:p>
            <a:r>
              <a:t>Materials/check: Paper first; tool second</a:t>
            </a:r>
          </a:p>
          <a:p>
            <a:r>
              <a:t>Source: 'Math Week 4'!A103:F103</a:t>
            </a:r>
          </a:p>
          <a:p/>
          <a:p>
            <a:r>
              <a:t>1:45 PM–1:55 PM | 6 Check | 10 min</a:t>
            </a:r>
          </a:p>
          <a:p>
            <a:r>
              <a:t>Instructor: Exercise Book 6A Q8–9 with a labelled part/whole calculation.</a:t>
            </a:r>
          </a:p>
          <a:p>
            <a:r>
              <a:t>Learners: Solve without displayed answers; include working, units and the requested rounding.</a:t>
            </a:r>
          </a:p>
          <a:p>
            <a:r>
              <a:t>Materials/check: Teacher answers below</a:t>
            </a:r>
          </a:p>
          <a:p>
            <a:r>
              <a:t>Source: 'Math Week 4'!A104:F104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4'!A105:F105</a:t>
            </a:r>
          </a:p>
          <a:p/>
          <a:p>
            <a:r>
              <a:t>INSTRUCTOR ONLY: REVEAL ASSESSMENT ANSWERS AFTER THE ATTEMPT</a:t>
            </a:r>
          </a:p>
          <a:p>
            <a:r>
              <a:t>6A Q8 = 273; Q9 = 7.5%. 6C Q2 = 560 mm. Answer Key p.19. Answer Key pp.18–19</a:t>
            </a:r>
          </a:p>
          <a:p/>
          <a:p>
            <a:r>
              <a:t>Apply percentage reasoning to waste allowances and whole-unit orders.</a:t>
            </a:r>
          </a:p>
          <a:p/>
          <a:p>
            <a:r>
              <a:t>Sources: 'Math Week 4'!A14:E14; 'Carpentry Schedule'!D37; 'Math Week 4'!A93</a:t>
            </a:r>
          </a:p>
          <a:p>
            <a:r>
              <a:t>Navigation/resource slides support these scheduled steps and do not add instructional time.</a:t>
            </a:r>
          </a:p>
          <a:p>
            <a:r>
              <a:t>SLIDE PLACEMENT: Check, 1:45 PM–1:55 PM. All slides with this phase share these 10 minutes; do not restart the time allocation for each slide.</a:t>
            </a:r>
          </a:p>
          <a:p/>
          <a:p>
            <a:r>
              <a:t>ACCESS EXERCISE BOOK: 6A-Q9</a:t>
            </a:r>
          </a:p>
          <a:p>
            <a:r>
              <a:t>Exact question: 27 is what percent of 360?</a:t>
            </a:r>
          </a:p>
          <a:p>
            <a:r>
              <a:t>Instructor answer: 7.5%</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W04-L05 | 2026-11-18 | 12:45 PM–2:00 PM | 75 minutes</a:t>
            </a:r>
          </a:p>
          <a:p>
            <a:r>
              <a:t>Percent: part of a whole</a:t>
            </a:r>
          </a:p>
          <a:p>
            <a:r>
              <a:t>Mode: Math</a:t>
            </a:r>
          </a:p>
          <a:p>
            <a:r>
              <a:t>Goal: Convert percentages, decimals and fractions; find a percentage of a quantity.</a:t>
            </a:r>
          </a:p>
          <a:p>
            <a:r>
              <a:t>Read: Textbook sections 6.1–6.3 pp.92–95; calculator percent p.35</a:t>
            </a:r>
          </a:p>
          <a:p>
            <a:r>
              <a:t>Practise: Exercise Book 6A Q1–10 (p.39); 6C Q1–2 (p.43)</a:t>
            </a:r>
          </a:p>
          <a:p>
            <a:r>
              <a:t>Tool: Numeracy Hub Calculator: choose the matching calculator model for percent entry. Shape Canvas: rectangle with width equal to a stated percentage of length.</a:t>
            </a:r>
          </a:p>
          <a:p/>
          <a:p>
            <a:r>
              <a:t>EXACT SCHEDULED STEPS</a:t>
            </a:r>
          </a:p>
          <a:p>
            <a:r>
              <a:t>12:45 PM–12:50 PM | 1 Start | 5 min</a:t>
            </a:r>
          </a:p>
          <a:p>
            <a:r>
              <a:t>Instructor: Connect percent as part of a whole to reading a carpentry drawing or preparing a cut list. State the objective.</a:t>
            </a:r>
          </a:p>
          <a:p>
            <a:r>
              <a:t>Learners: Share a prior use of this skill; identify the quantity and unit.</a:t>
            </a:r>
          </a:p>
          <a:p>
            <a:r>
              <a:t>Materials/check: Notebook; calculator</a:t>
            </a:r>
          </a:p>
          <a:p>
            <a:r>
              <a:t>Source: 'Math Week 4'!A99:F99</a:t>
            </a:r>
          </a:p>
          <a:p/>
          <a:p>
            <a:r>
              <a:t>12:50 PM–12:55 PM | 2 Recall | 5 min</a:t>
            </a:r>
          </a:p>
          <a:p>
            <a:r>
              <a:t>Instructor: Retrieve 0.5 = 1/2 and ask for the matching percent. Use Exercise Book 6A Q1 and Q3.</a:t>
            </a:r>
          </a:p>
          <a:p>
            <a:r>
              <a:t>Learners: Attempt the short retrieval task independently; explain the method before seeing answers.</a:t>
            </a:r>
          </a:p>
          <a:p>
            <a:r>
              <a:t>Materials/check: Identify support needs</a:t>
            </a:r>
          </a:p>
          <a:p>
            <a:r>
              <a:t>Source: 'Math Week 4'!A100:F100</a:t>
            </a:r>
          </a:p>
          <a:p/>
          <a:p>
            <a:r>
              <a:t>12:55 PM–1:10 PM | 3 Teach | 15 min</a:t>
            </a:r>
          </a:p>
          <a:p>
            <a:r>
              <a:t>Instructor: Model percent ÷ 100, then multiply by the whole. Compare this with the book’s calculator-specific percent keys.</a:t>
            </a:r>
          </a:p>
          <a:p>
            <a:r>
              <a:t>Learners: Annotate a worked example; predict the next step and ask questions.</a:t>
            </a:r>
          </a:p>
          <a:p>
            <a:r>
              <a:t>Materials/check: Textbook; worked example</a:t>
            </a:r>
          </a:p>
          <a:p>
            <a:r>
              <a:t>Source: 'Math Week 4'!A101:F101</a:t>
            </a:r>
          </a:p>
          <a:p/>
          <a:p>
            <a:r>
              <a:t>1:10 PM–1:25 PM | 4 Together | 15 min</a:t>
            </a:r>
          </a:p>
          <a:p>
            <a:r>
              <a:t>Instructor: Work Exercise Book 6A Q5–8 and 6C Q2. Learners label the part, whole and rate.</a:t>
            </a:r>
          </a:p>
          <a:p>
            <a:r>
              <a:t>Learners: Work in pairs; alternate calculator operator and checker. Show units and an estimated answer.</a:t>
            </a:r>
          </a:p>
          <a:p>
            <a:r>
              <a:t>Materials/check: Exercise Book; tool above</a:t>
            </a:r>
          </a:p>
          <a:p>
            <a:r>
              <a:t>Source: 'Math Week 4'!A102:F102</a:t>
            </a:r>
          </a:p>
          <a:p/>
          <a:p>
            <a:r>
              <a:t>1:25 PM–1:45 PM | 5 Practise | 20 min</a:t>
            </a:r>
          </a:p>
          <a:p>
            <a:r>
              <a:t>Instructor: Complete Exercise Book 6A Q2,4,9–10 and 6C Q1. Create the 6C Q2 rectangle in Shape Canvas after calculating its missing width.</a:t>
            </a:r>
          </a:p>
          <a:p>
            <a:r>
              <a:t>Learners: Solve on paper first; use the tool to check; correct one error with a written reason.</a:t>
            </a:r>
          </a:p>
          <a:p>
            <a:r>
              <a:t>Materials/check: Paper first; tool second</a:t>
            </a:r>
          </a:p>
          <a:p>
            <a:r>
              <a:t>Source: 'Math Week 4'!A103:F103</a:t>
            </a:r>
          </a:p>
          <a:p/>
          <a:p>
            <a:r>
              <a:t>1:45 PM–1:55 PM | 6 Check | 10 min</a:t>
            </a:r>
          </a:p>
          <a:p>
            <a:r>
              <a:t>Instructor: Exercise Book 6A Q8–9 with a labelled part/whole calculation.</a:t>
            </a:r>
          </a:p>
          <a:p>
            <a:r>
              <a:t>Learners: Solve without displayed answers; include working, units and the requested rounding.</a:t>
            </a:r>
          </a:p>
          <a:p>
            <a:r>
              <a:t>Materials/check: Teacher answers below</a:t>
            </a:r>
          </a:p>
          <a:p>
            <a:r>
              <a:t>Source: 'Math Week 4'!A104:F104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4'!A105:F105</a:t>
            </a:r>
          </a:p>
          <a:p/>
          <a:p>
            <a:r>
              <a:t>INSTRUCTOR ONLY: REVEAL ASSESSMENT ANSWERS AFTER THE ATTEMPT</a:t>
            </a:r>
          </a:p>
          <a:p>
            <a:r>
              <a:t>6A Q8 = 273; Q9 = 7.5%. 6C Q2 = 560 mm. Answer Key p.19. Answer Key pp.18–19</a:t>
            </a:r>
          </a:p>
          <a:p/>
          <a:p>
            <a:r>
              <a:t>Apply percentage reasoning to waste allowances and whole-unit orders.</a:t>
            </a:r>
          </a:p>
          <a:p/>
          <a:p>
            <a:r>
              <a:t>Sources: 'Math Week 4'!A14:E14; 'Carpentry Schedule'!D37; 'Math Week 4'!A93</a:t>
            </a:r>
          </a:p>
          <a:p>
            <a:r>
              <a:t>Navigation/resource slides support these scheduled steps and do not add instructional time.</a:t>
            </a:r>
          </a:p>
          <a:p>
            <a:r>
              <a:t>SLIDE PLACEMENT: Wrap up, 1:55 PM–2:00 PM. All slides with this phase share these 5 minutes; do not restart the time allocation for each slide.</a:t>
            </a:r>
          </a:p>
          <a:p/>
          <a:p>
            <a:r>
              <a:t>Next scheduled learning: Apply percentage reasoning to waste allowances and whole-unit orders.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15 minutes. Resume at 2:15 PM. Do not move the following math block into the break.</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W04-L06 | 2026-11-18 | 2:15 PM–3:30 PM | 75 minutes</a:t>
            </a:r>
          </a:p>
          <a:p>
            <a:r>
              <a:t>Waste allowance and purchase quantities</a:t>
            </a:r>
          </a:p>
          <a:p>
            <a:r>
              <a:t>Mode: Math</a:t>
            </a:r>
          </a:p>
          <a:p>
            <a:r>
              <a:t>Goal: Apply an allowance or discount once, then round an order to whole purchase units.</a:t>
            </a:r>
          </a:p>
          <a:p>
            <a:r>
              <a:t>Read: Textbook sections 6.4 pp.96–97; review sections 5.7 pp.86–87</a:t>
            </a:r>
          </a:p>
          <a:p>
            <a:r>
              <a:t>Practise: Exercise Book 6A Q11–13 (pp.39–40); 6B Q1–3,5 (p.41)</a:t>
            </a:r>
          </a:p>
          <a:p>
            <a:r>
              <a:t>Tool: Numeracy Hub Calculator: compare percent-key and decimal-multiplier methods. Shape Canvas: label a rectangle as net material versus order quantity.</a:t>
            </a:r>
          </a:p>
          <a:p/>
          <a:p>
            <a:r>
              <a:t>EXACT SCHEDULED STEPS</a:t>
            </a:r>
          </a:p>
          <a:p>
            <a:r>
              <a:t>2:15 PM–2:20 PM | 1 Start | 5 min</a:t>
            </a:r>
          </a:p>
          <a:p>
            <a:r>
              <a:t>Instructor: Connect waste allowance, discounts and purchase quantities to reading a carpentry drawing or preparing a cut list. State the objective.</a:t>
            </a:r>
          </a:p>
          <a:p>
            <a:r>
              <a:t>Learners: Share a prior use of this skill; identify the quantity and unit.</a:t>
            </a:r>
          </a:p>
          <a:p>
            <a:r>
              <a:t>Materials/check: Notebook; calculator</a:t>
            </a:r>
          </a:p>
          <a:p>
            <a:r>
              <a:t>Source: 'Math Week 4'!A116:F116</a:t>
            </a:r>
          </a:p>
          <a:p/>
          <a:p>
            <a:r>
              <a:t>2:20 PM–2:25 PM | 2 Recall | 5 min</a:t>
            </a:r>
          </a:p>
          <a:p>
            <a:r>
              <a:t>Instructor: Ask whether a 15% allowance means ordering 15% or 115% of the original quantity.</a:t>
            </a:r>
          </a:p>
          <a:p>
            <a:r>
              <a:t>Learners: Attempt the short retrieval task independently; explain the method before seeing answers.</a:t>
            </a:r>
          </a:p>
          <a:p>
            <a:r>
              <a:t>Materials/check: Identify support needs</a:t>
            </a:r>
          </a:p>
          <a:p>
            <a:r>
              <a:t>Source: 'Math Week 4'!A117:F117</a:t>
            </a:r>
          </a:p>
          <a:p/>
          <a:p>
            <a:r>
              <a:t>2:25 PM–2:40 PM | 3 Teach | 15 min</a:t>
            </a:r>
          </a:p>
          <a:p>
            <a:r>
              <a:t>Instructor: Model Exercise Book 6B Q2, keep the unrounded allowance quantity, then round up to full sheets. Contrast increase with discount.</a:t>
            </a:r>
          </a:p>
          <a:p>
            <a:r>
              <a:t>Learners: Annotate a worked example; predict the next step and ask questions.</a:t>
            </a:r>
          </a:p>
          <a:p>
            <a:r>
              <a:t>Materials/check: Textbook; worked example</a:t>
            </a:r>
          </a:p>
          <a:p>
            <a:r>
              <a:t>Source: 'Math Week 4'!A118:F118</a:t>
            </a:r>
          </a:p>
          <a:p/>
          <a:p>
            <a:r>
              <a:t>2:40 PM–2:55 PM | 4 Together | 15 min</a:t>
            </a:r>
          </a:p>
          <a:p>
            <a:r>
              <a:t>Instructor: Work Exercise Book 6A Q11–13 and 6B Q3; learners identify the original base before calculating.</a:t>
            </a:r>
          </a:p>
          <a:p>
            <a:r>
              <a:t>Learners: Work in pairs; alternate calculator operator and checker. Show units and an estimated answer.</a:t>
            </a:r>
          </a:p>
          <a:p>
            <a:r>
              <a:t>Materials/check: Exercise Book; tool above</a:t>
            </a:r>
          </a:p>
          <a:p>
            <a:r>
              <a:t>Source: 'Math Week 4'!A119:F119</a:t>
            </a:r>
          </a:p>
          <a:p/>
          <a:p>
            <a:r>
              <a:t>2:55 PM–3:15 PM | 5 Practise | 20 min</a:t>
            </a:r>
          </a:p>
          <a:p>
            <a:r>
              <a:t>Instructor: Solve Exercise Book 6B Q1,5 and rework Q2 with a written order explanation. Label all practice allowances as problem data, not a standard job allowance.</a:t>
            </a:r>
          </a:p>
          <a:p>
            <a:r>
              <a:t>Learners: Solve on paper first; use the tool to check; correct one error with a written reason.</a:t>
            </a:r>
          </a:p>
          <a:p>
            <a:r>
              <a:t>Materials/check: Paper first; tool second</a:t>
            </a:r>
          </a:p>
          <a:p>
            <a:r>
              <a:t>Source: 'Math Week 4'!A120:F120</a:t>
            </a:r>
          </a:p>
          <a:p/>
          <a:p>
            <a:r>
              <a:t>3:15 PM–3:25 PM | 6 Check | 10 min</a:t>
            </a:r>
          </a:p>
          <a:p>
            <a:r>
              <a:t>Instructor: Exercise Book 6B Q2 and Q3, showing the unrounded order and discount calculation.</a:t>
            </a:r>
          </a:p>
          <a:p>
            <a:r>
              <a:t>Learners: Solve without displayed answers; include working, units and the requested rounding.</a:t>
            </a:r>
          </a:p>
          <a:p>
            <a:r>
              <a:t>Materials/check: Teacher answers below</a:t>
            </a:r>
          </a:p>
          <a:p>
            <a:r>
              <a:t>Source: 'Math Week 4'!A121:F121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4'!A122:F122</a:t>
            </a:r>
          </a:p>
          <a:p/>
          <a:p>
            <a:r>
              <a:t>INSTRUCTOR ONLY: REVEAL ASSESSMENT ANSWERS AFTER THE ATTEMPT</a:t>
            </a:r>
          </a:p>
          <a:p>
            <a:r>
              <a:t>6B Q2 = 20.7, rounded up to 21 sheets; Q3 = $76.12 each, $456.72 for six. Answer Key p.19. Answer Key pp.18–19</a:t>
            </a:r>
          </a:p>
          <a:p/>
          <a:p>
            <a:r>
              <a:t>Use the difference between a fraction of the total and a ratio of parts as the next bridge.</a:t>
            </a:r>
          </a:p>
          <a:p/>
          <a:p>
            <a:r>
              <a:t>Sources: 'Math Week 4'!A15:E15; 'Carpentry Schedule'!D39; 'Math Week 4'!A110</a:t>
            </a:r>
          </a:p>
          <a:p>
            <a:r>
              <a:t>Navigation/resource slides support these scheduled steps and do not add instructional time.</a:t>
            </a:r>
          </a:p>
          <a:p>
            <a:r>
              <a:t>SLIDE PLACEMENT: Start, 2:15 PM–2:20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W04-L06 | 2026-11-18 | 2:15 PM–3:30 PM | 75 minutes</a:t>
            </a:r>
          </a:p>
          <a:p>
            <a:r>
              <a:t>Waste allowance and purchase quantities</a:t>
            </a:r>
          </a:p>
          <a:p>
            <a:r>
              <a:t>Mode: Math</a:t>
            </a:r>
          </a:p>
          <a:p>
            <a:r>
              <a:t>Goal: Apply an allowance or discount once, then round an order to whole purchase units.</a:t>
            </a:r>
          </a:p>
          <a:p>
            <a:r>
              <a:t>Read: Textbook sections 6.4 pp.96–97; review sections 5.7 pp.86–87</a:t>
            </a:r>
          </a:p>
          <a:p>
            <a:r>
              <a:t>Practise: Exercise Book 6A Q11–13 (pp.39–40); 6B Q1–3,5 (p.41)</a:t>
            </a:r>
          </a:p>
          <a:p>
            <a:r>
              <a:t>Tool: Numeracy Hub Calculator: compare percent-key and decimal-multiplier methods. Shape Canvas: label a rectangle as net material versus order quantity.</a:t>
            </a:r>
          </a:p>
          <a:p/>
          <a:p>
            <a:r>
              <a:t>EXACT SCHEDULED STEPS</a:t>
            </a:r>
          </a:p>
          <a:p>
            <a:r>
              <a:t>2:15 PM–2:20 PM | 1 Start | 5 min</a:t>
            </a:r>
          </a:p>
          <a:p>
            <a:r>
              <a:t>Instructor: Connect waste allowance, discounts and purchase quantities to reading a carpentry drawing or preparing a cut list. State the objective.</a:t>
            </a:r>
          </a:p>
          <a:p>
            <a:r>
              <a:t>Learners: Share a prior use of this skill; identify the quantity and unit.</a:t>
            </a:r>
          </a:p>
          <a:p>
            <a:r>
              <a:t>Materials/check: Notebook; calculator</a:t>
            </a:r>
          </a:p>
          <a:p>
            <a:r>
              <a:t>Source: 'Math Week 4'!A116:F116</a:t>
            </a:r>
          </a:p>
          <a:p/>
          <a:p>
            <a:r>
              <a:t>2:20 PM–2:25 PM | 2 Recall | 5 min</a:t>
            </a:r>
          </a:p>
          <a:p>
            <a:r>
              <a:t>Instructor: Ask whether a 15% allowance means ordering 15% or 115% of the original quantity.</a:t>
            </a:r>
          </a:p>
          <a:p>
            <a:r>
              <a:t>Learners: Attempt the short retrieval task independently; explain the method before seeing answers.</a:t>
            </a:r>
          </a:p>
          <a:p>
            <a:r>
              <a:t>Materials/check: Identify support needs</a:t>
            </a:r>
          </a:p>
          <a:p>
            <a:r>
              <a:t>Source: 'Math Week 4'!A117:F117</a:t>
            </a:r>
          </a:p>
          <a:p/>
          <a:p>
            <a:r>
              <a:t>2:25 PM–2:40 PM | 3 Teach | 15 min</a:t>
            </a:r>
          </a:p>
          <a:p>
            <a:r>
              <a:t>Instructor: Model Exercise Book 6B Q2, keep the unrounded allowance quantity, then round up to full sheets. Contrast increase with discount.</a:t>
            </a:r>
          </a:p>
          <a:p>
            <a:r>
              <a:t>Learners: Annotate a worked example; predict the next step and ask questions.</a:t>
            </a:r>
          </a:p>
          <a:p>
            <a:r>
              <a:t>Materials/check: Textbook; worked example</a:t>
            </a:r>
          </a:p>
          <a:p>
            <a:r>
              <a:t>Source: 'Math Week 4'!A118:F118</a:t>
            </a:r>
          </a:p>
          <a:p/>
          <a:p>
            <a:r>
              <a:t>2:40 PM–2:55 PM | 4 Together | 15 min</a:t>
            </a:r>
          </a:p>
          <a:p>
            <a:r>
              <a:t>Instructor: Work Exercise Book 6A Q11–13 and 6B Q3; learners identify the original base before calculating.</a:t>
            </a:r>
          </a:p>
          <a:p>
            <a:r>
              <a:t>Learners: Work in pairs; alternate calculator operator and checker. Show units and an estimated answer.</a:t>
            </a:r>
          </a:p>
          <a:p>
            <a:r>
              <a:t>Materials/check: Exercise Book; tool above</a:t>
            </a:r>
          </a:p>
          <a:p>
            <a:r>
              <a:t>Source: 'Math Week 4'!A119:F119</a:t>
            </a:r>
          </a:p>
          <a:p/>
          <a:p>
            <a:r>
              <a:t>2:55 PM–3:15 PM | 5 Practise | 20 min</a:t>
            </a:r>
          </a:p>
          <a:p>
            <a:r>
              <a:t>Instructor: Solve Exercise Book 6B Q1,5 and rework Q2 with a written order explanation. Label all practice allowances as problem data, not a standard job allowance.</a:t>
            </a:r>
          </a:p>
          <a:p>
            <a:r>
              <a:t>Learners: Solve on paper first; use the tool to check; correct one error with a written reason.</a:t>
            </a:r>
          </a:p>
          <a:p>
            <a:r>
              <a:t>Materials/check: Paper first; tool second</a:t>
            </a:r>
          </a:p>
          <a:p>
            <a:r>
              <a:t>Source: 'Math Week 4'!A120:F120</a:t>
            </a:r>
          </a:p>
          <a:p/>
          <a:p>
            <a:r>
              <a:t>3:15 PM–3:25 PM | 6 Check | 10 min</a:t>
            </a:r>
          </a:p>
          <a:p>
            <a:r>
              <a:t>Instructor: Exercise Book 6B Q2 and Q3, showing the unrounded order and discount calculation.</a:t>
            </a:r>
          </a:p>
          <a:p>
            <a:r>
              <a:t>Learners: Solve without displayed answers; include working, units and the requested rounding.</a:t>
            </a:r>
          </a:p>
          <a:p>
            <a:r>
              <a:t>Materials/check: Teacher answers below</a:t>
            </a:r>
          </a:p>
          <a:p>
            <a:r>
              <a:t>Source: 'Math Week 4'!A121:F121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4'!A122:F122</a:t>
            </a:r>
          </a:p>
          <a:p/>
          <a:p>
            <a:r>
              <a:t>INSTRUCTOR ONLY: REVEAL ASSESSMENT ANSWERS AFTER THE ATTEMPT</a:t>
            </a:r>
          </a:p>
          <a:p>
            <a:r>
              <a:t>6B Q2 = 20.7, rounded up to 21 sheets; Q3 = $76.12 each, $456.72 for six. Answer Key p.19. Answer Key pp.18–19</a:t>
            </a:r>
          </a:p>
          <a:p/>
          <a:p>
            <a:r>
              <a:t>Use the difference between a fraction of the total and a ratio of parts as the next bridge.</a:t>
            </a:r>
          </a:p>
          <a:p/>
          <a:p>
            <a:r>
              <a:t>Sources: 'Math Week 4'!A15:E15; 'Carpentry Schedule'!D39; 'Math Week 4'!A110</a:t>
            </a:r>
          </a:p>
          <a:p>
            <a:r>
              <a:t>Navigation/resource slides support these scheduled steps and do not add instructional time.</a:t>
            </a:r>
          </a:p>
          <a:p>
            <a:r>
              <a:t>SLIDE PLACEMENT: Recall, 2:20 PM–2:25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W04-L06 | 2026-11-18 | 2:15 PM–3:30 PM | 75 minutes</a:t>
            </a:r>
          </a:p>
          <a:p>
            <a:r>
              <a:t>Waste allowance and purchase quantities</a:t>
            </a:r>
          </a:p>
          <a:p>
            <a:r>
              <a:t>Mode: Math</a:t>
            </a:r>
          </a:p>
          <a:p>
            <a:r>
              <a:t>Goal: Apply an allowance or discount once, then round an order to whole purchase units.</a:t>
            </a:r>
          </a:p>
          <a:p>
            <a:r>
              <a:t>Read: Textbook sections 6.4 pp.96–97; review sections 5.7 pp.86–87</a:t>
            </a:r>
          </a:p>
          <a:p>
            <a:r>
              <a:t>Practise: Exercise Book 6A Q11–13 (pp.39–40); 6B Q1–3,5 (p.41)</a:t>
            </a:r>
          </a:p>
          <a:p>
            <a:r>
              <a:t>Tool: Numeracy Hub Calculator: compare percent-key and decimal-multiplier methods. Shape Canvas: label a rectangle as net material versus order quantity.</a:t>
            </a:r>
          </a:p>
          <a:p/>
          <a:p>
            <a:r>
              <a:t>EXACT SCHEDULED STEPS</a:t>
            </a:r>
          </a:p>
          <a:p>
            <a:r>
              <a:t>2:15 PM–2:20 PM | 1 Start | 5 min</a:t>
            </a:r>
          </a:p>
          <a:p>
            <a:r>
              <a:t>Instructor: Connect waste allowance, discounts and purchase quantities to reading a carpentry drawing or preparing a cut list. State the objective.</a:t>
            </a:r>
          </a:p>
          <a:p>
            <a:r>
              <a:t>Learners: Share a prior use of this skill; identify the quantity and unit.</a:t>
            </a:r>
          </a:p>
          <a:p>
            <a:r>
              <a:t>Materials/check: Notebook; calculator</a:t>
            </a:r>
          </a:p>
          <a:p>
            <a:r>
              <a:t>Source: 'Math Week 4'!A116:F116</a:t>
            </a:r>
          </a:p>
          <a:p/>
          <a:p>
            <a:r>
              <a:t>2:20 PM–2:25 PM | 2 Recall | 5 min</a:t>
            </a:r>
          </a:p>
          <a:p>
            <a:r>
              <a:t>Instructor: Ask whether a 15% allowance means ordering 15% or 115% of the original quantity.</a:t>
            </a:r>
          </a:p>
          <a:p>
            <a:r>
              <a:t>Learners: Attempt the short retrieval task independently; explain the method before seeing answers.</a:t>
            </a:r>
          </a:p>
          <a:p>
            <a:r>
              <a:t>Materials/check: Identify support needs</a:t>
            </a:r>
          </a:p>
          <a:p>
            <a:r>
              <a:t>Source: 'Math Week 4'!A117:F117</a:t>
            </a:r>
          </a:p>
          <a:p/>
          <a:p>
            <a:r>
              <a:t>2:25 PM–2:40 PM | 3 Teach | 15 min</a:t>
            </a:r>
          </a:p>
          <a:p>
            <a:r>
              <a:t>Instructor: Model Exercise Book 6B Q2, keep the unrounded allowance quantity, then round up to full sheets. Contrast increase with discount.</a:t>
            </a:r>
          </a:p>
          <a:p>
            <a:r>
              <a:t>Learners: Annotate a worked example; predict the next step and ask questions.</a:t>
            </a:r>
          </a:p>
          <a:p>
            <a:r>
              <a:t>Materials/check: Textbook; worked example</a:t>
            </a:r>
          </a:p>
          <a:p>
            <a:r>
              <a:t>Source: 'Math Week 4'!A118:F118</a:t>
            </a:r>
          </a:p>
          <a:p/>
          <a:p>
            <a:r>
              <a:t>2:40 PM–2:55 PM | 4 Together | 15 min</a:t>
            </a:r>
          </a:p>
          <a:p>
            <a:r>
              <a:t>Instructor: Work Exercise Book 6A Q11–13 and 6B Q3; learners identify the original base before calculating.</a:t>
            </a:r>
          </a:p>
          <a:p>
            <a:r>
              <a:t>Learners: Work in pairs; alternate calculator operator and checker. Show units and an estimated answer.</a:t>
            </a:r>
          </a:p>
          <a:p>
            <a:r>
              <a:t>Materials/check: Exercise Book; tool above</a:t>
            </a:r>
          </a:p>
          <a:p>
            <a:r>
              <a:t>Source: 'Math Week 4'!A119:F119</a:t>
            </a:r>
          </a:p>
          <a:p/>
          <a:p>
            <a:r>
              <a:t>2:55 PM–3:15 PM | 5 Practise | 20 min</a:t>
            </a:r>
          </a:p>
          <a:p>
            <a:r>
              <a:t>Instructor: Solve Exercise Book 6B Q1,5 and rework Q2 with a written order explanation. Label all practice allowances as problem data, not a standard job allowance.</a:t>
            </a:r>
          </a:p>
          <a:p>
            <a:r>
              <a:t>Learners: Solve on paper first; use the tool to check; correct one error with a written reason.</a:t>
            </a:r>
          </a:p>
          <a:p>
            <a:r>
              <a:t>Materials/check: Paper first; tool second</a:t>
            </a:r>
          </a:p>
          <a:p>
            <a:r>
              <a:t>Source: 'Math Week 4'!A120:F120</a:t>
            </a:r>
          </a:p>
          <a:p/>
          <a:p>
            <a:r>
              <a:t>3:15 PM–3:25 PM | 6 Check | 10 min</a:t>
            </a:r>
          </a:p>
          <a:p>
            <a:r>
              <a:t>Instructor: Exercise Book 6B Q2 and Q3, showing the unrounded order and discount calculation.</a:t>
            </a:r>
          </a:p>
          <a:p>
            <a:r>
              <a:t>Learners: Solve without displayed answers; include working, units and the requested rounding.</a:t>
            </a:r>
          </a:p>
          <a:p>
            <a:r>
              <a:t>Materials/check: Teacher answers below</a:t>
            </a:r>
          </a:p>
          <a:p>
            <a:r>
              <a:t>Source: 'Math Week 4'!A121:F121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4'!A122:F122</a:t>
            </a:r>
          </a:p>
          <a:p/>
          <a:p>
            <a:r>
              <a:t>INSTRUCTOR ONLY: REVEAL ASSESSMENT ANSWERS AFTER THE ATTEMPT</a:t>
            </a:r>
          </a:p>
          <a:p>
            <a:r>
              <a:t>6B Q2 = 20.7, rounded up to 21 sheets; Q3 = $76.12 each, $456.72 for six. Answer Key p.19. Answer Key pp.18–19</a:t>
            </a:r>
          </a:p>
          <a:p/>
          <a:p>
            <a:r>
              <a:t>Use the difference between a fraction of the total and a ratio of parts as the next bridge.</a:t>
            </a:r>
          </a:p>
          <a:p/>
          <a:p>
            <a:r>
              <a:t>Sources: 'Math Week 4'!A15:E15; 'Carpentry Schedule'!D39; 'Math Week 4'!A110</a:t>
            </a:r>
          </a:p>
          <a:p>
            <a:r>
              <a:t>Navigation/resource slides support these scheduled steps and do not add instructional time.</a:t>
            </a:r>
          </a:p>
          <a:p>
            <a:r>
              <a:t>SLIDE PLACEMENT: Teach, 2:25 PM–2:40 PM. All slides with this phase share these 15 minutes; do not restart the time allocation for each slide.</a:t>
            </a:r>
          </a:p>
          <a:p/>
          <a:p>
            <a:r>
              <a:t>Teaching content sources:</a:t>
            </a:r>
          </a:p>
          <a:p>
            <a:r>
              <a:t>Textbook sections 6.4 pp.96–97; review sections 5.7 pp.86–87</a:t>
            </a:r>
          </a:p>
          <a:p>
            <a:r>
              <a:t>'Math Week 4'!B114</a:t>
            </a:r>
          </a:p>
          <a:p>
            <a:r>
              <a:t>'Math Week 4'!A118:F118</a:t>
            </a:r>
          </a:p>
          <a:p>
            <a:r>
              <a:t>ACCESS CARPENTRY SLIDES.pptx slides 76, 77, 78</a:t>
            </a:r>
          </a:p>
          <a:p>
            <a:r>
              <a:t>ACCESS Trades Numeracy Textbook p.96 — Example 6.5 — Ordering pipe with a waste allowance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W04-L06 | 2026-11-18 | 2:15 PM–3:30 PM | 75 minutes</a:t>
            </a:r>
          </a:p>
          <a:p>
            <a:r>
              <a:t>Waste allowance and purchase quantities</a:t>
            </a:r>
          </a:p>
          <a:p>
            <a:r>
              <a:t>Mode: Math</a:t>
            </a:r>
          </a:p>
          <a:p>
            <a:r>
              <a:t>Goal: Apply an allowance or discount once, then round an order to whole purchase units.</a:t>
            </a:r>
          </a:p>
          <a:p>
            <a:r>
              <a:t>Read: Textbook sections 6.4 pp.96–97; review sections 5.7 pp.86–87</a:t>
            </a:r>
          </a:p>
          <a:p>
            <a:r>
              <a:t>Practise: Exercise Book 6A Q11–13 (pp.39–40); 6B Q1–3,5 (p.41)</a:t>
            </a:r>
          </a:p>
          <a:p>
            <a:r>
              <a:t>Tool: Numeracy Hub Calculator: compare percent-key and decimal-multiplier methods. Shape Canvas: label a rectangle as net material versus order quantity.</a:t>
            </a:r>
          </a:p>
          <a:p/>
          <a:p>
            <a:r>
              <a:t>EXACT SCHEDULED STEPS</a:t>
            </a:r>
          </a:p>
          <a:p>
            <a:r>
              <a:t>2:15 PM–2:20 PM | 1 Start | 5 min</a:t>
            </a:r>
          </a:p>
          <a:p>
            <a:r>
              <a:t>Instructor: Connect waste allowance, discounts and purchase quantities to reading a carpentry drawing or preparing a cut list. State the objective.</a:t>
            </a:r>
          </a:p>
          <a:p>
            <a:r>
              <a:t>Learners: Share a prior use of this skill; identify the quantity and unit.</a:t>
            </a:r>
          </a:p>
          <a:p>
            <a:r>
              <a:t>Materials/check: Notebook; calculator</a:t>
            </a:r>
          </a:p>
          <a:p>
            <a:r>
              <a:t>Source: 'Math Week 4'!A116:F116</a:t>
            </a:r>
          </a:p>
          <a:p/>
          <a:p>
            <a:r>
              <a:t>2:20 PM–2:25 PM | 2 Recall | 5 min</a:t>
            </a:r>
          </a:p>
          <a:p>
            <a:r>
              <a:t>Instructor: Ask whether a 15% allowance means ordering 15% or 115% of the original quantity.</a:t>
            </a:r>
          </a:p>
          <a:p>
            <a:r>
              <a:t>Learners: Attempt the short retrieval task independently; explain the method before seeing answers.</a:t>
            </a:r>
          </a:p>
          <a:p>
            <a:r>
              <a:t>Materials/check: Identify support needs</a:t>
            </a:r>
          </a:p>
          <a:p>
            <a:r>
              <a:t>Source: 'Math Week 4'!A117:F117</a:t>
            </a:r>
          </a:p>
          <a:p/>
          <a:p>
            <a:r>
              <a:t>2:25 PM–2:40 PM | 3 Teach | 15 min</a:t>
            </a:r>
          </a:p>
          <a:p>
            <a:r>
              <a:t>Instructor: Model Exercise Book 6B Q2, keep the unrounded allowance quantity, then round up to full sheets. Contrast increase with discount.</a:t>
            </a:r>
          </a:p>
          <a:p>
            <a:r>
              <a:t>Learners: Annotate a worked example; predict the next step and ask questions.</a:t>
            </a:r>
          </a:p>
          <a:p>
            <a:r>
              <a:t>Materials/check: Textbook; worked example</a:t>
            </a:r>
          </a:p>
          <a:p>
            <a:r>
              <a:t>Source: 'Math Week 4'!A118:F118</a:t>
            </a:r>
          </a:p>
          <a:p/>
          <a:p>
            <a:r>
              <a:t>2:40 PM–2:55 PM | 4 Together | 15 min</a:t>
            </a:r>
          </a:p>
          <a:p>
            <a:r>
              <a:t>Instructor: Work Exercise Book 6A Q11–13 and 6B Q3; learners identify the original base before calculating.</a:t>
            </a:r>
          </a:p>
          <a:p>
            <a:r>
              <a:t>Learners: Work in pairs; alternate calculator operator and checker. Show units and an estimated answer.</a:t>
            </a:r>
          </a:p>
          <a:p>
            <a:r>
              <a:t>Materials/check: Exercise Book; tool above</a:t>
            </a:r>
          </a:p>
          <a:p>
            <a:r>
              <a:t>Source: 'Math Week 4'!A119:F119</a:t>
            </a:r>
          </a:p>
          <a:p/>
          <a:p>
            <a:r>
              <a:t>2:55 PM–3:15 PM | 5 Practise | 20 min</a:t>
            </a:r>
          </a:p>
          <a:p>
            <a:r>
              <a:t>Instructor: Solve Exercise Book 6B Q1,5 and rework Q2 with a written order explanation. Label all practice allowances as problem data, not a standard job allowance.</a:t>
            </a:r>
          </a:p>
          <a:p>
            <a:r>
              <a:t>Learners: Solve on paper first; use the tool to check; correct one error with a written reason.</a:t>
            </a:r>
          </a:p>
          <a:p>
            <a:r>
              <a:t>Materials/check: Paper first; tool second</a:t>
            </a:r>
          </a:p>
          <a:p>
            <a:r>
              <a:t>Source: 'Math Week 4'!A120:F120</a:t>
            </a:r>
          </a:p>
          <a:p/>
          <a:p>
            <a:r>
              <a:t>3:15 PM–3:25 PM | 6 Check | 10 min</a:t>
            </a:r>
          </a:p>
          <a:p>
            <a:r>
              <a:t>Instructor: Exercise Book 6B Q2 and Q3, showing the unrounded order and discount calculation.</a:t>
            </a:r>
          </a:p>
          <a:p>
            <a:r>
              <a:t>Learners: Solve without displayed answers; include working, units and the requested rounding.</a:t>
            </a:r>
          </a:p>
          <a:p>
            <a:r>
              <a:t>Materials/check: Teacher answers below</a:t>
            </a:r>
          </a:p>
          <a:p>
            <a:r>
              <a:t>Source: 'Math Week 4'!A121:F121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4'!A122:F122</a:t>
            </a:r>
          </a:p>
          <a:p/>
          <a:p>
            <a:r>
              <a:t>INSTRUCTOR ONLY: REVEAL ASSESSMENT ANSWERS AFTER THE ATTEMPT</a:t>
            </a:r>
          </a:p>
          <a:p>
            <a:r>
              <a:t>6B Q2 = 20.7, rounded up to 21 sheets; Q3 = $76.12 each, $456.72 for six. Answer Key p.19. Answer Key pp.18–19</a:t>
            </a:r>
          </a:p>
          <a:p/>
          <a:p>
            <a:r>
              <a:t>Use the difference between a fraction of the total and a ratio of parts as the next bridge.</a:t>
            </a:r>
          </a:p>
          <a:p/>
          <a:p>
            <a:r>
              <a:t>Sources: 'Math Week 4'!A15:E15; 'Carpentry Schedule'!D39; 'Math Week 4'!A110</a:t>
            </a:r>
          </a:p>
          <a:p>
            <a:r>
              <a:t>Navigation/resource slides support these scheduled steps and do not add instructional time.</a:t>
            </a:r>
          </a:p>
          <a:p>
            <a:r>
              <a:t>SLIDE PLACEMENT: Teach, 2:25 PM–2:40 PM. All slides with this phase share these 15 minutes; do not restart the time allocation for each slide.</a:t>
            </a:r>
          </a:p>
          <a:p/>
          <a:p>
            <a:r>
              <a:t>Teaching content sources:</a:t>
            </a:r>
          </a:p>
          <a:p>
            <a:r>
              <a:t>Textbook sections 6.4 pp.96–97; review sections 5.7 pp.86–87</a:t>
            </a:r>
          </a:p>
          <a:p>
            <a:r>
              <a:t>'Math Week 4'!B114</a:t>
            </a:r>
          </a:p>
          <a:p>
            <a:r>
              <a:t>'Math Week 4'!A118:F118</a:t>
            </a:r>
          </a:p>
          <a:p>
            <a:r>
              <a:t>ACCESS CARPENTRY SLIDES.pptx slides 76, 77, 78</a:t>
            </a:r>
          </a:p>
          <a:p>
            <a:r>
              <a:t>ACCESS Trades Numeracy Textbook p.96 — Example 6.5 — Ordering pipe with a waste allowance</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W04-L06 | 2026-11-18 | 2:15 PM–3:30 PM | 75 minutes</a:t>
            </a:r>
          </a:p>
          <a:p>
            <a:r>
              <a:t>Waste allowance and purchase quantities</a:t>
            </a:r>
          </a:p>
          <a:p>
            <a:r>
              <a:t>Mode: Math</a:t>
            </a:r>
          </a:p>
          <a:p>
            <a:r>
              <a:t>Goal: Apply an allowance or discount once, then round an order to whole purchase units.</a:t>
            </a:r>
          </a:p>
          <a:p>
            <a:r>
              <a:t>Read: Textbook sections 6.4 pp.96–97; review sections 5.7 pp.86–87</a:t>
            </a:r>
          </a:p>
          <a:p>
            <a:r>
              <a:t>Practise: Exercise Book 6A Q11–13 (pp.39–40); 6B Q1–3,5 (p.41)</a:t>
            </a:r>
          </a:p>
          <a:p>
            <a:r>
              <a:t>Tool: Numeracy Hub Calculator: compare percent-key and decimal-multiplier methods. Shape Canvas: label a rectangle as net material versus order quantity.</a:t>
            </a:r>
          </a:p>
          <a:p/>
          <a:p>
            <a:r>
              <a:t>EXACT SCHEDULED STEPS</a:t>
            </a:r>
          </a:p>
          <a:p>
            <a:r>
              <a:t>2:15 PM–2:20 PM | 1 Start | 5 min</a:t>
            </a:r>
          </a:p>
          <a:p>
            <a:r>
              <a:t>Instructor: Connect waste allowance, discounts and purchase quantities to reading a carpentry drawing or preparing a cut list. State the objective.</a:t>
            </a:r>
          </a:p>
          <a:p>
            <a:r>
              <a:t>Learners: Share a prior use of this skill; identify the quantity and unit.</a:t>
            </a:r>
          </a:p>
          <a:p>
            <a:r>
              <a:t>Materials/check: Notebook; calculator</a:t>
            </a:r>
          </a:p>
          <a:p>
            <a:r>
              <a:t>Source: 'Math Week 4'!A116:F116</a:t>
            </a:r>
          </a:p>
          <a:p/>
          <a:p>
            <a:r>
              <a:t>2:20 PM–2:25 PM | 2 Recall | 5 min</a:t>
            </a:r>
          </a:p>
          <a:p>
            <a:r>
              <a:t>Instructor: Ask whether a 15% allowance means ordering 15% or 115% of the original quantity.</a:t>
            </a:r>
          </a:p>
          <a:p>
            <a:r>
              <a:t>Learners: Attempt the short retrieval task independently; explain the method before seeing answers.</a:t>
            </a:r>
          </a:p>
          <a:p>
            <a:r>
              <a:t>Materials/check: Identify support needs</a:t>
            </a:r>
          </a:p>
          <a:p>
            <a:r>
              <a:t>Source: 'Math Week 4'!A117:F117</a:t>
            </a:r>
          </a:p>
          <a:p/>
          <a:p>
            <a:r>
              <a:t>2:25 PM–2:40 PM | 3 Teach | 15 min</a:t>
            </a:r>
          </a:p>
          <a:p>
            <a:r>
              <a:t>Instructor: Model Exercise Book 6B Q2, keep the unrounded allowance quantity, then round up to full sheets. Contrast increase with discount.</a:t>
            </a:r>
          </a:p>
          <a:p>
            <a:r>
              <a:t>Learners: Annotate a worked example; predict the next step and ask questions.</a:t>
            </a:r>
          </a:p>
          <a:p>
            <a:r>
              <a:t>Materials/check: Textbook; worked example</a:t>
            </a:r>
          </a:p>
          <a:p>
            <a:r>
              <a:t>Source: 'Math Week 4'!A118:F118</a:t>
            </a:r>
          </a:p>
          <a:p/>
          <a:p>
            <a:r>
              <a:t>2:40 PM–2:55 PM | 4 Together | 15 min</a:t>
            </a:r>
          </a:p>
          <a:p>
            <a:r>
              <a:t>Instructor: Work Exercise Book 6A Q11–13 and 6B Q3; learners identify the original base before calculating.</a:t>
            </a:r>
          </a:p>
          <a:p>
            <a:r>
              <a:t>Learners: Work in pairs; alternate calculator operator and checker. Show units and an estimated answer.</a:t>
            </a:r>
          </a:p>
          <a:p>
            <a:r>
              <a:t>Materials/check: Exercise Book; tool above</a:t>
            </a:r>
          </a:p>
          <a:p>
            <a:r>
              <a:t>Source: 'Math Week 4'!A119:F119</a:t>
            </a:r>
          </a:p>
          <a:p/>
          <a:p>
            <a:r>
              <a:t>2:55 PM–3:15 PM | 5 Practise | 20 min</a:t>
            </a:r>
          </a:p>
          <a:p>
            <a:r>
              <a:t>Instructor: Solve Exercise Book 6B Q1,5 and rework Q2 with a written order explanation. Label all practice allowances as problem data, not a standard job allowance.</a:t>
            </a:r>
          </a:p>
          <a:p>
            <a:r>
              <a:t>Learners: Solve on paper first; use the tool to check; correct one error with a written reason.</a:t>
            </a:r>
          </a:p>
          <a:p>
            <a:r>
              <a:t>Materials/check: Paper first; tool second</a:t>
            </a:r>
          </a:p>
          <a:p>
            <a:r>
              <a:t>Source: 'Math Week 4'!A120:F120</a:t>
            </a:r>
          </a:p>
          <a:p/>
          <a:p>
            <a:r>
              <a:t>3:15 PM–3:25 PM | 6 Check | 10 min</a:t>
            </a:r>
          </a:p>
          <a:p>
            <a:r>
              <a:t>Instructor: Exercise Book 6B Q2 and Q3, showing the unrounded order and discount calculation.</a:t>
            </a:r>
          </a:p>
          <a:p>
            <a:r>
              <a:t>Learners: Solve without displayed answers; include working, units and the requested rounding.</a:t>
            </a:r>
          </a:p>
          <a:p>
            <a:r>
              <a:t>Materials/check: Teacher answers below</a:t>
            </a:r>
          </a:p>
          <a:p>
            <a:r>
              <a:t>Source: 'Math Week 4'!A121:F121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4'!A122:F122</a:t>
            </a:r>
          </a:p>
          <a:p/>
          <a:p>
            <a:r>
              <a:t>INSTRUCTOR ONLY: REVEAL ASSESSMENT ANSWERS AFTER THE ATTEMPT</a:t>
            </a:r>
          </a:p>
          <a:p>
            <a:r>
              <a:t>6B Q2 = 20.7, rounded up to 21 sheets; Q3 = $76.12 each, $456.72 for six. Answer Key p.19. Answer Key pp.18–19</a:t>
            </a:r>
          </a:p>
          <a:p/>
          <a:p>
            <a:r>
              <a:t>Use the difference between a fraction of the total and a ratio of parts as the next bridge.</a:t>
            </a:r>
          </a:p>
          <a:p/>
          <a:p>
            <a:r>
              <a:t>Sources: 'Math Week 4'!A15:E15; 'Carpentry Schedule'!D39; 'Math Week 4'!A110</a:t>
            </a:r>
          </a:p>
          <a:p>
            <a:r>
              <a:t>Navigation/resource slides support these scheduled steps and do not add instructional time.</a:t>
            </a:r>
          </a:p>
          <a:p>
            <a:r>
              <a:t>SLIDE PLACEMENT: Teach, 2:25 PM–2:40 PM. All slides with this phase share these 15 minutes; do not restart the time allocation for each slide.</a:t>
            </a:r>
          </a:p>
          <a:p/>
          <a:p>
            <a:r>
              <a:t>Textbook visual: ACCESS Textbook p.96 • Example 6.5 — Allowance and whole purchase lengths</a:t>
            </a:r>
          </a:p>
          <a:p>
            <a:r>
              <a:t>Exact PDF/printed page: 96. Excerpt reproduced from the supplied ACCESS Textbook.</a:t>
            </a:r>
          </a:p>
          <a:p>
            <a:r>
              <a:t>Locate the unrounded requirement before the final rounding to full purchase lengths.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W04-L06 | 2026-11-18 | 2:15 PM–3:30 PM | 75 minutes</a:t>
            </a:r>
          </a:p>
          <a:p>
            <a:r>
              <a:t>Waste allowance and purchase quantities</a:t>
            </a:r>
          </a:p>
          <a:p>
            <a:r>
              <a:t>Mode: Math</a:t>
            </a:r>
          </a:p>
          <a:p>
            <a:r>
              <a:t>Goal: Apply an allowance or discount once, then round an order to whole purchase units.</a:t>
            </a:r>
          </a:p>
          <a:p>
            <a:r>
              <a:t>Read: Textbook sections 6.4 pp.96–97; review sections 5.7 pp.86–87</a:t>
            </a:r>
          </a:p>
          <a:p>
            <a:r>
              <a:t>Practise: Exercise Book 6A Q11–13 (pp.39–40); 6B Q1–3,5 (p.41)</a:t>
            </a:r>
          </a:p>
          <a:p>
            <a:r>
              <a:t>Tool: Numeracy Hub Calculator: compare percent-key and decimal-multiplier methods. Shape Canvas: label a rectangle as net material versus order quantity.</a:t>
            </a:r>
          </a:p>
          <a:p/>
          <a:p>
            <a:r>
              <a:t>EXACT SCHEDULED STEPS</a:t>
            </a:r>
          </a:p>
          <a:p>
            <a:r>
              <a:t>2:15 PM–2:20 PM | 1 Start | 5 min</a:t>
            </a:r>
          </a:p>
          <a:p>
            <a:r>
              <a:t>Instructor: Connect waste allowance, discounts and purchase quantities to reading a carpentry drawing or preparing a cut list. State the objective.</a:t>
            </a:r>
          </a:p>
          <a:p>
            <a:r>
              <a:t>Learners: Share a prior use of this skill; identify the quantity and unit.</a:t>
            </a:r>
          </a:p>
          <a:p>
            <a:r>
              <a:t>Materials/check: Notebook; calculator</a:t>
            </a:r>
          </a:p>
          <a:p>
            <a:r>
              <a:t>Source: 'Math Week 4'!A116:F116</a:t>
            </a:r>
          </a:p>
          <a:p/>
          <a:p>
            <a:r>
              <a:t>2:20 PM–2:25 PM | 2 Recall | 5 min</a:t>
            </a:r>
          </a:p>
          <a:p>
            <a:r>
              <a:t>Instructor: Ask whether a 15% allowance means ordering 15% or 115% of the original quantity.</a:t>
            </a:r>
          </a:p>
          <a:p>
            <a:r>
              <a:t>Learners: Attempt the short retrieval task independently; explain the method before seeing answers.</a:t>
            </a:r>
          </a:p>
          <a:p>
            <a:r>
              <a:t>Materials/check: Identify support needs</a:t>
            </a:r>
          </a:p>
          <a:p>
            <a:r>
              <a:t>Source: 'Math Week 4'!A117:F117</a:t>
            </a:r>
          </a:p>
          <a:p/>
          <a:p>
            <a:r>
              <a:t>2:25 PM–2:40 PM | 3 Teach | 15 min</a:t>
            </a:r>
          </a:p>
          <a:p>
            <a:r>
              <a:t>Instructor: Model Exercise Book 6B Q2, keep the unrounded allowance quantity, then round up to full sheets. Contrast increase with discount.</a:t>
            </a:r>
          </a:p>
          <a:p>
            <a:r>
              <a:t>Learners: Annotate a worked example; predict the next step and ask questions.</a:t>
            </a:r>
          </a:p>
          <a:p>
            <a:r>
              <a:t>Materials/check: Textbook; worked example</a:t>
            </a:r>
          </a:p>
          <a:p>
            <a:r>
              <a:t>Source: 'Math Week 4'!A118:F118</a:t>
            </a:r>
          </a:p>
          <a:p/>
          <a:p>
            <a:r>
              <a:t>2:40 PM–2:55 PM | 4 Together | 15 min</a:t>
            </a:r>
          </a:p>
          <a:p>
            <a:r>
              <a:t>Instructor: Work Exercise Book 6A Q11–13 and 6B Q3; learners identify the original base before calculating.</a:t>
            </a:r>
          </a:p>
          <a:p>
            <a:r>
              <a:t>Learners: Work in pairs; alternate calculator operator and checker. Show units and an estimated answer.</a:t>
            </a:r>
          </a:p>
          <a:p>
            <a:r>
              <a:t>Materials/check: Exercise Book; tool above</a:t>
            </a:r>
          </a:p>
          <a:p>
            <a:r>
              <a:t>Source: 'Math Week 4'!A119:F119</a:t>
            </a:r>
          </a:p>
          <a:p/>
          <a:p>
            <a:r>
              <a:t>2:55 PM–3:15 PM | 5 Practise | 20 min</a:t>
            </a:r>
          </a:p>
          <a:p>
            <a:r>
              <a:t>Instructor: Solve Exercise Book 6B Q1,5 and rework Q2 with a written order explanation. Label all practice allowances as problem data, not a standard job allowance.</a:t>
            </a:r>
          </a:p>
          <a:p>
            <a:r>
              <a:t>Learners: Solve on paper first; use the tool to check; correct one error with a written reason.</a:t>
            </a:r>
          </a:p>
          <a:p>
            <a:r>
              <a:t>Materials/check: Paper first; tool second</a:t>
            </a:r>
          </a:p>
          <a:p>
            <a:r>
              <a:t>Source: 'Math Week 4'!A120:F120</a:t>
            </a:r>
          </a:p>
          <a:p/>
          <a:p>
            <a:r>
              <a:t>3:15 PM–3:25 PM | 6 Check | 10 min</a:t>
            </a:r>
          </a:p>
          <a:p>
            <a:r>
              <a:t>Instructor: Exercise Book 6B Q2 and Q3, showing the unrounded order and discount calculation.</a:t>
            </a:r>
          </a:p>
          <a:p>
            <a:r>
              <a:t>Learners: Solve without displayed answers; include working, units and the requested rounding.</a:t>
            </a:r>
          </a:p>
          <a:p>
            <a:r>
              <a:t>Materials/check: Teacher answers below</a:t>
            </a:r>
          </a:p>
          <a:p>
            <a:r>
              <a:t>Source: 'Math Week 4'!A121:F121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4'!A122:F122</a:t>
            </a:r>
          </a:p>
          <a:p/>
          <a:p>
            <a:r>
              <a:t>INSTRUCTOR ONLY: REVEAL ASSESSMENT ANSWERS AFTER THE ATTEMPT</a:t>
            </a:r>
          </a:p>
          <a:p>
            <a:r>
              <a:t>6B Q2 = 20.7, rounded up to 21 sheets; Q3 = $76.12 each, $456.72 for six. Answer Key p.19. Answer Key pp.18–19</a:t>
            </a:r>
          </a:p>
          <a:p/>
          <a:p>
            <a:r>
              <a:t>Use the difference between a fraction of the total and a ratio of parts as the next bridge.</a:t>
            </a:r>
          </a:p>
          <a:p/>
          <a:p>
            <a:r>
              <a:t>Sources: 'Math Week 4'!A15:E15; 'Carpentry Schedule'!D39; 'Math Week 4'!A110</a:t>
            </a:r>
          </a:p>
          <a:p>
            <a:r>
              <a:t>Navigation/resource slides support these scheduled steps and do not add instructional time.</a:t>
            </a:r>
          </a:p>
          <a:p>
            <a:r>
              <a:t>SLIDE PLACEMENT: Teach, 2:25 PM–2:40 PM. All slides with this phase share these 15 minutes; do not restart the time allocation for each slide.</a:t>
            </a:r>
          </a:p>
          <a:p/>
          <a:p>
            <a:r>
              <a:t>Textbook visual: ACCESS Textbook p.96 • Example 6.5 — Calculator check and final order</a:t>
            </a:r>
          </a:p>
          <a:p>
            <a:r>
              <a:t>Exact PDF/printed page: 96. Excerpt reproduced from the supplied ACCESS Textbook.</a:t>
            </a:r>
          </a:p>
          <a:p>
            <a:r>
              <a:t>Locate the unrounded requirement before the final rounding to full purchase lengths.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W04-L06 | 2026-11-18 | 2:15 PM–3:30 PM | 75 minutes</a:t>
            </a:r>
          </a:p>
          <a:p>
            <a:r>
              <a:t>Waste allowance and purchase quantities</a:t>
            </a:r>
          </a:p>
          <a:p>
            <a:r>
              <a:t>Mode: Math</a:t>
            </a:r>
          </a:p>
          <a:p>
            <a:r>
              <a:t>Goal: Apply an allowance or discount once, then round an order to whole purchase units.</a:t>
            </a:r>
          </a:p>
          <a:p>
            <a:r>
              <a:t>Read: Textbook sections 6.4 pp.96–97; review sections 5.7 pp.86–87</a:t>
            </a:r>
          </a:p>
          <a:p>
            <a:r>
              <a:t>Practise: Exercise Book 6A Q11–13 (pp.39–40); 6B Q1–3,5 (p.41)</a:t>
            </a:r>
          </a:p>
          <a:p>
            <a:r>
              <a:t>Tool: Numeracy Hub Calculator: compare percent-key and decimal-multiplier methods. Shape Canvas: label a rectangle as net material versus order quantity.</a:t>
            </a:r>
          </a:p>
          <a:p/>
          <a:p>
            <a:r>
              <a:t>EXACT SCHEDULED STEPS</a:t>
            </a:r>
          </a:p>
          <a:p>
            <a:r>
              <a:t>2:15 PM–2:20 PM | 1 Start | 5 min</a:t>
            </a:r>
          </a:p>
          <a:p>
            <a:r>
              <a:t>Instructor: Connect waste allowance, discounts and purchase quantities to reading a carpentry drawing or preparing a cut list. State the objective.</a:t>
            </a:r>
          </a:p>
          <a:p>
            <a:r>
              <a:t>Learners: Share a prior use of this skill; identify the quantity and unit.</a:t>
            </a:r>
          </a:p>
          <a:p>
            <a:r>
              <a:t>Materials/check: Notebook; calculator</a:t>
            </a:r>
          </a:p>
          <a:p>
            <a:r>
              <a:t>Source: 'Math Week 4'!A116:F116</a:t>
            </a:r>
          </a:p>
          <a:p/>
          <a:p>
            <a:r>
              <a:t>2:20 PM–2:25 PM | 2 Recall | 5 min</a:t>
            </a:r>
          </a:p>
          <a:p>
            <a:r>
              <a:t>Instructor: Ask whether a 15% allowance means ordering 15% or 115% of the original quantity.</a:t>
            </a:r>
          </a:p>
          <a:p>
            <a:r>
              <a:t>Learners: Attempt the short retrieval task independently; explain the method before seeing answers.</a:t>
            </a:r>
          </a:p>
          <a:p>
            <a:r>
              <a:t>Materials/check: Identify support needs</a:t>
            </a:r>
          </a:p>
          <a:p>
            <a:r>
              <a:t>Source: 'Math Week 4'!A117:F117</a:t>
            </a:r>
          </a:p>
          <a:p/>
          <a:p>
            <a:r>
              <a:t>2:25 PM–2:40 PM | 3 Teach | 15 min</a:t>
            </a:r>
          </a:p>
          <a:p>
            <a:r>
              <a:t>Instructor: Model Exercise Book 6B Q2, keep the unrounded allowance quantity, then round up to full sheets. Contrast increase with discount.</a:t>
            </a:r>
          </a:p>
          <a:p>
            <a:r>
              <a:t>Learners: Annotate a worked example; predict the next step and ask questions.</a:t>
            </a:r>
          </a:p>
          <a:p>
            <a:r>
              <a:t>Materials/check: Textbook; worked example</a:t>
            </a:r>
          </a:p>
          <a:p>
            <a:r>
              <a:t>Source: 'Math Week 4'!A118:F118</a:t>
            </a:r>
          </a:p>
          <a:p/>
          <a:p>
            <a:r>
              <a:t>2:40 PM–2:55 PM | 4 Together | 15 min</a:t>
            </a:r>
          </a:p>
          <a:p>
            <a:r>
              <a:t>Instructor: Work Exercise Book 6A Q11–13 and 6B Q3; learners identify the original base before calculating.</a:t>
            </a:r>
          </a:p>
          <a:p>
            <a:r>
              <a:t>Learners: Work in pairs; alternate calculator operator and checker. Show units and an estimated answer.</a:t>
            </a:r>
          </a:p>
          <a:p>
            <a:r>
              <a:t>Materials/check: Exercise Book; tool above</a:t>
            </a:r>
          </a:p>
          <a:p>
            <a:r>
              <a:t>Source: 'Math Week 4'!A119:F119</a:t>
            </a:r>
          </a:p>
          <a:p/>
          <a:p>
            <a:r>
              <a:t>2:55 PM–3:15 PM | 5 Practise | 20 min</a:t>
            </a:r>
          </a:p>
          <a:p>
            <a:r>
              <a:t>Instructor: Solve Exercise Book 6B Q1,5 and rework Q2 with a written order explanation. Label all practice allowances as problem data, not a standard job allowance.</a:t>
            </a:r>
          </a:p>
          <a:p>
            <a:r>
              <a:t>Learners: Solve on paper first; use the tool to check; correct one error with a written reason.</a:t>
            </a:r>
          </a:p>
          <a:p>
            <a:r>
              <a:t>Materials/check: Paper first; tool second</a:t>
            </a:r>
          </a:p>
          <a:p>
            <a:r>
              <a:t>Source: 'Math Week 4'!A120:F120</a:t>
            </a:r>
          </a:p>
          <a:p/>
          <a:p>
            <a:r>
              <a:t>3:15 PM–3:25 PM | 6 Check | 10 min</a:t>
            </a:r>
          </a:p>
          <a:p>
            <a:r>
              <a:t>Instructor: Exercise Book 6B Q2 and Q3, showing the unrounded order and discount calculation.</a:t>
            </a:r>
          </a:p>
          <a:p>
            <a:r>
              <a:t>Learners: Solve without displayed answers; include working, units and the requested rounding.</a:t>
            </a:r>
          </a:p>
          <a:p>
            <a:r>
              <a:t>Materials/check: Teacher answers below</a:t>
            </a:r>
          </a:p>
          <a:p>
            <a:r>
              <a:t>Source: 'Math Week 4'!A121:F121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4'!A122:F122</a:t>
            </a:r>
          </a:p>
          <a:p/>
          <a:p>
            <a:r>
              <a:t>INSTRUCTOR ONLY: REVEAL ASSESSMENT ANSWERS AFTER THE ATTEMPT</a:t>
            </a:r>
          </a:p>
          <a:p>
            <a:r>
              <a:t>6B Q2 = 20.7, rounded up to 21 sheets; Q3 = $76.12 each, $456.72 for six. Answer Key p.19. Answer Key pp.18–19</a:t>
            </a:r>
          </a:p>
          <a:p/>
          <a:p>
            <a:r>
              <a:t>Use the difference between a fraction of the total and a ratio of parts as the next bridge.</a:t>
            </a:r>
          </a:p>
          <a:p/>
          <a:p>
            <a:r>
              <a:t>Sources: 'Math Week 4'!A15:E15; 'Carpentry Schedule'!D39; 'Math Week 4'!A110</a:t>
            </a:r>
          </a:p>
          <a:p>
            <a:r>
              <a:t>Navigation/resource slides support these scheduled steps and do not add instructional time.</a:t>
            </a:r>
          </a:p>
          <a:p>
            <a:r>
              <a:t>SLIDE PLACEMENT: Teach, 2:25 PM–2:40 PM.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W04-L06 | 2026-11-18 | 2:15 PM–3:30 PM | 75 minutes</a:t>
            </a:r>
          </a:p>
          <a:p>
            <a:r>
              <a:t>Waste allowance and purchase quantities</a:t>
            </a:r>
          </a:p>
          <a:p>
            <a:r>
              <a:t>Mode: Math</a:t>
            </a:r>
          </a:p>
          <a:p>
            <a:r>
              <a:t>Goal: Apply an allowance or discount once, then round an order to whole purchase units.</a:t>
            </a:r>
          </a:p>
          <a:p>
            <a:r>
              <a:t>Read: Textbook sections 6.4 pp.96–97; review sections 5.7 pp.86–87</a:t>
            </a:r>
          </a:p>
          <a:p>
            <a:r>
              <a:t>Practise: Exercise Book 6A Q11–13 (pp.39–40); 6B Q1–3,5 (p.41)</a:t>
            </a:r>
          </a:p>
          <a:p>
            <a:r>
              <a:t>Tool: Numeracy Hub Calculator: compare percent-key and decimal-multiplier methods. Shape Canvas: label a rectangle as net material versus order quantity.</a:t>
            </a:r>
          </a:p>
          <a:p/>
          <a:p>
            <a:r>
              <a:t>EXACT SCHEDULED STEPS</a:t>
            </a:r>
          </a:p>
          <a:p>
            <a:r>
              <a:t>2:15 PM–2:20 PM | 1 Start | 5 min</a:t>
            </a:r>
          </a:p>
          <a:p>
            <a:r>
              <a:t>Instructor: Connect waste allowance, discounts and purchase quantities to reading a carpentry drawing or preparing a cut list. State the objective.</a:t>
            </a:r>
          </a:p>
          <a:p>
            <a:r>
              <a:t>Learners: Share a prior use of this skill; identify the quantity and unit.</a:t>
            </a:r>
          </a:p>
          <a:p>
            <a:r>
              <a:t>Materials/check: Notebook; calculator</a:t>
            </a:r>
          </a:p>
          <a:p>
            <a:r>
              <a:t>Source: 'Math Week 4'!A116:F116</a:t>
            </a:r>
          </a:p>
          <a:p/>
          <a:p>
            <a:r>
              <a:t>2:20 PM–2:25 PM | 2 Recall | 5 min</a:t>
            </a:r>
          </a:p>
          <a:p>
            <a:r>
              <a:t>Instructor: Ask whether a 15% allowance means ordering 15% or 115% of the original quantity.</a:t>
            </a:r>
          </a:p>
          <a:p>
            <a:r>
              <a:t>Learners: Attempt the short retrieval task independently; explain the method before seeing answers.</a:t>
            </a:r>
          </a:p>
          <a:p>
            <a:r>
              <a:t>Materials/check: Identify support needs</a:t>
            </a:r>
          </a:p>
          <a:p>
            <a:r>
              <a:t>Source: 'Math Week 4'!A117:F117</a:t>
            </a:r>
          </a:p>
          <a:p/>
          <a:p>
            <a:r>
              <a:t>2:25 PM–2:40 PM | 3 Teach | 15 min</a:t>
            </a:r>
          </a:p>
          <a:p>
            <a:r>
              <a:t>Instructor: Model Exercise Book 6B Q2, keep the unrounded allowance quantity, then round up to full sheets. Contrast increase with discount.</a:t>
            </a:r>
          </a:p>
          <a:p>
            <a:r>
              <a:t>Learners: Annotate a worked example; predict the next step and ask questions.</a:t>
            </a:r>
          </a:p>
          <a:p>
            <a:r>
              <a:t>Materials/check: Textbook; worked example</a:t>
            </a:r>
          </a:p>
          <a:p>
            <a:r>
              <a:t>Source: 'Math Week 4'!A118:F118</a:t>
            </a:r>
          </a:p>
          <a:p/>
          <a:p>
            <a:r>
              <a:t>2:40 PM–2:55 PM | 4 Together | 15 min</a:t>
            </a:r>
          </a:p>
          <a:p>
            <a:r>
              <a:t>Instructor: Work Exercise Book 6A Q11–13 and 6B Q3; learners identify the original base before calculating.</a:t>
            </a:r>
          </a:p>
          <a:p>
            <a:r>
              <a:t>Learners: Work in pairs; alternate calculator operator and checker. Show units and an estimated answer.</a:t>
            </a:r>
          </a:p>
          <a:p>
            <a:r>
              <a:t>Materials/check: Exercise Book; tool above</a:t>
            </a:r>
          </a:p>
          <a:p>
            <a:r>
              <a:t>Source: 'Math Week 4'!A119:F119</a:t>
            </a:r>
          </a:p>
          <a:p/>
          <a:p>
            <a:r>
              <a:t>2:55 PM–3:15 PM | 5 Practise | 20 min</a:t>
            </a:r>
          </a:p>
          <a:p>
            <a:r>
              <a:t>Instructor: Solve Exercise Book 6B Q1,5 and rework Q2 with a written order explanation. Label all practice allowances as problem data, not a standard job allowance.</a:t>
            </a:r>
          </a:p>
          <a:p>
            <a:r>
              <a:t>Learners: Solve on paper first; use the tool to check; correct one error with a written reason.</a:t>
            </a:r>
          </a:p>
          <a:p>
            <a:r>
              <a:t>Materials/check: Paper first; tool second</a:t>
            </a:r>
          </a:p>
          <a:p>
            <a:r>
              <a:t>Source: 'Math Week 4'!A120:F120</a:t>
            </a:r>
          </a:p>
          <a:p/>
          <a:p>
            <a:r>
              <a:t>3:15 PM–3:25 PM | 6 Check | 10 min</a:t>
            </a:r>
          </a:p>
          <a:p>
            <a:r>
              <a:t>Instructor: Exercise Book 6B Q2 and Q3, showing the unrounded order and discount calculation.</a:t>
            </a:r>
          </a:p>
          <a:p>
            <a:r>
              <a:t>Learners: Solve without displayed answers; include working, units and the requested rounding.</a:t>
            </a:r>
          </a:p>
          <a:p>
            <a:r>
              <a:t>Materials/check: Teacher answers below</a:t>
            </a:r>
          </a:p>
          <a:p>
            <a:r>
              <a:t>Source: 'Math Week 4'!A121:F121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4'!A122:F122</a:t>
            </a:r>
          </a:p>
          <a:p/>
          <a:p>
            <a:r>
              <a:t>INSTRUCTOR ONLY: REVEAL ASSESSMENT ANSWERS AFTER THE ATTEMPT</a:t>
            </a:r>
          </a:p>
          <a:p>
            <a:r>
              <a:t>6B Q2 = 20.7, rounded up to 21 sheets; Q3 = $76.12 each, $456.72 for six. Answer Key p.19. Answer Key pp.18–19</a:t>
            </a:r>
          </a:p>
          <a:p/>
          <a:p>
            <a:r>
              <a:t>Use the difference between a fraction of the total and a ratio of parts as the next bridge.</a:t>
            </a:r>
          </a:p>
          <a:p/>
          <a:p>
            <a:r>
              <a:t>Sources: 'Math Week 4'!A15:E15; 'Carpentry Schedule'!D39; 'Math Week 4'!A110</a:t>
            </a:r>
          </a:p>
          <a:p>
            <a:r>
              <a:t>Navigation/resource slides support these scheduled steps and do not add instructional time.</a:t>
            </a:r>
          </a:p>
          <a:p>
            <a:r>
              <a:t>SLIDE PLACEMENT: Together, 2:40 PM–2:55 PM.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W04-L06 | 2026-11-18 | 2:15 PM–3:30 PM | 75 minutes</a:t>
            </a:r>
          </a:p>
          <a:p>
            <a:r>
              <a:t>Waste allowance and purchase quantities</a:t>
            </a:r>
          </a:p>
          <a:p>
            <a:r>
              <a:t>Mode: Math</a:t>
            </a:r>
          </a:p>
          <a:p>
            <a:r>
              <a:t>Goal: Apply an allowance or discount once, then round an order to whole purchase units.</a:t>
            </a:r>
          </a:p>
          <a:p>
            <a:r>
              <a:t>Read: Textbook sections 6.4 pp.96–97; review sections 5.7 pp.86–87</a:t>
            </a:r>
          </a:p>
          <a:p>
            <a:r>
              <a:t>Practise: Exercise Book 6A Q11–13 (pp.39–40); 6B Q1–3,5 (p.41)</a:t>
            </a:r>
          </a:p>
          <a:p>
            <a:r>
              <a:t>Tool: Numeracy Hub Calculator: compare percent-key and decimal-multiplier methods. Shape Canvas: label a rectangle as net material versus order quantity.</a:t>
            </a:r>
          </a:p>
          <a:p/>
          <a:p>
            <a:r>
              <a:t>EXACT SCHEDULED STEPS</a:t>
            </a:r>
          </a:p>
          <a:p>
            <a:r>
              <a:t>2:15 PM–2:20 PM | 1 Start | 5 min</a:t>
            </a:r>
          </a:p>
          <a:p>
            <a:r>
              <a:t>Instructor: Connect waste allowance, discounts and purchase quantities to reading a carpentry drawing or preparing a cut list. State the objective.</a:t>
            </a:r>
          </a:p>
          <a:p>
            <a:r>
              <a:t>Learners: Share a prior use of this skill; identify the quantity and unit.</a:t>
            </a:r>
          </a:p>
          <a:p>
            <a:r>
              <a:t>Materials/check: Notebook; calculator</a:t>
            </a:r>
          </a:p>
          <a:p>
            <a:r>
              <a:t>Source: 'Math Week 4'!A116:F116</a:t>
            </a:r>
          </a:p>
          <a:p/>
          <a:p>
            <a:r>
              <a:t>2:20 PM–2:25 PM | 2 Recall | 5 min</a:t>
            </a:r>
          </a:p>
          <a:p>
            <a:r>
              <a:t>Instructor: Ask whether a 15% allowance means ordering 15% or 115% of the original quantity.</a:t>
            </a:r>
          </a:p>
          <a:p>
            <a:r>
              <a:t>Learners: Attempt the short retrieval task independently; explain the method before seeing answers.</a:t>
            </a:r>
          </a:p>
          <a:p>
            <a:r>
              <a:t>Materials/check: Identify support needs</a:t>
            </a:r>
          </a:p>
          <a:p>
            <a:r>
              <a:t>Source: 'Math Week 4'!A117:F117</a:t>
            </a:r>
          </a:p>
          <a:p/>
          <a:p>
            <a:r>
              <a:t>2:25 PM–2:40 PM | 3 Teach | 15 min</a:t>
            </a:r>
          </a:p>
          <a:p>
            <a:r>
              <a:t>Instructor: Model Exercise Book 6B Q2, keep the unrounded allowance quantity, then round up to full sheets. Contrast increase with discount.</a:t>
            </a:r>
          </a:p>
          <a:p>
            <a:r>
              <a:t>Learners: Annotate a worked example; predict the next step and ask questions.</a:t>
            </a:r>
          </a:p>
          <a:p>
            <a:r>
              <a:t>Materials/check: Textbook; worked example</a:t>
            </a:r>
          </a:p>
          <a:p>
            <a:r>
              <a:t>Source: 'Math Week 4'!A118:F118</a:t>
            </a:r>
          </a:p>
          <a:p/>
          <a:p>
            <a:r>
              <a:t>2:40 PM–2:55 PM | 4 Together | 15 min</a:t>
            </a:r>
          </a:p>
          <a:p>
            <a:r>
              <a:t>Instructor: Work Exercise Book 6A Q11–13 and 6B Q3; learners identify the original base before calculating.</a:t>
            </a:r>
          </a:p>
          <a:p>
            <a:r>
              <a:t>Learners: Work in pairs; alternate calculator operator and checker. Show units and an estimated answer.</a:t>
            </a:r>
          </a:p>
          <a:p>
            <a:r>
              <a:t>Materials/check: Exercise Book; tool above</a:t>
            </a:r>
          </a:p>
          <a:p>
            <a:r>
              <a:t>Source: 'Math Week 4'!A119:F119</a:t>
            </a:r>
          </a:p>
          <a:p/>
          <a:p>
            <a:r>
              <a:t>2:55 PM–3:15 PM | 5 Practise | 20 min</a:t>
            </a:r>
          </a:p>
          <a:p>
            <a:r>
              <a:t>Instructor: Solve Exercise Book 6B Q1,5 and rework Q2 with a written order explanation. Label all practice allowances as problem data, not a standard job allowance.</a:t>
            </a:r>
          </a:p>
          <a:p>
            <a:r>
              <a:t>Learners: Solve on paper first; use the tool to check; correct one error with a written reason.</a:t>
            </a:r>
          </a:p>
          <a:p>
            <a:r>
              <a:t>Materials/check: Paper first; tool second</a:t>
            </a:r>
          </a:p>
          <a:p>
            <a:r>
              <a:t>Source: 'Math Week 4'!A120:F120</a:t>
            </a:r>
          </a:p>
          <a:p/>
          <a:p>
            <a:r>
              <a:t>3:15 PM–3:25 PM | 6 Check | 10 min</a:t>
            </a:r>
          </a:p>
          <a:p>
            <a:r>
              <a:t>Instructor: Exercise Book 6B Q2 and Q3, showing the unrounded order and discount calculation.</a:t>
            </a:r>
          </a:p>
          <a:p>
            <a:r>
              <a:t>Learners: Solve without displayed answers; include working, units and the requested rounding.</a:t>
            </a:r>
          </a:p>
          <a:p>
            <a:r>
              <a:t>Materials/check: Teacher answers below</a:t>
            </a:r>
          </a:p>
          <a:p>
            <a:r>
              <a:t>Source: 'Math Week 4'!A121:F121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4'!A122:F122</a:t>
            </a:r>
          </a:p>
          <a:p/>
          <a:p>
            <a:r>
              <a:t>INSTRUCTOR ONLY: REVEAL ASSESSMENT ANSWERS AFTER THE ATTEMPT</a:t>
            </a:r>
          </a:p>
          <a:p>
            <a:r>
              <a:t>6B Q2 = 20.7, rounded up to 21 sheets; Q3 = $76.12 each, $456.72 for six. Answer Key p.19. Answer Key pp.18–19</a:t>
            </a:r>
          </a:p>
          <a:p/>
          <a:p>
            <a:r>
              <a:t>Use the difference between a fraction of the total and a ratio of parts as the next bridge.</a:t>
            </a:r>
          </a:p>
          <a:p/>
          <a:p>
            <a:r>
              <a:t>Sources: 'Math Week 4'!A15:E15; 'Carpentry Schedule'!D39; 'Math Week 4'!A110</a:t>
            </a:r>
          </a:p>
          <a:p>
            <a:r>
              <a:t>Navigation/resource slides support these scheduled steps and do not add instructional time.</a:t>
            </a:r>
          </a:p>
          <a:p>
            <a:r>
              <a:t>SLIDE PLACEMENT: Together, 2:40 PM–2:55 PM. All slides with this phase share these 15 minutes; do not restart the time allocation for each slide.</a:t>
            </a:r>
          </a:p>
          <a:p/>
          <a:p>
            <a:r>
              <a:t>ACCESS EXERCISE BOOK: 6A-Q11</a:t>
            </a:r>
          </a:p>
          <a:p>
            <a:r>
              <a:t>Exact question: Increase 340 by 15%.</a:t>
            </a:r>
          </a:p>
          <a:p>
            <a:r>
              <a:t>Instructor answer: 391</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W04-L06 | 2026-11-18 | 2:15 PM–3:30 PM | 75 minutes</a:t>
            </a:r>
          </a:p>
          <a:p>
            <a:r>
              <a:t>Waste allowance and purchase quantities</a:t>
            </a:r>
          </a:p>
          <a:p>
            <a:r>
              <a:t>Mode: Math</a:t>
            </a:r>
          </a:p>
          <a:p>
            <a:r>
              <a:t>Goal: Apply an allowance or discount once, then round an order to whole purchase units.</a:t>
            </a:r>
          </a:p>
          <a:p>
            <a:r>
              <a:t>Read: Textbook sections 6.4 pp.96–97; review sections 5.7 pp.86–87</a:t>
            </a:r>
          </a:p>
          <a:p>
            <a:r>
              <a:t>Practise: Exercise Book 6A Q11–13 (pp.39–40); 6B Q1–3,5 (p.41)</a:t>
            </a:r>
          </a:p>
          <a:p>
            <a:r>
              <a:t>Tool: Numeracy Hub Calculator: compare percent-key and decimal-multiplier methods. Shape Canvas: label a rectangle as net material versus order quantity.</a:t>
            </a:r>
          </a:p>
          <a:p/>
          <a:p>
            <a:r>
              <a:t>EXACT SCHEDULED STEPS</a:t>
            </a:r>
          </a:p>
          <a:p>
            <a:r>
              <a:t>2:15 PM–2:20 PM | 1 Start | 5 min</a:t>
            </a:r>
          </a:p>
          <a:p>
            <a:r>
              <a:t>Instructor: Connect waste allowance, discounts and purchase quantities to reading a carpentry drawing or preparing a cut list. State the objective.</a:t>
            </a:r>
          </a:p>
          <a:p>
            <a:r>
              <a:t>Learners: Share a prior use of this skill; identify the quantity and unit.</a:t>
            </a:r>
          </a:p>
          <a:p>
            <a:r>
              <a:t>Materials/check: Notebook; calculator</a:t>
            </a:r>
          </a:p>
          <a:p>
            <a:r>
              <a:t>Source: 'Math Week 4'!A116:F116</a:t>
            </a:r>
          </a:p>
          <a:p/>
          <a:p>
            <a:r>
              <a:t>2:20 PM–2:25 PM | 2 Recall | 5 min</a:t>
            </a:r>
          </a:p>
          <a:p>
            <a:r>
              <a:t>Instructor: Ask whether a 15% allowance means ordering 15% or 115% of the original quantity.</a:t>
            </a:r>
          </a:p>
          <a:p>
            <a:r>
              <a:t>Learners: Attempt the short retrieval task independently; explain the method before seeing answers.</a:t>
            </a:r>
          </a:p>
          <a:p>
            <a:r>
              <a:t>Materials/check: Identify support needs</a:t>
            </a:r>
          </a:p>
          <a:p>
            <a:r>
              <a:t>Source: 'Math Week 4'!A117:F117</a:t>
            </a:r>
          </a:p>
          <a:p/>
          <a:p>
            <a:r>
              <a:t>2:25 PM–2:40 PM | 3 Teach | 15 min</a:t>
            </a:r>
          </a:p>
          <a:p>
            <a:r>
              <a:t>Instructor: Model Exercise Book 6B Q2, keep the unrounded allowance quantity, then round up to full sheets. Contrast increase with discount.</a:t>
            </a:r>
          </a:p>
          <a:p>
            <a:r>
              <a:t>Learners: Annotate a worked example; predict the next step and ask questions.</a:t>
            </a:r>
          </a:p>
          <a:p>
            <a:r>
              <a:t>Materials/check: Textbook; worked example</a:t>
            </a:r>
          </a:p>
          <a:p>
            <a:r>
              <a:t>Source: 'Math Week 4'!A118:F118</a:t>
            </a:r>
          </a:p>
          <a:p/>
          <a:p>
            <a:r>
              <a:t>2:40 PM–2:55 PM | 4 Together | 15 min</a:t>
            </a:r>
          </a:p>
          <a:p>
            <a:r>
              <a:t>Instructor: Work Exercise Book 6A Q11–13 and 6B Q3; learners identify the original base before calculating.</a:t>
            </a:r>
          </a:p>
          <a:p>
            <a:r>
              <a:t>Learners: Work in pairs; alternate calculator operator and checker. Show units and an estimated answer.</a:t>
            </a:r>
          </a:p>
          <a:p>
            <a:r>
              <a:t>Materials/check: Exercise Book; tool above</a:t>
            </a:r>
          </a:p>
          <a:p>
            <a:r>
              <a:t>Source: 'Math Week 4'!A119:F119</a:t>
            </a:r>
          </a:p>
          <a:p/>
          <a:p>
            <a:r>
              <a:t>2:55 PM–3:15 PM | 5 Practise | 20 min</a:t>
            </a:r>
          </a:p>
          <a:p>
            <a:r>
              <a:t>Instructor: Solve Exercise Book 6B Q1,5 and rework Q2 with a written order explanation. Label all practice allowances as problem data, not a standard job allowance.</a:t>
            </a:r>
          </a:p>
          <a:p>
            <a:r>
              <a:t>Learners: Solve on paper first; use the tool to check; correct one error with a written reason.</a:t>
            </a:r>
          </a:p>
          <a:p>
            <a:r>
              <a:t>Materials/check: Paper first; tool second</a:t>
            </a:r>
          </a:p>
          <a:p>
            <a:r>
              <a:t>Source: 'Math Week 4'!A120:F120</a:t>
            </a:r>
          </a:p>
          <a:p/>
          <a:p>
            <a:r>
              <a:t>3:15 PM–3:25 PM | 6 Check | 10 min</a:t>
            </a:r>
          </a:p>
          <a:p>
            <a:r>
              <a:t>Instructor: Exercise Book 6B Q2 and Q3, showing the unrounded order and discount calculation.</a:t>
            </a:r>
          </a:p>
          <a:p>
            <a:r>
              <a:t>Learners: Solve without displayed answers; include working, units and the requested rounding.</a:t>
            </a:r>
          </a:p>
          <a:p>
            <a:r>
              <a:t>Materials/check: Teacher answers below</a:t>
            </a:r>
          </a:p>
          <a:p>
            <a:r>
              <a:t>Source: 'Math Week 4'!A121:F121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4'!A122:F122</a:t>
            </a:r>
          </a:p>
          <a:p/>
          <a:p>
            <a:r>
              <a:t>INSTRUCTOR ONLY: REVEAL ASSESSMENT ANSWERS AFTER THE ATTEMPT</a:t>
            </a:r>
          </a:p>
          <a:p>
            <a:r>
              <a:t>6B Q2 = 20.7, rounded up to 21 sheets; Q3 = $76.12 each, $456.72 for six. Answer Key p.19. Answer Key pp.18–19</a:t>
            </a:r>
          </a:p>
          <a:p/>
          <a:p>
            <a:r>
              <a:t>Use the difference between a fraction of the total and a ratio of parts as the next bridge.</a:t>
            </a:r>
          </a:p>
          <a:p/>
          <a:p>
            <a:r>
              <a:t>Sources: 'Math Week 4'!A15:E15; 'Carpentry Schedule'!D39; 'Math Week 4'!A110</a:t>
            </a:r>
          </a:p>
          <a:p>
            <a:r>
              <a:t>Navigation/resource slides support these scheduled steps and do not add instructional time.</a:t>
            </a:r>
          </a:p>
          <a:p>
            <a:r>
              <a:t>SLIDE PLACEMENT: Together, 2:40 PM–2:55 PM. All slides with this phase share these 15 minutes; do not restart the time allocation for each slide.</a:t>
            </a:r>
          </a:p>
          <a:p/>
          <a:p>
            <a:r>
              <a:t>ACCESS EXERCISE BOOK: 6A-Q11</a:t>
            </a:r>
          </a:p>
          <a:p>
            <a:r>
              <a:t>Exact question: Increase 340 by 15%.</a:t>
            </a:r>
          </a:p>
          <a:p>
            <a:r>
              <a:t>Instructor answer: 391</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W04-L06 | 2026-11-18 | 2:15 PM–3:30 PM | 75 minutes</a:t>
            </a:r>
          </a:p>
          <a:p>
            <a:r>
              <a:t>Waste allowance and purchase quantities</a:t>
            </a:r>
          </a:p>
          <a:p>
            <a:r>
              <a:t>Mode: Math</a:t>
            </a:r>
          </a:p>
          <a:p>
            <a:r>
              <a:t>Goal: Apply an allowance or discount once, then round an order to whole purchase units.</a:t>
            </a:r>
          </a:p>
          <a:p>
            <a:r>
              <a:t>Read: Textbook sections 6.4 pp.96–97; review sections 5.7 pp.86–87</a:t>
            </a:r>
          </a:p>
          <a:p>
            <a:r>
              <a:t>Practise: Exercise Book 6A Q11–13 (pp.39–40); 6B Q1–3,5 (p.41)</a:t>
            </a:r>
          </a:p>
          <a:p>
            <a:r>
              <a:t>Tool: Numeracy Hub Calculator: compare percent-key and decimal-multiplier methods. Shape Canvas: label a rectangle as net material versus order quantity.</a:t>
            </a:r>
          </a:p>
          <a:p/>
          <a:p>
            <a:r>
              <a:t>EXACT SCHEDULED STEPS</a:t>
            </a:r>
          </a:p>
          <a:p>
            <a:r>
              <a:t>2:15 PM–2:20 PM | 1 Start | 5 min</a:t>
            </a:r>
          </a:p>
          <a:p>
            <a:r>
              <a:t>Instructor: Connect waste allowance, discounts and purchase quantities to reading a carpentry drawing or preparing a cut list. State the objective.</a:t>
            </a:r>
          </a:p>
          <a:p>
            <a:r>
              <a:t>Learners: Share a prior use of this skill; identify the quantity and unit.</a:t>
            </a:r>
          </a:p>
          <a:p>
            <a:r>
              <a:t>Materials/check: Notebook; calculator</a:t>
            </a:r>
          </a:p>
          <a:p>
            <a:r>
              <a:t>Source: 'Math Week 4'!A116:F116</a:t>
            </a:r>
          </a:p>
          <a:p/>
          <a:p>
            <a:r>
              <a:t>2:20 PM–2:25 PM | 2 Recall | 5 min</a:t>
            </a:r>
          </a:p>
          <a:p>
            <a:r>
              <a:t>Instructor: Ask whether a 15% allowance means ordering 15% or 115% of the original quantity.</a:t>
            </a:r>
          </a:p>
          <a:p>
            <a:r>
              <a:t>Learners: Attempt the short retrieval task independently; explain the method before seeing answers.</a:t>
            </a:r>
          </a:p>
          <a:p>
            <a:r>
              <a:t>Materials/check: Identify support needs</a:t>
            </a:r>
          </a:p>
          <a:p>
            <a:r>
              <a:t>Source: 'Math Week 4'!A117:F117</a:t>
            </a:r>
          </a:p>
          <a:p/>
          <a:p>
            <a:r>
              <a:t>2:25 PM–2:40 PM | 3 Teach | 15 min</a:t>
            </a:r>
          </a:p>
          <a:p>
            <a:r>
              <a:t>Instructor: Model Exercise Book 6B Q2, keep the unrounded allowance quantity, then round up to full sheets. Contrast increase with discount.</a:t>
            </a:r>
          </a:p>
          <a:p>
            <a:r>
              <a:t>Learners: Annotate a worked example; predict the next step and ask questions.</a:t>
            </a:r>
          </a:p>
          <a:p>
            <a:r>
              <a:t>Materials/check: Textbook; worked example</a:t>
            </a:r>
          </a:p>
          <a:p>
            <a:r>
              <a:t>Source: 'Math Week 4'!A118:F118</a:t>
            </a:r>
          </a:p>
          <a:p/>
          <a:p>
            <a:r>
              <a:t>2:40 PM–2:55 PM | 4 Together | 15 min</a:t>
            </a:r>
          </a:p>
          <a:p>
            <a:r>
              <a:t>Instructor: Work Exercise Book 6A Q11–13 and 6B Q3; learners identify the original base before calculating.</a:t>
            </a:r>
          </a:p>
          <a:p>
            <a:r>
              <a:t>Learners: Work in pairs; alternate calculator operator and checker. Show units and an estimated answer.</a:t>
            </a:r>
          </a:p>
          <a:p>
            <a:r>
              <a:t>Materials/check: Exercise Book; tool above</a:t>
            </a:r>
          </a:p>
          <a:p>
            <a:r>
              <a:t>Source: 'Math Week 4'!A119:F119</a:t>
            </a:r>
          </a:p>
          <a:p/>
          <a:p>
            <a:r>
              <a:t>2:55 PM–3:15 PM | 5 Practise | 20 min</a:t>
            </a:r>
          </a:p>
          <a:p>
            <a:r>
              <a:t>Instructor: Solve Exercise Book 6B Q1,5 and rework Q2 with a written order explanation. Label all practice allowances as problem data, not a standard job allowance.</a:t>
            </a:r>
          </a:p>
          <a:p>
            <a:r>
              <a:t>Learners: Solve on paper first; use the tool to check; correct one error with a written reason.</a:t>
            </a:r>
          </a:p>
          <a:p>
            <a:r>
              <a:t>Materials/check: Paper first; tool second</a:t>
            </a:r>
          </a:p>
          <a:p>
            <a:r>
              <a:t>Source: 'Math Week 4'!A120:F120</a:t>
            </a:r>
          </a:p>
          <a:p/>
          <a:p>
            <a:r>
              <a:t>3:15 PM–3:25 PM | 6 Check | 10 min</a:t>
            </a:r>
          </a:p>
          <a:p>
            <a:r>
              <a:t>Instructor: Exercise Book 6B Q2 and Q3, showing the unrounded order and discount calculation.</a:t>
            </a:r>
          </a:p>
          <a:p>
            <a:r>
              <a:t>Learners: Solve without displayed answers; include working, units and the requested rounding.</a:t>
            </a:r>
          </a:p>
          <a:p>
            <a:r>
              <a:t>Materials/check: Teacher answers below</a:t>
            </a:r>
          </a:p>
          <a:p>
            <a:r>
              <a:t>Source: 'Math Week 4'!A121:F121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4'!A122:F122</a:t>
            </a:r>
          </a:p>
          <a:p/>
          <a:p>
            <a:r>
              <a:t>INSTRUCTOR ONLY: REVEAL ASSESSMENT ANSWERS AFTER THE ATTEMPT</a:t>
            </a:r>
          </a:p>
          <a:p>
            <a:r>
              <a:t>6B Q2 = 20.7, rounded up to 21 sheets; Q3 = $76.12 each, $456.72 for six. Answer Key p.19. Answer Key pp.18–19</a:t>
            </a:r>
          </a:p>
          <a:p/>
          <a:p>
            <a:r>
              <a:t>Use the difference between a fraction of the total and a ratio of parts as the next bridge.</a:t>
            </a:r>
          </a:p>
          <a:p/>
          <a:p>
            <a:r>
              <a:t>Sources: 'Math Week 4'!A15:E15; 'Carpentry Schedule'!D39; 'Math Week 4'!A110</a:t>
            </a:r>
          </a:p>
          <a:p>
            <a:r>
              <a:t>Navigation/resource slides support these scheduled steps and do not add instructional time.</a:t>
            </a:r>
          </a:p>
          <a:p>
            <a:r>
              <a:t>SLIDE PLACEMENT: Practise, 2:55 PM–3:15 PM.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W04-L06 | 2026-11-18 | 2:15 PM–3:30 PM | 75 minutes</a:t>
            </a:r>
          </a:p>
          <a:p>
            <a:r>
              <a:t>Waste allowance and purchase quantities</a:t>
            </a:r>
          </a:p>
          <a:p>
            <a:r>
              <a:t>Mode: Math</a:t>
            </a:r>
          </a:p>
          <a:p>
            <a:r>
              <a:t>Goal: Apply an allowance or discount once, then round an order to whole purchase units.</a:t>
            </a:r>
          </a:p>
          <a:p>
            <a:r>
              <a:t>Read: Textbook sections 6.4 pp.96–97; review sections 5.7 pp.86–87</a:t>
            </a:r>
          </a:p>
          <a:p>
            <a:r>
              <a:t>Practise: Exercise Book 6A Q11–13 (pp.39–40); 6B Q1–3,5 (p.41)</a:t>
            </a:r>
          </a:p>
          <a:p>
            <a:r>
              <a:t>Tool: Numeracy Hub Calculator: compare percent-key and decimal-multiplier methods. Shape Canvas: label a rectangle as net material versus order quantity.</a:t>
            </a:r>
          </a:p>
          <a:p/>
          <a:p>
            <a:r>
              <a:t>EXACT SCHEDULED STEPS</a:t>
            </a:r>
          </a:p>
          <a:p>
            <a:r>
              <a:t>2:15 PM–2:20 PM | 1 Start | 5 min</a:t>
            </a:r>
          </a:p>
          <a:p>
            <a:r>
              <a:t>Instructor: Connect waste allowance, discounts and purchase quantities to reading a carpentry drawing or preparing a cut list. State the objective.</a:t>
            </a:r>
          </a:p>
          <a:p>
            <a:r>
              <a:t>Learners: Share a prior use of this skill; identify the quantity and unit.</a:t>
            </a:r>
          </a:p>
          <a:p>
            <a:r>
              <a:t>Materials/check: Notebook; calculator</a:t>
            </a:r>
          </a:p>
          <a:p>
            <a:r>
              <a:t>Source: 'Math Week 4'!A116:F116</a:t>
            </a:r>
          </a:p>
          <a:p/>
          <a:p>
            <a:r>
              <a:t>2:20 PM–2:25 PM | 2 Recall | 5 min</a:t>
            </a:r>
          </a:p>
          <a:p>
            <a:r>
              <a:t>Instructor: Ask whether a 15% allowance means ordering 15% or 115% of the original quantity.</a:t>
            </a:r>
          </a:p>
          <a:p>
            <a:r>
              <a:t>Learners: Attempt the short retrieval task independently; explain the method before seeing answers.</a:t>
            </a:r>
          </a:p>
          <a:p>
            <a:r>
              <a:t>Materials/check: Identify support needs</a:t>
            </a:r>
          </a:p>
          <a:p>
            <a:r>
              <a:t>Source: 'Math Week 4'!A117:F117</a:t>
            </a:r>
          </a:p>
          <a:p/>
          <a:p>
            <a:r>
              <a:t>2:25 PM–2:40 PM | 3 Teach | 15 min</a:t>
            </a:r>
          </a:p>
          <a:p>
            <a:r>
              <a:t>Instructor: Model Exercise Book 6B Q2, keep the unrounded allowance quantity, then round up to full sheets. Contrast increase with discount.</a:t>
            </a:r>
          </a:p>
          <a:p>
            <a:r>
              <a:t>Learners: Annotate a worked example; predict the next step and ask questions.</a:t>
            </a:r>
          </a:p>
          <a:p>
            <a:r>
              <a:t>Materials/check: Textbook; worked example</a:t>
            </a:r>
          </a:p>
          <a:p>
            <a:r>
              <a:t>Source: 'Math Week 4'!A118:F118</a:t>
            </a:r>
          </a:p>
          <a:p/>
          <a:p>
            <a:r>
              <a:t>2:40 PM–2:55 PM | 4 Together | 15 min</a:t>
            </a:r>
          </a:p>
          <a:p>
            <a:r>
              <a:t>Instructor: Work Exercise Book 6A Q11–13 and 6B Q3; learners identify the original base before calculating.</a:t>
            </a:r>
          </a:p>
          <a:p>
            <a:r>
              <a:t>Learners: Work in pairs; alternate calculator operator and checker. Show units and an estimated answer.</a:t>
            </a:r>
          </a:p>
          <a:p>
            <a:r>
              <a:t>Materials/check: Exercise Book; tool above</a:t>
            </a:r>
          </a:p>
          <a:p>
            <a:r>
              <a:t>Source: 'Math Week 4'!A119:F119</a:t>
            </a:r>
          </a:p>
          <a:p/>
          <a:p>
            <a:r>
              <a:t>2:55 PM–3:15 PM | 5 Practise | 20 min</a:t>
            </a:r>
          </a:p>
          <a:p>
            <a:r>
              <a:t>Instructor: Solve Exercise Book 6B Q1,5 and rework Q2 with a written order explanation. Label all practice allowances as problem data, not a standard job allowance.</a:t>
            </a:r>
          </a:p>
          <a:p>
            <a:r>
              <a:t>Learners: Solve on paper first; use the tool to check; correct one error with a written reason.</a:t>
            </a:r>
          </a:p>
          <a:p>
            <a:r>
              <a:t>Materials/check: Paper first; tool second</a:t>
            </a:r>
          </a:p>
          <a:p>
            <a:r>
              <a:t>Source: 'Math Week 4'!A120:F120</a:t>
            </a:r>
          </a:p>
          <a:p/>
          <a:p>
            <a:r>
              <a:t>3:15 PM–3:25 PM | 6 Check | 10 min</a:t>
            </a:r>
          </a:p>
          <a:p>
            <a:r>
              <a:t>Instructor: Exercise Book 6B Q2 and Q3, showing the unrounded order and discount calculation.</a:t>
            </a:r>
          </a:p>
          <a:p>
            <a:r>
              <a:t>Learners: Solve without displayed answers; include working, units and the requested rounding.</a:t>
            </a:r>
          </a:p>
          <a:p>
            <a:r>
              <a:t>Materials/check: Teacher answers below</a:t>
            </a:r>
          </a:p>
          <a:p>
            <a:r>
              <a:t>Source: 'Math Week 4'!A121:F121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4'!A122:F122</a:t>
            </a:r>
          </a:p>
          <a:p/>
          <a:p>
            <a:r>
              <a:t>INSTRUCTOR ONLY: REVEAL ASSESSMENT ANSWERS AFTER THE ATTEMPT</a:t>
            </a:r>
          </a:p>
          <a:p>
            <a:r>
              <a:t>6B Q2 = 20.7, rounded up to 21 sheets; Q3 = $76.12 each, $456.72 for six. Answer Key p.19. Answer Key pp.18–19</a:t>
            </a:r>
          </a:p>
          <a:p/>
          <a:p>
            <a:r>
              <a:t>Use the difference between a fraction of the total and a ratio of parts as the next bridge.</a:t>
            </a:r>
          </a:p>
          <a:p/>
          <a:p>
            <a:r>
              <a:t>Sources: 'Math Week 4'!A15:E15; 'Carpentry Schedule'!D39; 'Math Week 4'!A110</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W04-L06 | 2026-11-18 | 2:15 PM–3:30 PM | 75 minutes</a:t>
            </a:r>
          </a:p>
          <a:p>
            <a:r>
              <a:t>Waste allowance and purchase quantities</a:t>
            </a:r>
          </a:p>
          <a:p>
            <a:r>
              <a:t>Mode: Math</a:t>
            </a:r>
          </a:p>
          <a:p>
            <a:r>
              <a:t>Goal: Apply an allowance or discount once, then round an order to whole purchase units.</a:t>
            </a:r>
          </a:p>
          <a:p>
            <a:r>
              <a:t>Read: Textbook sections 6.4 pp.96–97; review sections 5.7 pp.86–87</a:t>
            </a:r>
          </a:p>
          <a:p>
            <a:r>
              <a:t>Practise: Exercise Book 6A Q11–13 (pp.39–40); 6B Q1–3,5 (p.41)</a:t>
            </a:r>
          </a:p>
          <a:p>
            <a:r>
              <a:t>Tool: Numeracy Hub Calculator: compare percent-key and decimal-multiplier methods. Shape Canvas: label a rectangle as net material versus order quantity.</a:t>
            </a:r>
          </a:p>
          <a:p/>
          <a:p>
            <a:r>
              <a:t>EXACT SCHEDULED STEPS</a:t>
            </a:r>
          </a:p>
          <a:p>
            <a:r>
              <a:t>2:15 PM–2:20 PM | 1 Start | 5 min</a:t>
            </a:r>
          </a:p>
          <a:p>
            <a:r>
              <a:t>Instructor: Connect waste allowance, discounts and purchase quantities to reading a carpentry drawing or preparing a cut list. State the objective.</a:t>
            </a:r>
          </a:p>
          <a:p>
            <a:r>
              <a:t>Learners: Share a prior use of this skill; identify the quantity and unit.</a:t>
            </a:r>
          </a:p>
          <a:p>
            <a:r>
              <a:t>Materials/check: Notebook; calculator</a:t>
            </a:r>
          </a:p>
          <a:p>
            <a:r>
              <a:t>Source: 'Math Week 4'!A116:F116</a:t>
            </a:r>
          </a:p>
          <a:p/>
          <a:p>
            <a:r>
              <a:t>2:20 PM–2:25 PM | 2 Recall | 5 min</a:t>
            </a:r>
          </a:p>
          <a:p>
            <a:r>
              <a:t>Instructor: Ask whether a 15% allowance means ordering 15% or 115% of the original quantity.</a:t>
            </a:r>
          </a:p>
          <a:p>
            <a:r>
              <a:t>Learners: Attempt the short retrieval task independently; explain the method before seeing answers.</a:t>
            </a:r>
          </a:p>
          <a:p>
            <a:r>
              <a:t>Materials/check: Identify support needs</a:t>
            </a:r>
          </a:p>
          <a:p>
            <a:r>
              <a:t>Source: 'Math Week 4'!A117:F117</a:t>
            </a:r>
          </a:p>
          <a:p/>
          <a:p>
            <a:r>
              <a:t>2:25 PM–2:40 PM | 3 Teach | 15 min</a:t>
            </a:r>
          </a:p>
          <a:p>
            <a:r>
              <a:t>Instructor: Model Exercise Book 6B Q2, keep the unrounded allowance quantity, then round up to full sheets. Contrast increase with discount.</a:t>
            </a:r>
          </a:p>
          <a:p>
            <a:r>
              <a:t>Learners: Annotate a worked example; predict the next step and ask questions.</a:t>
            </a:r>
          </a:p>
          <a:p>
            <a:r>
              <a:t>Materials/check: Textbook; worked example</a:t>
            </a:r>
          </a:p>
          <a:p>
            <a:r>
              <a:t>Source: 'Math Week 4'!A118:F118</a:t>
            </a:r>
          </a:p>
          <a:p/>
          <a:p>
            <a:r>
              <a:t>2:40 PM–2:55 PM | 4 Together | 15 min</a:t>
            </a:r>
          </a:p>
          <a:p>
            <a:r>
              <a:t>Instructor: Work Exercise Book 6A Q11–13 and 6B Q3; learners identify the original base before calculating.</a:t>
            </a:r>
          </a:p>
          <a:p>
            <a:r>
              <a:t>Learners: Work in pairs; alternate calculator operator and checker. Show units and an estimated answer.</a:t>
            </a:r>
          </a:p>
          <a:p>
            <a:r>
              <a:t>Materials/check: Exercise Book; tool above</a:t>
            </a:r>
          </a:p>
          <a:p>
            <a:r>
              <a:t>Source: 'Math Week 4'!A119:F119</a:t>
            </a:r>
          </a:p>
          <a:p/>
          <a:p>
            <a:r>
              <a:t>2:55 PM–3:15 PM | 5 Practise | 20 min</a:t>
            </a:r>
          </a:p>
          <a:p>
            <a:r>
              <a:t>Instructor: Solve Exercise Book 6B Q1,5 and rework Q2 with a written order explanation. Label all practice allowances as problem data, not a standard job allowance.</a:t>
            </a:r>
          </a:p>
          <a:p>
            <a:r>
              <a:t>Learners: Solve on paper first; use the tool to check; correct one error with a written reason.</a:t>
            </a:r>
          </a:p>
          <a:p>
            <a:r>
              <a:t>Materials/check: Paper first; tool second</a:t>
            </a:r>
          </a:p>
          <a:p>
            <a:r>
              <a:t>Source: 'Math Week 4'!A120:F120</a:t>
            </a:r>
          </a:p>
          <a:p/>
          <a:p>
            <a:r>
              <a:t>3:15 PM–3:25 PM | 6 Check | 10 min</a:t>
            </a:r>
          </a:p>
          <a:p>
            <a:r>
              <a:t>Instructor: Exercise Book 6B Q2 and Q3, showing the unrounded order and discount calculation.</a:t>
            </a:r>
          </a:p>
          <a:p>
            <a:r>
              <a:t>Learners: Solve without displayed answers; include working, units and the requested rounding.</a:t>
            </a:r>
          </a:p>
          <a:p>
            <a:r>
              <a:t>Materials/check: Teacher answers below</a:t>
            </a:r>
          </a:p>
          <a:p>
            <a:r>
              <a:t>Source: 'Math Week 4'!A121:F121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4'!A122:F122</a:t>
            </a:r>
          </a:p>
          <a:p/>
          <a:p>
            <a:r>
              <a:t>INSTRUCTOR ONLY: REVEAL ASSESSMENT ANSWERS AFTER THE ATTEMPT</a:t>
            </a:r>
          </a:p>
          <a:p>
            <a:r>
              <a:t>6B Q2 = 20.7, rounded up to 21 sheets; Q3 = $76.12 each, $456.72 for six. Answer Key p.19. Answer Key pp.18–19</a:t>
            </a:r>
          </a:p>
          <a:p/>
          <a:p>
            <a:r>
              <a:t>Use the difference between a fraction of the total and a ratio of parts as the next bridge.</a:t>
            </a:r>
          </a:p>
          <a:p/>
          <a:p>
            <a:r>
              <a:t>Sources: 'Math Week 4'!A15:E15; 'Carpentry Schedule'!D39; 'Math Week 4'!A110</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Exact scheduled tool activity: Numeracy Hub Calculator: compare percent-key and decimal-multiplier methods. Shape Canvas: label a rectangle as net material versus order quantity.</a:t>
            </a:r>
          </a:p>
          <a:p>
            <a:r>
              <a:t>Label a Shape Canvas rectangle with the net amount and its allowance from the exercise.</a:t>
            </a:r>
          </a:p>
          <a:p>
            <a:r>
              <a:t>Compare the percent-key and decimal-multiplier methods in Numeracy Hub Calculator.</a:t>
            </a:r>
          </a:p>
          <a:p>
            <a:r>
              <a:t>Record the unrounded amount, then the whole-unit order with your rounding reason.</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W04-L06 | 2026-11-18 | 2:15 PM–3:30 PM | 75 minutes</a:t>
            </a:r>
          </a:p>
          <a:p>
            <a:r>
              <a:t>Waste allowance and purchase quantities</a:t>
            </a:r>
          </a:p>
          <a:p>
            <a:r>
              <a:t>Mode: Math</a:t>
            </a:r>
          </a:p>
          <a:p>
            <a:r>
              <a:t>Goal: Apply an allowance or discount once, then round an order to whole purchase units.</a:t>
            </a:r>
          </a:p>
          <a:p>
            <a:r>
              <a:t>Read: Textbook sections 6.4 pp.96–97; review sections 5.7 pp.86–87</a:t>
            </a:r>
          </a:p>
          <a:p>
            <a:r>
              <a:t>Practise: Exercise Book 6A Q11–13 (pp.39–40); 6B Q1–3,5 (p.41)</a:t>
            </a:r>
          </a:p>
          <a:p>
            <a:r>
              <a:t>Tool: Numeracy Hub Calculator: compare percent-key and decimal-multiplier methods. Shape Canvas: label a rectangle as net material versus order quantity.</a:t>
            </a:r>
          </a:p>
          <a:p/>
          <a:p>
            <a:r>
              <a:t>EXACT SCHEDULED STEPS</a:t>
            </a:r>
          </a:p>
          <a:p>
            <a:r>
              <a:t>2:15 PM–2:20 PM | 1 Start | 5 min</a:t>
            </a:r>
          </a:p>
          <a:p>
            <a:r>
              <a:t>Instructor: Connect waste allowance, discounts and purchase quantities to reading a carpentry drawing or preparing a cut list. State the objective.</a:t>
            </a:r>
          </a:p>
          <a:p>
            <a:r>
              <a:t>Learners: Share a prior use of this skill; identify the quantity and unit.</a:t>
            </a:r>
          </a:p>
          <a:p>
            <a:r>
              <a:t>Materials/check: Notebook; calculator</a:t>
            </a:r>
          </a:p>
          <a:p>
            <a:r>
              <a:t>Source: 'Math Week 4'!A116:F116</a:t>
            </a:r>
          </a:p>
          <a:p/>
          <a:p>
            <a:r>
              <a:t>2:20 PM–2:25 PM | 2 Recall | 5 min</a:t>
            </a:r>
          </a:p>
          <a:p>
            <a:r>
              <a:t>Instructor: Ask whether a 15% allowance means ordering 15% or 115% of the original quantity.</a:t>
            </a:r>
          </a:p>
          <a:p>
            <a:r>
              <a:t>Learners: Attempt the short retrieval task independently; explain the method before seeing answers.</a:t>
            </a:r>
          </a:p>
          <a:p>
            <a:r>
              <a:t>Materials/check: Identify support needs</a:t>
            </a:r>
          </a:p>
          <a:p>
            <a:r>
              <a:t>Source: 'Math Week 4'!A117:F117</a:t>
            </a:r>
          </a:p>
          <a:p/>
          <a:p>
            <a:r>
              <a:t>2:25 PM–2:40 PM | 3 Teach | 15 min</a:t>
            </a:r>
          </a:p>
          <a:p>
            <a:r>
              <a:t>Instructor: Model Exercise Book 6B Q2, keep the unrounded allowance quantity, then round up to full sheets. Contrast increase with discount.</a:t>
            </a:r>
          </a:p>
          <a:p>
            <a:r>
              <a:t>Learners: Annotate a worked example; predict the next step and ask questions.</a:t>
            </a:r>
          </a:p>
          <a:p>
            <a:r>
              <a:t>Materials/check: Textbook; worked example</a:t>
            </a:r>
          </a:p>
          <a:p>
            <a:r>
              <a:t>Source: 'Math Week 4'!A118:F118</a:t>
            </a:r>
          </a:p>
          <a:p/>
          <a:p>
            <a:r>
              <a:t>2:40 PM–2:55 PM | 4 Together | 15 min</a:t>
            </a:r>
          </a:p>
          <a:p>
            <a:r>
              <a:t>Instructor: Work Exercise Book 6A Q11–13 and 6B Q3; learners identify the original base before calculating.</a:t>
            </a:r>
          </a:p>
          <a:p>
            <a:r>
              <a:t>Learners: Work in pairs; alternate calculator operator and checker. Show units and an estimated answer.</a:t>
            </a:r>
          </a:p>
          <a:p>
            <a:r>
              <a:t>Materials/check: Exercise Book; tool above</a:t>
            </a:r>
          </a:p>
          <a:p>
            <a:r>
              <a:t>Source: 'Math Week 4'!A119:F119</a:t>
            </a:r>
          </a:p>
          <a:p/>
          <a:p>
            <a:r>
              <a:t>2:55 PM–3:15 PM | 5 Practise | 20 min</a:t>
            </a:r>
          </a:p>
          <a:p>
            <a:r>
              <a:t>Instructor: Solve Exercise Book 6B Q1,5 and rework Q2 with a written order explanation. Label all practice allowances as problem data, not a standard job allowance.</a:t>
            </a:r>
          </a:p>
          <a:p>
            <a:r>
              <a:t>Learners: Solve on paper first; use the tool to check; correct one error with a written reason.</a:t>
            </a:r>
          </a:p>
          <a:p>
            <a:r>
              <a:t>Materials/check: Paper first; tool second</a:t>
            </a:r>
          </a:p>
          <a:p>
            <a:r>
              <a:t>Source: 'Math Week 4'!A120:F120</a:t>
            </a:r>
          </a:p>
          <a:p/>
          <a:p>
            <a:r>
              <a:t>3:15 PM–3:25 PM | 6 Check | 10 min</a:t>
            </a:r>
          </a:p>
          <a:p>
            <a:r>
              <a:t>Instructor: Exercise Book 6B Q2 and Q3, showing the unrounded order and discount calculation.</a:t>
            </a:r>
          </a:p>
          <a:p>
            <a:r>
              <a:t>Learners: Solve without displayed answers; include working, units and the requested rounding.</a:t>
            </a:r>
          </a:p>
          <a:p>
            <a:r>
              <a:t>Materials/check: Teacher answers below</a:t>
            </a:r>
          </a:p>
          <a:p>
            <a:r>
              <a:t>Source: 'Math Week 4'!A121:F121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4'!A122:F122</a:t>
            </a:r>
          </a:p>
          <a:p/>
          <a:p>
            <a:r>
              <a:t>INSTRUCTOR ONLY: REVEAL ASSESSMENT ANSWERS AFTER THE ATTEMPT</a:t>
            </a:r>
          </a:p>
          <a:p>
            <a:r>
              <a:t>6B Q2 = 20.7, rounded up to 21 sheets; Q3 = $76.12 each, $456.72 for six. Answer Key p.19. Answer Key pp.18–19</a:t>
            </a:r>
          </a:p>
          <a:p/>
          <a:p>
            <a:r>
              <a:t>Use the difference between a fraction of the total and a ratio of parts as the next bridge.</a:t>
            </a:r>
          </a:p>
          <a:p/>
          <a:p>
            <a:r>
              <a:t>Sources: 'Math Week 4'!A15:E15; 'Carpentry Schedule'!D39; 'Math Week 4'!A110</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ACCESS EXERCISE BOOK: 6B-Q1</a:t>
            </a:r>
          </a:p>
          <a:p>
            <a:r>
              <a:t>Exact question: A pipe run needs 64 m of pipe. Add a 12% waste allowance. The pipe on this job comes in 6.4 m lengths. How many metres do you need, and how many lengths do you order?</a:t>
            </a:r>
          </a:p>
          <a:p>
            <a:r>
              <a:t>Instructor answer: 71.68 m, 12 lengths</a:t>
            </a:r>
          </a:p>
          <a:p>
            <a:r>
              <a:t>Working: 64 × 1.12 = 71.68, ÷ 6.4 = 11.2, round up</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W04-L06 | 2026-11-18 | 2:15 PM–3:30 PM | 75 minutes</a:t>
            </a:r>
          </a:p>
          <a:p>
            <a:r>
              <a:t>Waste allowance and purchase quantities</a:t>
            </a:r>
          </a:p>
          <a:p>
            <a:r>
              <a:t>Mode: Math</a:t>
            </a:r>
          </a:p>
          <a:p>
            <a:r>
              <a:t>Goal: Apply an allowance or discount once, then round an order to whole purchase units.</a:t>
            </a:r>
          </a:p>
          <a:p>
            <a:r>
              <a:t>Read: Textbook sections 6.4 pp.96–97; review sections 5.7 pp.86–87</a:t>
            </a:r>
          </a:p>
          <a:p>
            <a:r>
              <a:t>Practise: Exercise Book 6A Q11–13 (pp.39–40); 6B Q1–3,5 (p.41)</a:t>
            </a:r>
          </a:p>
          <a:p>
            <a:r>
              <a:t>Tool: Numeracy Hub Calculator: compare percent-key and decimal-multiplier methods. Shape Canvas: label a rectangle as net material versus order quantity.</a:t>
            </a:r>
          </a:p>
          <a:p/>
          <a:p>
            <a:r>
              <a:t>EXACT SCHEDULED STEPS</a:t>
            </a:r>
          </a:p>
          <a:p>
            <a:r>
              <a:t>2:15 PM–2:20 PM | 1 Start | 5 min</a:t>
            </a:r>
          </a:p>
          <a:p>
            <a:r>
              <a:t>Instructor: Connect waste allowance, discounts and purchase quantities to reading a carpentry drawing or preparing a cut list. State the objective.</a:t>
            </a:r>
          </a:p>
          <a:p>
            <a:r>
              <a:t>Learners: Share a prior use of this skill; identify the quantity and unit.</a:t>
            </a:r>
          </a:p>
          <a:p>
            <a:r>
              <a:t>Materials/check: Notebook; calculator</a:t>
            </a:r>
          </a:p>
          <a:p>
            <a:r>
              <a:t>Source: 'Math Week 4'!A116:F116</a:t>
            </a:r>
          </a:p>
          <a:p/>
          <a:p>
            <a:r>
              <a:t>2:20 PM–2:25 PM | 2 Recall | 5 min</a:t>
            </a:r>
          </a:p>
          <a:p>
            <a:r>
              <a:t>Instructor: Ask whether a 15% allowance means ordering 15% or 115% of the original quantity.</a:t>
            </a:r>
          </a:p>
          <a:p>
            <a:r>
              <a:t>Learners: Attempt the short retrieval task independently; explain the method before seeing answers.</a:t>
            </a:r>
          </a:p>
          <a:p>
            <a:r>
              <a:t>Materials/check: Identify support needs</a:t>
            </a:r>
          </a:p>
          <a:p>
            <a:r>
              <a:t>Source: 'Math Week 4'!A117:F117</a:t>
            </a:r>
          </a:p>
          <a:p/>
          <a:p>
            <a:r>
              <a:t>2:25 PM–2:40 PM | 3 Teach | 15 min</a:t>
            </a:r>
          </a:p>
          <a:p>
            <a:r>
              <a:t>Instructor: Model Exercise Book 6B Q2, keep the unrounded allowance quantity, then round up to full sheets. Contrast increase with discount.</a:t>
            </a:r>
          </a:p>
          <a:p>
            <a:r>
              <a:t>Learners: Annotate a worked example; predict the next step and ask questions.</a:t>
            </a:r>
          </a:p>
          <a:p>
            <a:r>
              <a:t>Materials/check: Textbook; worked example</a:t>
            </a:r>
          </a:p>
          <a:p>
            <a:r>
              <a:t>Source: 'Math Week 4'!A118:F118</a:t>
            </a:r>
          </a:p>
          <a:p/>
          <a:p>
            <a:r>
              <a:t>2:40 PM–2:55 PM | 4 Together | 15 min</a:t>
            </a:r>
          </a:p>
          <a:p>
            <a:r>
              <a:t>Instructor: Work Exercise Book 6A Q11–13 and 6B Q3; learners identify the original base before calculating.</a:t>
            </a:r>
          </a:p>
          <a:p>
            <a:r>
              <a:t>Learners: Work in pairs; alternate calculator operator and checker. Show units and an estimated answer.</a:t>
            </a:r>
          </a:p>
          <a:p>
            <a:r>
              <a:t>Materials/check: Exercise Book; tool above</a:t>
            </a:r>
          </a:p>
          <a:p>
            <a:r>
              <a:t>Source: 'Math Week 4'!A119:F119</a:t>
            </a:r>
          </a:p>
          <a:p/>
          <a:p>
            <a:r>
              <a:t>2:55 PM–3:15 PM | 5 Practise | 20 min</a:t>
            </a:r>
          </a:p>
          <a:p>
            <a:r>
              <a:t>Instructor: Solve Exercise Book 6B Q1,5 and rework Q2 with a written order explanation. Label all practice allowances as problem data, not a standard job allowance.</a:t>
            </a:r>
          </a:p>
          <a:p>
            <a:r>
              <a:t>Learners: Solve on paper first; use the tool to check; correct one error with a written reason.</a:t>
            </a:r>
          </a:p>
          <a:p>
            <a:r>
              <a:t>Materials/check: Paper first; tool second</a:t>
            </a:r>
          </a:p>
          <a:p>
            <a:r>
              <a:t>Source: 'Math Week 4'!A120:F120</a:t>
            </a:r>
          </a:p>
          <a:p/>
          <a:p>
            <a:r>
              <a:t>3:15 PM–3:25 PM | 6 Check | 10 min</a:t>
            </a:r>
          </a:p>
          <a:p>
            <a:r>
              <a:t>Instructor: Exercise Book 6B Q2 and Q3, showing the unrounded order and discount calculation.</a:t>
            </a:r>
          </a:p>
          <a:p>
            <a:r>
              <a:t>Learners: Solve without displayed answers; include working, units and the requested rounding.</a:t>
            </a:r>
          </a:p>
          <a:p>
            <a:r>
              <a:t>Materials/check: Teacher answers below</a:t>
            </a:r>
          </a:p>
          <a:p>
            <a:r>
              <a:t>Source: 'Math Week 4'!A121:F121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4'!A122:F122</a:t>
            </a:r>
          </a:p>
          <a:p/>
          <a:p>
            <a:r>
              <a:t>INSTRUCTOR ONLY: REVEAL ASSESSMENT ANSWERS AFTER THE ATTEMPT</a:t>
            </a:r>
          </a:p>
          <a:p>
            <a:r>
              <a:t>6B Q2 = 20.7, rounded up to 21 sheets; Q3 = $76.12 each, $456.72 for six. Answer Key p.19. Answer Key pp.18–19</a:t>
            </a:r>
          </a:p>
          <a:p/>
          <a:p>
            <a:r>
              <a:t>Use the difference between a fraction of the total and a ratio of parts as the next bridge.</a:t>
            </a:r>
          </a:p>
          <a:p/>
          <a:p>
            <a:r>
              <a:t>Sources: 'Math Week 4'!A15:E15; 'Carpentry Schedule'!D39; 'Math Week 4'!A110</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ACCESS EXERCISE BOOK: 6B-Q5</a:t>
            </a:r>
          </a:p>
          <a:p>
            <a:r>
              <a:t>Exact question: Of 85 welds tested, 6 are rejected. What percent are rejected, to two decimal places?</a:t>
            </a:r>
          </a:p>
          <a:p>
            <a:r>
              <a:t>Instructor answer: 7.06%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W04-L06 | 2026-11-18 | 2:15 PM–3:30 PM | 75 minutes</a:t>
            </a:r>
          </a:p>
          <a:p>
            <a:r>
              <a:t>Waste allowance and purchase quantities</a:t>
            </a:r>
          </a:p>
          <a:p>
            <a:r>
              <a:t>Mode: Math</a:t>
            </a:r>
          </a:p>
          <a:p>
            <a:r>
              <a:t>Goal: Apply an allowance or discount once, then round an order to whole purchase units.</a:t>
            </a:r>
          </a:p>
          <a:p>
            <a:r>
              <a:t>Read: Textbook sections 6.4 pp.96–97; review sections 5.7 pp.86–87</a:t>
            </a:r>
          </a:p>
          <a:p>
            <a:r>
              <a:t>Practise: Exercise Book 6A Q11–13 (pp.39–40); 6B Q1–3,5 (p.41)</a:t>
            </a:r>
          </a:p>
          <a:p>
            <a:r>
              <a:t>Tool: Numeracy Hub Calculator: compare percent-key and decimal-multiplier methods. Shape Canvas: label a rectangle as net material versus order quantity.</a:t>
            </a:r>
          </a:p>
          <a:p/>
          <a:p>
            <a:r>
              <a:t>EXACT SCHEDULED STEPS</a:t>
            </a:r>
          </a:p>
          <a:p>
            <a:r>
              <a:t>2:15 PM–2:20 PM | 1 Start | 5 min</a:t>
            </a:r>
          </a:p>
          <a:p>
            <a:r>
              <a:t>Instructor: Connect waste allowance, discounts and purchase quantities to reading a carpentry drawing or preparing a cut list. State the objective.</a:t>
            </a:r>
          </a:p>
          <a:p>
            <a:r>
              <a:t>Learners: Share a prior use of this skill; identify the quantity and unit.</a:t>
            </a:r>
          </a:p>
          <a:p>
            <a:r>
              <a:t>Materials/check: Notebook; calculator</a:t>
            </a:r>
          </a:p>
          <a:p>
            <a:r>
              <a:t>Source: 'Math Week 4'!A116:F116</a:t>
            </a:r>
          </a:p>
          <a:p/>
          <a:p>
            <a:r>
              <a:t>2:20 PM–2:25 PM | 2 Recall | 5 min</a:t>
            </a:r>
          </a:p>
          <a:p>
            <a:r>
              <a:t>Instructor: Ask whether a 15% allowance means ordering 15% or 115% of the original quantity.</a:t>
            </a:r>
          </a:p>
          <a:p>
            <a:r>
              <a:t>Learners: Attempt the short retrieval task independently; explain the method before seeing answers.</a:t>
            </a:r>
          </a:p>
          <a:p>
            <a:r>
              <a:t>Materials/check: Identify support needs</a:t>
            </a:r>
          </a:p>
          <a:p>
            <a:r>
              <a:t>Source: 'Math Week 4'!A117:F117</a:t>
            </a:r>
          </a:p>
          <a:p/>
          <a:p>
            <a:r>
              <a:t>2:25 PM–2:40 PM | 3 Teach | 15 min</a:t>
            </a:r>
          </a:p>
          <a:p>
            <a:r>
              <a:t>Instructor: Model Exercise Book 6B Q2, keep the unrounded allowance quantity, then round up to full sheets. Contrast increase with discount.</a:t>
            </a:r>
          </a:p>
          <a:p>
            <a:r>
              <a:t>Learners: Annotate a worked example; predict the next step and ask questions.</a:t>
            </a:r>
          </a:p>
          <a:p>
            <a:r>
              <a:t>Materials/check: Textbook; worked example</a:t>
            </a:r>
          </a:p>
          <a:p>
            <a:r>
              <a:t>Source: 'Math Week 4'!A118:F118</a:t>
            </a:r>
          </a:p>
          <a:p/>
          <a:p>
            <a:r>
              <a:t>2:40 PM–2:55 PM | 4 Together | 15 min</a:t>
            </a:r>
          </a:p>
          <a:p>
            <a:r>
              <a:t>Instructor: Work Exercise Book 6A Q11–13 and 6B Q3; learners identify the original base before calculating.</a:t>
            </a:r>
          </a:p>
          <a:p>
            <a:r>
              <a:t>Learners: Work in pairs; alternate calculator operator and checker. Show units and an estimated answer.</a:t>
            </a:r>
          </a:p>
          <a:p>
            <a:r>
              <a:t>Materials/check: Exercise Book; tool above</a:t>
            </a:r>
          </a:p>
          <a:p>
            <a:r>
              <a:t>Source: 'Math Week 4'!A119:F119</a:t>
            </a:r>
          </a:p>
          <a:p/>
          <a:p>
            <a:r>
              <a:t>2:55 PM–3:15 PM | 5 Practise | 20 min</a:t>
            </a:r>
          </a:p>
          <a:p>
            <a:r>
              <a:t>Instructor: Solve Exercise Book 6B Q1,5 and rework Q2 with a written order explanation. Label all practice allowances as problem data, not a standard job allowance.</a:t>
            </a:r>
          </a:p>
          <a:p>
            <a:r>
              <a:t>Learners: Solve on paper first; use the tool to check; correct one error with a written reason.</a:t>
            </a:r>
          </a:p>
          <a:p>
            <a:r>
              <a:t>Materials/check: Paper first; tool second</a:t>
            </a:r>
          </a:p>
          <a:p>
            <a:r>
              <a:t>Source: 'Math Week 4'!A120:F120</a:t>
            </a:r>
          </a:p>
          <a:p/>
          <a:p>
            <a:r>
              <a:t>3:15 PM–3:25 PM | 6 Check | 10 min</a:t>
            </a:r>
          </a:p>
          <a:p>
            <a:r>
              <a:t>Instructor: Exercise Book 6B Q2 and Q3, showing the unrounded order and discount calculation.</a:t>
            </a:r>
          </a:p>
          <a:p>
            <a:r>
              <a:t>Learners: Solve without displayed answers; include working, units and the requested rounding.</a:t>
            </a:r>
          </a:p>
          <a:p>
            <a:r>
              <a:t>Materials/check: Teacher answers below</a:t>
            </a:r>
          </a:p>
          <a:p>
            <a:r>
              <a:t>Source: 'Math Week 4'!A121:F121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4'!A122:F122</a:t>
            </a:r>
          </a:p>
          <a:p/>
          <a:p>
            <a:r>
              <a:t>INSTRUCTOR ONLY: REVEAL ASSESSMENT ANSWERS AFTER THE ATTEMPT</a:t>
            </a:r>
          </a:p>
          <a:p>
            <a:r>
              <a:t>6B Q2 = 20.7, rounded up to 21 sheets; Q3 = $76.12 each, $456.72 for six. Answer Key p.19. Answer Key pp.18–19</a:t>
            </a:r>
          </a:p>
          <a:p/>
          <a:p>
            <a:r>
              <a:t>Use the difference between a fraction of the total and a ratio of parts as the next bridge.</a:t>
            </a:r>
          </a:p>
          <a:p/>
          <a:p>
            <a:r>
              <a:t>Sources: 'Math Week 4'!A15:E15; 'Carpentry Schedule'!D39; 'Math Week 4'!A110</a:t>
            </a:r>
          </a:p>
          <a:p>
            <a:r>
              <a:t>Navigation/resource slides support these scheduled steps and do not add instructional time.</a:t>
            </a:r>
          </a:p>
          <a:p>
            <a:r>
              <a:t>SLIDE PLACEMENT: Check, 3:15 PM–3:25 PM.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W04-L06 | 2026-11-18 | 2:15 PM–3:30 PM | 75 minutes</a:t>
            </a:r>
          </a:p>
          <a:p>
            <a:r>
              <a:t>Waste allowance and purchase quantities</a:t>
            </a:r>
          </a:p>
          <a:p>
            <a:r>
              <a:t>Mode: Math</a:t>
            </a:r>
          </a:p>
          <a:p>
            <a:r>
              <a:t>Goal: Apply an allowance or discount once, then round an order to whole purchase units.</a:t>
            </a:r>
          </a:p>
          <a:p>
            <a:r>
              <a:t>Read: Textbook sections 6.4 pp.96–97; review sections 5.7 pp.86–87</a:t>
            </a:r>
          </a:p>
          <a:p>
            <a:r>
              <a:t>Practise: Exercise Book 6A Q11–13 (pp.39–40); 6B Q1–3,5 (p.41)</a:t>
            </a:r>
          </a:p>
          <a:p>
            <a:r>
              <a:t>Tool: Numeracy Hub Calculator: compare percent-key and decimal-multiplier methods. Shape Canvas: label a rectangle as net material versus order quantity.</a:t>
            </a:r>
          </a:p>
          <a:p/>
          <a:p>
            <a:r>
              <a:t>EXACT SCHEDULED STEPS</a:t>
            </a:r>
          </a:p>
          <a:p>
            <a:r>
              <a:t>2:15 PM–2:20 PM | 1 Start | 5 min</a:t>
            </a:r>
          </a:p>
          <a:p>
            <a:r>
              <a:t>Instructor: Connect waste allowance, discounts and purchase quantities to reading a carpentry drawing or preparing a cut list. State the objective.</a:t>
            </a:r>
          </a:p>
          <a:p>
            <a:r>
              <a:t>Learners: Share a prior use of this skill; identify the quantity and unit.</a:t>
            </a:r>
          </a:p>
          <a:p>
            <a:r>
              <a:t>Materials/check: Notebook; calculator</a:t>
            </a:r>
          </a:p>
          <a:p>
            <a:r>
              <a:t>Source: 'Math Week 4'!A116:F116</a:t>
            </a:r>
          </a:p>
          <a:p/>
          <a:p>
            <a:r>
              <a:t>2:20 PM–2:25 PM | 2 Recall | 5 min</a:t>
            </a:r>
          </a:p>
          <a:p>
            <a:r>
              <a:t>Instructor: Ask whether a 15% allowance means ordering 15% or 115% of the original quantity.</a:t>
            </a:r>
          </a:p>
          <a:p>
            <a:r>
              <a:t>Learners: Attempt the short retrieval task independently; explain the method before seeing answers.</a:t>
            </a:r>
          </a:p>
          <a:p>
            <a:r>
              <a:t>Materials/check: Identify support needs</a:t>
            </a:r>
          </a:p>
          <a:p>
            <a:r>
              <a:t>Source: 'Math Week 4'!A117:F117</a:t>
            </a:r>
          </a:p>
          <a:p/>
          <a:p>
            <a:r>
              <a:t>2:25 PM–2:40 PM | 3 Teach | 15 min</a:t>
            </a:r>
          </a:p>
          <a:p>
            <a:r>
              <a:t>Instructor: Model Exercise Book 6B Q2, keep the unrounded allowance quantity, then round up to full sheets. Contrast increase with discount.</a:t>
            </a:r>
          </a:p>
          <a:p>
            <a:r>
              <a:t>Learners: Annotate a worked example; predict the next step and ask questions.</a:t>
            </a:r>
          </a:p>
          <a:p>
            <a:r>
              <a:t>Materials/check: Textbook; worked example</a:t>
            </a:r>
          </a:p>
          <a:p>
            <a:r>
              <a:t>Source: 'Math Week 4'!A118:F118</a:t>
            </a:r>
          </a:p>
          <a:p/>
          <a:p>
            <a:r>
              <a:t>2:40 PM–2:55 PM | 4 Together | 15 min</a:t>
            </a:r>
          </a:p>
          <a:p>
            <a:r>
              <a:t>Instructor: Work Exercise Book 6A Q11–13 and 6B Q3; learners identify the original base before calculating.</a:t>
            </a:r>
          </a:p>
          <a:p>
            <a:r>
              <a:t>Learners: Work in pairs; alternate calculator operator and checker. Show units and an estimated answer.</a:t>
            </a:r>
          </a:p>
          <a:p>
            <a:r>
              <a:t>Materials/check: Exercise Book; tool above</a:t>
            </a:r>
          </a:p>
          <a:p>
            <a:r>
              <a:t>Source: 'Math Week 4'!A119:F119</a:t>
            </a:r>
          </a:p>
          <a:p/>
          <a:p>
            <a:r>
              <a:t>2:55 PM–3:15 PM | 5 Practise | 20 min</a:t>
            </a:r>
          </a:p>
          <a:p>
            <a:r>
              <a:t>Instructor: Solve Exercise Book 6B Q1,5 and rework Q2 with a written order explanation. Label all practice allowances as problem data, not a standard job allowance.</a:t>
            </a:r>
          </a:p>
          <a:p>
            <a:r>
              <a:t>Learners: Solve on paper first; use the tool to check; correct one error with a written reason.</a:t>
            </a:r>
          </a:p>
          <a:p>
            <a:r>
              <a:t>Materials/check: Paper first; tool second</a:t>
            </a:r>
          </a:p>
          <a:p>
            <a:r>
              <a:t>Source: 'Math Week 4'!A120:F120</a:t>
            </a:r>
          </a:p>
          <a:p/>
          <a:p>
            <a:r>
              <a:t>3:15 PM–3:25 PM | 6 Check | 10 min</a:t>
            </a:r>
          </a:p>
          <a:p>
            <a:r>
              <a:t>Instructor: Exercise Book 6B Q2 and Q3, showing the unrounded order and discount calculation.</a:t>
            </a:r>
          </a:p>
          <a:p>
            <a:r>
              <a:t>Learners: Solve without displayed answers; include working, units and the requested rounding.</a:t>
            </a:r>
          </a:p>
          <a:p>
            <a:r>
              <a:t>Materials/check: Teacher answers below</a:t>
            </a:r>
          </a:p>
          <a:p>
            <a:r>
              <a:t>Source: 'Math Week 4'!A121:F121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4'!A122:F122</a:t>
            </a:r>
          </a:p>
          <a:p/>
          <a:p>
            <a:r>
              <a:t>INSTRUCTOR ONLY: REVEAL ASSESSMENT ANSWERS AFTER THE ATTEMPT</a:t>
            </a:r>
          </a:p>
          <a:p>
            <a:r>
              <a:t>6B Q2 = 20.7, rounded up to 21 sheets; Q3 = $76.12 each, $456.72 for six. Answer Key p.19. Answer Key pp.18–19</a:t>
            </a:r>
          </a:p>
          <a:p/>
          <a:p>
            <a:r>
              <a:t>Use the difference between a fraction of the total and a ratio of parts as the next bridge.</a:t>
            </a:r>
          </a:p>
          <a:p/>
          <a:p>
            <a:r>
              <a:t>Sources: 'Math Week 4'!A15:E15; 'Carpentry Schedule'!D39; 'Math Week 4'!A110</a:t>
            </a:r>
          </a:p>
          <a:p>
            <a:r>
              <a:t>Navigation/resource slides support these scheduled steps and do not add instructional time.</a:t>
            </a:r>
          </a:p>
          <a:p>
            <a:r>
              <a:t>SLIDE PLACEMENT: Check, 3:15 PM–3:25 PM. All slides with this phase share these 10 minutes; do not restart the time allocation for each slide.</a:t>
            </a:r>
          </a:p>
          <a:p/>
          <a:p>
            <a:r>
              <a:t>ACCESS EXERCISE BOOK: 6B-Q2</a:t>
            </a:r>
          </a:p>
          <a:p>
            <a:r>
              <a:t>Exact question: A fabrication job needs 18 sheets of 4 ft × 8 ft plate. Add a 15% allowance and round up to whole sheets.</a:t>
            </a:r>
          </a:p>
          <a:p>
            <a:r>
              <a:t>Instructor answer: 21 sheets (20.7 rounded up)</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W04-L06 | 2026-11-18 | 2:15 PM–3:30 PM | 75 minutes</a:t>
            </a:r>
          </a:p>
          <a:p>
            <a:r>
              <a:t>Waste allowance and purchase quantities</a:t>
            </a:r>
          </a:p>
          <a:p>
            <a:r>
              <a:t>Mode: Math</a:t>
            </a:r>
          </a:p>
          <a:p>
            <a:r>
              <a:t>Goal: Apply an allowance or discount once, then round an order to whole purchase units.</a:t>
            </a:r>
          </a:p>
          <a:p>
            <a:r>
              <a:t>Read: Textbook sections 6.4 pp.96–97; review sections 5.7 pp.86–87</a:t>
            </a:r>
          </a:p>
          <a:p>
            <a:r>
              <a:t>Practise: Exercise Book 6A Q11–13 (pp.39–40); 6B Q1–3,5 (p.41)</a:t>
            </a:r>
          </a:p>
          <a:p>
            <a:r>
              <a:t>Tool: Numeracy Hub Calculator: compare percent-key and decimal-multiplier methods. Shape Canvas: label a rectangle as net material versus order quantity.</a:t>
            </a:r>
          </a:p>
          <a:p/>
          <a:p>
            <a:r>
              <a:t>EXACT SCHEDULED STEPS</a:t>
            </a:r>
          </a:p>
          <a:p>
            <a:r>
              <a:t>2:15 PM–2:20 PM | 1 Start | 5 min</a:t>
            </a:r>
          </a:p>
          <a:p>
            <a:r>
              <a:t>Instructor: Connect waste allowance, discounts and purchase quantities to reading a carpentry drawing or preparing a cut list. State the objective.</a:t>
            </a:r>
          </a:p>
          <a:p>
            <a:r>
              <a:t>Learners: Share a prior use of this skill; identify the quantity and unit.</a:t>
            </a:r>
          </a:p>
          <a:p>
            <a:r>
              <a:t>Materials/check: Notebook; calculator</a:t>
            </a:r>
          </a:p>
          <a:p>
            <a:r>
              <a:t>Source: 'Math Week 4'!A116:F116</a:t>
            </a:r>
          </a:p>
          <a:p/>
          <a:p>
            <a:r>
              <a:t>2:20 PM–2:25 PM | 2 Recall | 5 min</a:t>
            </a:r>
          </a:p>
          <a:p>
            <a:r>
              <a:t>Instructor: Ask whether a 15% allowance means ordering 15% or 115% of the original quantity.</a:t>
            </a:r>
          </a:p>
          <a:p>
            <a:r>
              <a:t>Learners: Attempt the short retrieval task independently; explain the method before seeing answers.</a:t>
            </a:r>
          </a:p>
          <a:p>
            <a:r>
              <a:t>Materials/check: Identify support needs</a:t>
            </a:r>
          </a:p>
          <a:p>
            <a:r>
              <a:t>Source: 'Math Week 4'!A117:F117</a:t>
            </a:r>
          </a:p>
          <a:p/>
          <a:p>
            <a:r>
              <a:t>2:25 PM–2:40 PM | 3 Teach | 15 min</a:t>
            </a:r>
          </a:p>
          <a:p>
            <a:r>
              <a:t>Instructor: Model Exercise Book 6B Q2, keep the unrounded allowance quantity, then round up to full sheets. Contrast increase with discount.</a:t>
            </a:r>
          </a:p>
          <a:p>
            <a:r>
              <a:t>Learners: Annotate a worked example; predict the next step and ask questions.</a:t>
            </a:r>
          </a:p>
          <a:p>
            <a:r>
              <a:t>Materials/check: Textbook; worked example</a:t>
            </a:r>
          </a:p>
          <a:p>
            <a:r>
              <a:t>Source: 'Math Week 4'!A118:F118</a:t>
            </a:r>
          </a:p>
          <a:p/>
          <a:p>
            <a:r>
              <a:t>2:40 PM–2:55 PM | 4 Together | 15 min</a:t>
            </a:r>
          </a:p>
          <a:p>
            <a:r>
              <a:t>Instructor: Work Exercise Book 6A Q11–13 and 6B Q3; learners identify the original base before calculating.</a:t>
            </a:r>
          </a:p>
          <a:p>
            <a:r>
              <a:t>Learners: Work in pairs; alternate calculator operator and checker. Show units and an estimated answer.</a:t>
            </a:r>
          </a:p>
          <a:p>
            <a:r>
              <a:t>Materials/check: Exercise Book; tool above</a:t>
            </a:r>
          </a:p>
          <a:p>
            <a:r>
              <a:t>Source: 'Math Week 4'!A119:F119</a:t>
            </a:r>
          </a:p>
          <a:p/>
          <a:p>
            <a:r>
              <a:t>2:55 PM–3:15 PM | 5 Practise | 20 min</a:t>
            </a:r>
          </a:p>
          <a:p>
            <a:r>
              <a:t>Instructor: Solve Exercise Book 6B Q1,5 and rework Q2 with a written order explanation. Label all practice allowances as problem data, not a standard job allowance.</a:t>
            </a:r>
          </a:p>
          <a:p>
            <a:r>
              <a:t>Learners: Solve on paper first; use the tool to check; correct one error with a written reason.</a:t>
            </a:r>
          </a:p>
          <a:p>
            <a:r>
              <a:t>Materials/check: Paper first; tool second</a:t>
            </a:r>
          </a:p>
          <a:p>
            <a:r>
              <a:t>Source: 'Math Week 4'!A120:F120</a:t>
            </a:r>
          </a:p>
          <a:p/>
          <a:p>
            <a:r>
              <a:t>3:15 PM–3:25 PM | 6 Check | 10 min</a:t>
            </a:r>
          </a:p>
          <a:p>
            <a:r>
              <a:t>Instructor: Exercise Book 6B Q2 and Q3, showing the unrounded order and discount calculation.</a:t>
            </a:r>
          </a:p>
          <a:p>
            <a:r>
              <a:t>Learners: Solve without displayed answers; include working, units and the requested rounding.</a:t>
            </a:r>
          </a:p>
          <a:p>
            <a:r>
              <a:t>Materials/check: Teacher answers below</a:t>
            </a:r>
          </a:p>
          <a:p>
            <a:r>
              <a:t>Source: 'Math Week 4'!A121:F121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4'!A122:F122</a:t>
            </a:r>
          </a:p>
          <a:p/>
          <a:p>
            <a:r>
              <a:t>INSTRUCTOR ONLY: REVEAL ASSESSMENT ANSWERS AFTER THE ATTEMPT</a:t>
            </a:r>
          </a:p>
          <a:p>
            <a:r>
              <a:t>6B Q2 = 20.7, rounded up to 21 sheets; Q3 = $76.12 each, $456.72 for six. Answer Key p.19. Answer Key pp.18–19</a:t>
            </a:r>
          </a:p>
          <a:p/>
          <a:p>
            <a:r>
              <a:t>Use the difference between a fraction of the total and a ratio of parts as the next bridge.</a:t>
            </a:r>
          </a:p>
          <a:p/>
          <a:p>
            <a:r>
              <a:t>Sources: 'Math Week 4'!A15:E15; 'Carpentry Schedule'!D39; 'Math Week 4'!A110</a:t>
            </a:r>
          </a:p>
          <a:p>
            <a:r>
              <a:t>Navigation/resource slides support these scheduled steps and do not add instructional time.</a:t>
            </a:r>
          </a:p>
          <a:p>
            <a:r>
              <a:t>SLIDE PLACEMENT: Check, 3:15 PM–3:25 PM. All slides with this phase share these 10 minutes; do not restart the time allocation for each slide.</a:t>
            </a:r>
          </a:p>
          <a:p/>
          <a:p>
            <a:r>
              <a:t>ACCESS EXERCISE BOOK: 6B-Q3</a:t>
            </a:r>
          </a:p>
          <a:p>
            <a:r>
              <a:t>Exact question: A bearing lists at $86.50. Your shop gets a 12% trade discount. What does one bearing cost? What do 6 cost? Round to the cent.</a:t>
            </a:r>
          </a:p>
          <a:p>
            <a:r>
              <a:t>Instructor answer: $76.12 each, $456.72 for 6</a:t>
            </a:r>
          </a:p>
          <a:p>
            <a:r>
              <a:t>Working: 86.5 − 12% = 76.12, × 6</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W04-L06 | 2026-11-18 | 2:15 PM–3:30 PM | 75 minutes</a:t>
            </a:r>
          </a:p>
          <a:p>
            <a:r>
              <a:t>Waste allowance and purchase quantities</a:t>
            </a:r>
          </a:p>
          <a:p>
            <a:r>
              <a:t>Mode: Math</a:t>
            </a:r>
          </a:p>
          <a:p>
            <a:r>
              <a:t>Goal: Apply an allowance or discount once, then round an order to whole purchase units.</a:t>
            </a:r>
          </a:p>
          <a:p>
            <a:r>
              <a:t>Read: Textbook sections 6.4 pp.96–97; review sections 5.7 pp.86–87</a:t>
            </a:r>
          </a:p>
          <a:p>
            <a:r>
              <a:t>Practise: Exercise Book 6A Q11–13 (pp.39–40); 6B Q1–3,5 (p.41)</a:t>
            </a:r>
          </a:p>
          <a:p>
            <a:r>
              <a:t>Tool: Numeracy Hub Calculator: compare percent-key and decimal-multiplier methods. Shape Canvas: label a rectangle as net material versus order quantity.</a:t>
            </a:r>
          </a:p>
          <a:p/>
          <a:p>
            <a:r>
              <a:t>EXACT SCHEDULED STEPS</a:t>
            </a:r>
          </a:p>
          <a:p>
            <a:r>
              <a:t>2:15 PM–2:20 PM | 1 Start | 5 min</a:t>
            </a:r>
          </a:p>
          <a:p>
            <a:r>
              <a:t>Instructor: Connect waste allowance, discounts and purchase quantities to reading a carpentry drawing or preparing a cut list. State the objective.</a:t>
            </a:r>
          </a:p>
          <a:p>
            <a:r>
              <a:t>Learners: Share a prior use of this skill; identify the quantity and unit.</a:t>
            </a:r>
          </a:p>
          <a:p>
            <a:r>
              <a:t>Materials/check: Notebook; calculator</a:t>
            </a:r>
          </a:p>
          <a:p>
            <a:r>
              <a:t>Source: 'Math Week 4'!A116:F116</a:t>
            </a:r>
          </a:p>
          <a:p/>
          <a:p>
            <a:r>
              <a:t>2:20 PM–2:25 PM | 2 Recall | 5 min</a:t>
            </a:r>
          </a:p>
          <a:p>
            <a:r>
              <a:t>Instructor: Ask whether a 15% allowance means ordering 15% or 115% of the original quantity.</a:t>
            </a:r>
          </a:p>
          <a:p>
            <a:r>
              <a:t>Learners: Attempt the short retrieval task independently; explain the method before seeing answers.</a:t>
            </a:r>
          </a:p>
          <a:p>
            <a:r>
              <a:t>Materials/check: Identify support needs</a:t>
            </a:r>
          </a:p>
          <a:p>
            <a:r>
              <a:t>Source: 'Math Week 4'!A117:F117</a:t>
            </a:r>
          </a:p>
          <a:p/>
          <a:p>
            <a:r>
              <a:t>2:25 PM–2:40 PM | 3 Teach | 15 min</a:t>
            </a:r>
          </a:p>
          <a:p>
            <a:r>
              <a:t>Instructor: Model Exercise Book 6B Q2, keep the unrounded allowance quantity, then round up to full sheets. Contrast increase with discount.</a:t>
            </a:r>
          </a:p>
          <a:p>
            <a:r>
              <a:t>Learners: Annotate a worked example; predict the next step and ask questions.</a:t>
            </a:r>
          </a:p>
          <a:p>
            <a:r>
              <a:t>Materials/check: Textbook; worked example</a:t>
            </a:r>
          </a:p>
          <a:p>
            <a:r>
              <a:t>Source: 'Math Week 4'!A118:F118</a:t>
            </a:r>
          </a:p>
          <a:p/>
          <a:p>
            <a:r>
              <a:t>2:40 PM–2:55 PM | 4 Together | 15 min</a:t>
            </a:r>
          </a:p>
          <a:p>
            <a:r>
              <a:t>Instructor: Work Exercise Book 6A Q11–13 and 6B Q3; learners identify the original base before calculating.</a:t>
            </a:r>
          </a:p>
          <a:p>
            <a:r>
              <a:t>Learners: Work in pairs; alternate calculator operator and checker. Show units and an estimated answer.</a:t>
            </a:r>
          </a:p>
          <a:p>
            <a:r>
              <a:t>Materials/check: Exercise Book; tool above</a:t>
            </a:r>
          </a:p>
          <a:p>
            <a:r>
              <a:t>Source: 'Math Week 4'!A119:F119</a:t>
            </a:r>
          </a:p>
          <a:p/>
          <a:p>
            <a:r>
              <a:t>2:55 PM–3:15 PM | 5 Practise | 20 min</a:t>
            </a:r>
          </a:p>
          <a:p>
            <a:r>
              <a:t>Instructor: Solve Exercise Book 6B Q1,5 and rework Q2 with a written order explanation. Label all practice allowances as problem data, not a standard job allowance.</a:t>
            </a:r>
          </a:p>
          <a:p>
            <a:r>
              <a:t>Learners: Solve on paper first; use the tool to check; correct one error with a written reason.</a:t>
            </a:r>
          </a:p>
          <a:p>
            <a:r>
              <a:t>Materials/check: Paper first; tool second</a:t>
            </a:r>
          </a:p>
          <a:p>
            <a:r>
              <a:t>Source: 'Math Week 4'!A120:F120</a:t>
            </a:r>
          </a:p>
          <a:p/>
          <a:p>
            <a:r>
              <a:t>3:15 PM–3:25 PM | 6 Check | 10 min</a:t>
            </a:r>
          </a:p>
          <a:p>
            <a:r>
              <a:t>Instructor: Exercise Book 6B Q2 and Q3, showing the unrounded order and discount calculation.</a:t>
            </a:r>
          </a:p>
          <a:p>
            <a:r>
              <a:t>Learners: Solve without displayed answers; include working, units and the requested rounding.</a:t>
            </a:r>
          </a:p>
          <a:p>
            <a:r>
              <a:t>Materials/check: Teacher answers below</a:t>
            </a:r>
          </a:p>
          <a:p>
            <a:r>
              <a:t>Source: 'Math Week 4'!A121:F121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4'!A122:F122</a:t>
            </a:r>
          </a:p>
          <a:p/>
          <a:p>
            <a:r>
              <a:t>INSTRUCTOR ONLY: REVEAL ASSESSMENT ANSWERS AFTER THE ATTEMPT</a:t>
            </a:r>
          </a:p>
          <a:p>
            <a:r>
              <a:t>6B Q2 = 20.7, rounded up to 21 sheets; Q3 = $76.12 each, $456.72 for six. Answer Key p.19. Answer Key pp.18–19</a:t>
            </a:r>
          </a:p>
          <a:p/>
          <a:p>
            <a:r>
              <a:t>Use the difference between a fraction of the total and a ratio of parts as the next bridge.</a:t>
            </a:r>
          </a:p>
          <a:p/>
          <a:p>
            <a:r>
              <a:t>Sources: 'Math Week 4'!A15:E15; 'Carpentry Schedule'!D39; 'Math Week 4'!A110</a:t>
            </a:r>
          </a:p>
          <a:p>
            <a:r>
              <a:t>Navigation/resource slides support these scheduled steps and do not add instructional time.</a:t>
            </a:r>
          </a:p>
          <a:p>
            <a:r>
              <a:t>SLIDE PLACEMENT: Wrap up, 3:25 PM–3:30 PM. All slides with this phase share these 5 minutes; do not restart the time allocation for each slide.</a:t>
            </a:r>
          </a:p>
          <a:p/>
          <a:p>
            <a:r>
              <a:t>Next scheduled learning: Use the difference between a fraction of the total and a ratio of parts as the next bridge.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7.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7.png"/><Relationship Id="rId4" Type="http://schemas.openxmlformats.org/officeDocument/2006/relationships/hyperlink" Target="../Resources/ACCESS-Tools/books/ACCESS-Trades-Numeracy-Textbook.pdf#page=92" TargetMode="External"/><Relationship Id="rId5" Type="http://schemas.openxmlformats.org/officeDocument/2006/relationships/hyperlink" Target="../Resources/ACCESS-Tools/books/ACCESS-Trades-Numeracy-Exercise-Book.pdf#page=3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7.png"/><Relationship Id="rId4" Type="http://schemas.openxmlformats.org/officeDocument/2006/relationships/hyperlink" Target="../Resources/ACCESS-Tools/books/ACCESS-Trades-Numeracy-Textbook.pdf#page=92" TargetMode="External"/><Relationship Id="rId5" Type="http://schemas.openxmlformats.org/officeDocument/2006/relationships/hyperlink" Target="../Resources/ACCESS-Tools/books/ACCESS-Trades-Numeracy-Exercise-Book.pdf#page=3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7.png"/><Relationship Id="rId4" Type="http://schemas.openxmlformats.org/officeDocument/2006/relationships/hyperlink" Target="../Resources/ACCESS-Tools/books/ACCESS-Trades-Numeracy-Textbook.pdf#page=92" TargetMode="External"/><Relationship Id="rId5" Type="http://schemas.openxmlformats.org/officeDocument/2006/relationships/hyperlink" Target="../Resources/ACCESS-Tools/books/ACCESS-Trades-Numeracy-Exercise-Book.pdf#page=3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7.png"/><Relationship Id="rId5" Type="http://schemas.openxmlformats.org/officeDocument/2006/relationships/hyperlink" Target="../Resources/ACCESS-Tools/books/ACCESS-Trades-Numeracy-Textbook.pdf#page=92" TargetMode="External"/><Relationship Id="rId6" Type="http://schemas.openxmlformats.org/officeDocument/2006/relationships/hyperlink" Target="../Resources/ACCESS-Tools/books/ACCESS-Trades-Numeracy-Exercise-Book.pdf#page=3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7.png"/><Relationship Id="rId4" Type="http://schemas.openxmlformats.org/officeDocument/2006/relationships/hyperlink" Target="../Resources/ACCESS-Tools/books/ACCESS-Trades-Numeracy-Textbook.pdf#page=92" TargetMode="External"/><Relationship Id="rId5" Type="http://schemas.openxmlformats.org/officeDocument/2006/relationships/hyperlink" Target="../Resources/ACCESS-Tools/books/ACCESS-Trades-Numeracy-Exercise-Book.pdf#page=3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7.png"/><Relationship Id="rId4" Type="http://schemas.openxmlformats.org/officeDocument/2006/relationships/hyperlink" Target="../Resources/ACCESS-Tools/books/ACCESS-Trades-Numeracy-Textbook.pdf#page=92" TargetMode="External"/><Relationship Id="rId5" Type="http://schemas.openxmlformats.org/officeDocument/2006/relationships/hyperlink" Target="../Resources/ACCESS-Tools/books/ACCESS-Trades-Numeracy-Exercise-Book.pdf#page=3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17.png"/><Relationship Id="rId4" Type="http://schemas.openxmlformats.org/officeDocument/2006/relationships/hyperlink" Target="../Resources/ACCESS-Tools/books/ACCESS-Trades-Numeracy-Textbook.pdf#page=92" TargetMode="External"/><Relationship Id="rId5" Type="http://schemas.openxmlformats.org/officeDocument/2006/relationships/hyperlink" Target="../Resources/ACCESS-Tools/books/ACCESS-Trades-Numeracy-Exercise-Book.pdf#page=3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hyperlink" Target="../Resources/ACCESS-Tools/books/ACCESS-Trades-Numeracy-Textbook.pdf#page=94" TargetMode="External"/><Relationship Id="rId6" Type="http://schemas.openxmlformats.org/officeDocument/2006/relationships/hyperlink" Target="../Resources/ACCESS-Tools/books/ACCESS-Trades-Numeracy-Exercise-Book.pdf#page=3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7.png"/><Relationship Id="rId5" Type="http://schemas.openxmlformats.org/officeDocument/2006/relationships/hyperlink" Target="../Resources/ACCESS-Tools/books/ACCESS-Trades-Numeracy-Textbook.pdf#page=94" TargetMode="External"/><Relationship Id="rId6" Type="http://schemas.openxmlformats.org/officeDocument/2006/relationships/hyperlink" Target="../Resources/ACCESS-Tools/books/ACCESS-Trades-Numeracy-Exercise-Book.pdf#page=3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7.png"/><Relationship Id="rId4" Type="http://schemas.openxmlformats.org/officeDocument/2006/relationships/hyperlink" Target="../Resources/ACCESS-Tools/books/ACCESS-Trades-Numeracy-Textbook.pdf#page=92" TargetMode="External"/><Relationship Id="rId5" Type="http://schemas.openxmlformats.org/officeDocument/2006/relationships/hyperlink" Target="../Resources/ACCESS-Tools/books/ACCESS-Trades-Numeracy-Exercise-Book.pdf#page=3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7.png"/><Relationship Id="rId4" Type="http://schemas.openxmlformats.org/officeDocument/2006/relationships/hyperlink" Target="../Resources/ACCESS-Tools/books/ACCESS-Trades-Numeracy-Textbook.pdf#page=92" TargetMode="External"/><Relationship Id="rId5" Type="http://schemas.openxmlformats.org/officeDocument/2006/relationships/hyperlink" Target="../Resources/ACCESS-Tools/books/ACCESS-Trades-Numeracy-Exercise-Book.pdf#page=3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Resources/ACCESS-Tools/books/ACCESS-Trades-Numeracy-Textbook.pdf#page=92" TargetMode="External"/><Relationship Id="rId6" Type="http://schemas.openxmlformats.org/officeDocument/2006/relationships/hyperlink" Target="../Resources/ACCESS-Tools/books/ACCESS-Trades-Numeracy-Exercise-Book.pdf#page=3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Resources/ACCESS-Tools/books/ACCESS-Trades-Numeracy-Textbook.pdf#page=92" TargetMode="External"/><Relationship Id="rId6" Type="http://schemas.openxmlformats.org/officeDocument/2006/relationships/hyperlink" Target="../Resources/ACCESS-Tools/books/ACCESS-Trades-Numeracy-Exercise-Book.pdf#page=3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7.png"/><Relationship Id="rId4" Type="http://schemas.openxmlformats.org/officeDocument/2006/relationships/hyperlink" Target="../Resources/ACCESS-Tools/books/ACCESS-Trades-Numeracy-Textbook.pdf#page=92" TargetMode="External"/><Relationship Id="rId5" Type="http://schemas.openxmlformats.org/officeDocument/2006/relationships/hyperlink" Target="../Resources/ACCESS-Tools/books/ACCESS-Trades-Numeracy-Exercise-Book.pdf#page=3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hyperlink" Target="../Resources/ACCESS-Tools/books/ACCESS-Trades-Numeracy-Textbook.pdf#page=92" TargetMode="External"/><Relationship Id="rId6" Type="http://schemas.openxmlformats.org/officeDocument/2006/relationships/hyperlink" Target="../Resources/ACCESS-Tools/books/ACCESS-Trades-Numeracy-Exercise-Book.pdf#page=3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7.png"/><Relationship Id="rId4" Type="http://schemas.openxmlformats.org/officeDocument/2006/relationships/hyperlink" Target="../Resources/ACCESS-Tools/books/ACCESS-Trades-Numeracy-Textbook.pdf#page=92" TargetMode="External"/><Relationship Id="rId5" Type="http://schemas.openxmlformats.org/officeDocument/2006/relationships/hyperlink" Target="../Resources/ACCESS-Tools/books/ACCESS-Trades-Numeracy-Exercise-Book.pdf#page=3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hyperlink" Target="../Resources/ACCESS-Tools/books/ACCESS-Trades-Numeracy-Textbook.pdf#page=92" TargetMode="External"/><Relationship Id="rId6" Type="http://schemas.openxmlformats.org/officeDocument/2006/relationships/hyperlink" Target="../Resources/ACCESS-Tools/books/ACCESS-Trades-Numeracy-Exercise-Book.pdf#page=3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7.png"/><Relationship Id="rId5" Type="http://schemas.openxmlformats.org/officeDocument/2006/relationships/hyperlink" Target="../Resources/ACCESS-Tools/books/ACCESS-Trades-Numeracy-Textbook.pdf#page=92" TargetMode="External"/><Relationship Id="rId6" Type="http://schemas.openxmlformats.org/officeDocument/2006/relationships/hyperlink" Target="../Resources/ACCESS-Tools/books/ACCESS-Trades-Numeracy-Exercise-Book.pdf#page=43"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7.png"/><Relationship Id="rId4" Type="http://schemas.openxmlformats.org/officeDocument/2006/relationships/hyperlink" Target="../Resources/ACCESS-Tools/books/ACCESS-Trades-Numeracy-Textbook.pdf#page=92" TargetMode="External"/><Relationship Id="rId5" Type="http://schemas.openxmlformats.org/officeDocument/2006/relationships/hyperlink" Target="../Resources/ACCESS-Tools/books/ACCESS-Trades-Numeracy-Exercise-Book.pdf#page=3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hyperlink" Target="../Resources/ACCESS-Tools/books/ACCESS-Trades-Numeracy-Textbook.pdf#page=92" TargetMode="External"/><Relationship Id="rId6" Type="http://schemas.openxmlformats.org/officeDocument/2006/relationships/hyperlink" Target="../Resources/ACCESS-Tools/books/ACCESS-Trades-Numeracy-Exercise-Book.pdf#page=3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9.png"/><Relationship Id="rId4" Type="http://schemas.openxmlformats.org/officeDocument/2006/relationships/image" Target="../media/image17.png"/><Relationship Id="rId5" Type="http://schemas.openxmlformats.org/officeDocument/2006/relationships/hyperlink" Target="../Resources/ACCESS-Tools/books/ACCESS-Trades-Numeracy-Textbook.pdf#page=92" TargetMode="External"/><Relationship Id="rId6" Type="http://schemas.openxmlformats.org/officeDocument/2006/relationships/hyperlink" Target="../Resources/ACCESS-Tools/books/ACCESS-Trades-Numeracy-Exercise-Book.pdf#page=3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7.png"/><Relationship Id="rId4" Type="http://schemas.openxmlformats.org/officeDocument/2006/relationships/hyperlink" Target="../Resources/ACCESS-Tools/books/ACCESS-Trades-Numeracy-Textbook.pdf#page=92" TargetMode="External"/><Relationship Id="rId5" Type="http://schemas.openxmlformats.org/officeDocument/2006/relationships/hyperlink" Target="../Resources/ACCESS-Tools/books/ACCESS-Trades-Numeracy-Exercise-Book.pdf#page=3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7.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7.png"/><Relationship Id="rId4" Type="http://schemas.openxmlformats.org/officeDocument/2006/relationships/hyperlink" Target="../Resources/ACCESS-Tools/books/ACCESS-Trades-Numeracy-Textbook.pdf#page=96" TargetMode="External"/><Relationship Id="rId5" Type="http://schemas.openxmlformats.org/officeDocument/2006/relationships/hyperlink" Target="../Resources/ACCESS-Tools/books/ACCESS-Trades-Numeracy-Exercise-Book.pdf#page=3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7.png"/><Relationship Id="rId4" Type="http://schemas.openxmlformats.org/officeDocument/2006/relationships/hyperlink" Target="../Resources/ACCESS-Tools/books/ACCESS-Trades-Numeracy-Textbook.pdf#page=96" TargetMode="External"/><Relationship Id="rId5" Type="http://schemas.openxmlformats.org/officeDocument/2006/relationships/hyperlink" Target="../Resources/ACCESS-Tools/books/ACCESS-Trades-Numeracy-Exercise-Book.pdf#page=3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7.png"/><Relationship Id="rId4" Type="http://schemas.openxmlformats.org/officeDocument/2006/relationships/hyperlink" Target="../Resources/ACCESS-Tools/books/ACCESS-Trades-Numeracy-Textbook.pdf#page=96" TargetMode="External"/><Relationship Id="rId5" Type="http://schemas.openxmlformats.org/officeDocument/2006/relationships/hyperlink" Target="../Resources/ACCESS-Tools/books/ACCESS-Trades-Numeracy-Exercise-Book.pdf#page=3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7.png"/><Relationship Id="rId4" Type="http://schemas.openxmlformats.org/officeDocument/2006/relationships/hyperlink" Target="../Resources/ACCESS-Tools/books/ACCESS-Trades-Numeracy-Textbook.pdf#page=96" TargetMode="External"/><Relationship Id="rId5" Type="http://schemas.openxmlformats.org/officeDocument/2006/relationships/hyperlink" Target="../Resources/ACCESS-Tools/books/ACCESS-Trades-Numeracy-Exercise-Book.pdf#page=3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image" Target="../media/image17.png"/><Relationship Id="rId4" Type="http://schemas.openxmlformats.org/officeDocument/2006/relationships/hyperlink" Target="../Resources/ACCESS-Tools/books/ACCESS-Trades-Numeracy-Textbook.pdf#page=96" TargetMode="External"/><Relationship Id="rId5" Type="http://schemas.openxmlformats.org/officeDocument/2006/relationships/hyperlink" Target="../Resources/ACCESS-Tools/books/ACCESS-Trades-Numeracy-Exercise-Book.pdf#page=3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hyperlink" Target="../Resources/ACCESS-Tools/books/ACCESS-Trades-Numeracy-Textbook.pdf#page=96" TargetMode="External"/><Relationship Id="rId6" Type="http://schemas.openxmlformats.org/officeDocument/2006/relationships/hyperlink" Target="../Resources/ACCESS-Tools/books/ACCESS-Trades-Numeracy-Exercise-Book.pdf#page=3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hyperlink" Target="../Resources/ACCESS-Tools/books/ACCESS-Trades-Numeracy-Textbook.pdf#page=96" TargetMode="External"/><Relationship Id="rId6" Type="http://schemas.openxmlformats.org/officeDocument/2006/relationships/hyperlink" Target="../Resources/ACCESS-Tools/books/ACCESS-Trades-Numeracy-Exercise-Book.pdf#page=3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7.png"/><Relationship Id="rId4" Type="http://schemas.openxmlformats.org/officeDocument/2006/relationships/hyperlink" Target="../Resources/ACCESS-Tools/books/ACCESS-Trades-Numeracy-Textbook.pdf#page=96" TargetMode="External"/><Relationship Id="rId5" Type="http://schemas.openxmlformats.org/officeDocument/2006/relationships/hyperlink" Target="../Resources/ACCESS-Tools/books/ACCESS-Trades-Numeracy-Exercise-Book.pdf#page=3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7.png"/><Relationship Id="rId4" Type="http://schemas.openxmlformats.org/officeDocument/2006/relationships/hyperlink" Target="../Resources/ACCESS-Tools/books/ACCESS-Trades-Numeracy-Textbook.pdf#page=96" TargetMode="External"/><Relationship Id="rId5" Type="http://schemas.openxmlformats.org/officeDocument/2006/relationships/hyperlink" Target="../Resources/ACCESS-Tools/books/ACCESS-Trades-Numeracy-Exercise-Book.pdf#page=3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Resources/ACCESS-Tools/books/ACCESS-Trades-Numeracy-Textbook.pdf#page=96" TargetMode="External"/><Relationship Id="rId6" Type="http://schemas.openxmlformats.org/officeDocument/2006/relationships/hyperlink" Target="../Resources/ACCESS-Tools/books/ACCESS-Trades-Numeracy-Exercise-Book.pdf#page=3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Resources/ACCESS-Tools/books/ACCESS-Trades-Numeracy-Textbook.pdf#page=96" TargetMode="External"/><Relationship Id="rId6" Type="http://schemas.openxmlformats.org/officeDocument/2006/relationships/hyperlink" Target="../Resources/ACCESS-Tools/books/ACCESS-Trades-Numeracy-Exercise-Book.pdf#page=3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7.png"/><Relationship Id="rId4" Type="http://schemas.openxmlformats.org/officeDocument/2006/relationships/hyperlink" Target="../Resources/ACCESS-Tools/books/ACCESS-Trades-Numeracy-Textbook.pdf#page=96" TargetMode="External"/><Relationship Id="rId5" Type="http://schemas.openxmlformats.org/officeDocument/2006/relationships/hyperlink" Target="../Resources/ACCESS-Tools/books/ACCESS-Trades-Numeracy-Exercise-Book.pdf#page=3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hyperlink" Target="../Resources/ACCESS-Tools/books/ACCESS-Trades-Numeracy-Textbook.pdf#page=96" TargetMode="External"/><Relationship Id="rId6" Type="http://schemas.openxmlformats.org/officeDocument/2006/relationships/hyperlink" Target="../Resources/ACCESS-Tools/books/ACCESS-Trades-Numeracy-Exercise-Book.pdf#page=3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7.png"/><Relationship Id="rId4" Type="http://schemas.openxmlformats.org/officeDocument/2006/relationships/hyperlink" Target="../Resources/ACCESS-Tools/books/ACCESS-Trades-Numeracy-Textbook.pdf#page=96" TargetMode="External"/><Relationship Id="rId5" Type="http://schemas.openxmlformats.org/officeDocument/2006/relationships/hyperlink" Target="../Resources/ACCESS-Tools/books/ACCESS-Trades-Numeracy-Exercise-Book.pdf#page=3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hyperlink" Target="../Resources/ACCESS-Tools/books/ACCESS-Trades-Numeracy-Textbook.pdf#page=96" TargetMode="External"/><Relationship Id="rId6" Type="http://schemas.openxmlformats.org/officeDocument/2006/relationships/hyperlink" Target="../Resources/ACCESS-Tools/books/ACCESS-Trades-Numeracy-Exercise-Book.pdf#page=4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hyperlink" Target="../Resources/ACCESS-Tools/books/ACCESS-Trades-Numeracy-Textbook.pdf#page=96" TargetMode="External"/><Relationship Id="rId6" Type="http://schemas.openxmlformats.org/officeDocument/2006/relationships/hyperlink" Target="../Resources/ACCESS-Tools/books/ACCESS-Trades-Numeracy-Exercise-Book.pdf#page=4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7.png"/><Relationship Id="rId4" Type="http://schemas.openxmlformats.org/officeDocument/2006/relationships/hyperlink" Target="../Resources/ACCESS-Tools/books/ACCESS-Trades-Numeracy-Textbook.pdf#page=96" TargetMode="External"/><Relationship Id="rId5" Type="http://schemas.openxmlformats.org/officeDocument/2006/relationships/hyperlink" Target="../Resources/ACCESS-Tools/books/ACCESS-Trades-Numeracy-Exercise-Book.pdf#page=3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hyperlink" Target="../Resources/ACCESS-Tools/books/ACCESS-Trades-Numeracy-Textbook.pdf#page=96" TargetMode="External"/><Relationship Id="rId6" Type="http://schemas.openxmlformats.org/officeDocument/2006/relationships/hyperlink" Target="../Resources/ACCESS-Tools/books/ACCESS-Trades-Numeracy-Exercise-Book.pdf#page=4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hyperlink" Target="../Resources/ACCESS-Tools/books/ACCESS-Trades-Numeracy-Textbook.pdf#page=96" TargetMode="External"/><Relationship Id="rId6" Type="http://schemas.openxmlformats.org/officeDocument/2006/relationships/hyperlink" Target="../Resources/ACCESS-Tools/books/ACCESS-Trades-Numeracy-Exercise-Book.pdf#page=4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7.png"/><Relationship Id="rId4" Type="http://schemas.openxmlformats.org/officeDocument/2006/relationships/hyperlink" Target="../Resources/ACCESS-Tools/books/ACCESS-Trades-Numeracy-Textbook.pdf#page=96" TargetMode="External"/><Relationship Id="rId5" Type="http://schemas.openxmlformats.org/officeDocument/2006/relationships/hyperlink" Target="../Resources/ACCESS-Tools/books/ACCESS-Trades-Numeracy-Exercise-Book.pdf#page=3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ACCESS  /  CARPENTRY FOUNDATION  /  INTAKE 141</a:t>
            </a:r>
          </a:p>
        </p:txBody>
      </p:sp>
      <p:sp>
        <p:nvSpPr>
          <p:cNvPr id="3" name="TextBox 2"/>
          <p:cNvSpPr txBox="1"/>
          <p:nvPr/>
        </p:nvSpPr>
        <p:spPr>
          <a:xfrm>
            <a:off x="612648" y="1143000"/>
            <a:ext cx="10789920" cy="64008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t>Day 12  |  Wednesday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t>November 18,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Percent: part of a whole</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Waste allowance and purchase quantities</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t>Week 4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5" name="TextBox 14"/>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6" name="TextBox 15"/>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7" name="TextBox 16"/>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8" name="TextBox 17"/>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12  •  2026-11-18  •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t>DAY 12  /  WEEK 4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12:45 PM–2:00 PM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Percent: part of a whole</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12:45 PM–12:50 PM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12:50 PM–12:55 PM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12:55 PM–1:10 PM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1:10 PM–1:25 PM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 PM–1:45 PM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1:45 PM–1:55 PM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1:55 PM–2:00 PM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4, Lesson 5</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2:15 PM–3:30 PM  •  75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Waste allowance and purchase quantities</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2:15 PM–2:20 PM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2:20 PM–2:25 PM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2:25 PM–2:40 PM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2:40 PM–2:55 PM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2:55 PM–3:15 PM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3:15 PM–3:25 PM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3:25 PM–3:30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4, Lesson 6</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56" name="TextBox 5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57" name="TextBox 5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58" name="TextBox 5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59" name="TextBox 5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W04-L05  •  START  •  12:45 PM–12:50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Percent: part of a whole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6.1–6.3 pp.92–95; calculator percent p.35</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Convert percentages, decimals and fractions; find a percentage of a quantity.</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Share a prior use of this skill; identify the quantity and unit.</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sections 6.1–6.3 pp.92–95; calculator percent p.35</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6A Q1–10 (p.39); 6C Q1–2 (p.43)</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W04-L05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6.1–6.3 pp.92–95; calculator percent p.35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Retrieve 0.5 = 1/2 and ask for the matching percent. Use Exercise Book 6A Q1 and Q3.</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6A Q1–10 (p.39); 6C Q1–2 (p.43)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W04-L05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from the Exercise Book  |  6A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6.1–6.3 pp.92–95; calculator percent p.35</a:t>
            </a:r>
          </a:p>
        </p:txBody>
      </p:sp>
      <p:pic>
        <p:nvPicPr>
          <p:cNvPr id="5" name="Picture 4" descr="6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W04-L05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Percent means parts per hundred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6.1–6.3 pp.92–95; calculator percent p.35</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 percent compares a part with a whole using 100 equal parts.</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Convert percent to decimal by dividing by 100.</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Convert decimal to percent by multiplying by 100.</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Name the whole before you calculate the part.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W04-L05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Find a percentage of a quantity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6.1–6.3 pp.92–95; calculator percent p.35</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Write the rate as a decimal.</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Part = decimal rate × whole quantity.</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The part keeps the same measurement unit as the whole.</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If the rate is below 100%, the part should be smaller than the whole.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W04-L05  •  TEACH  •  12:55 PM–1:10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000000"/>
                </a:solidFill>
                <a:latin typeface="Arial" pitchFamily="34" charset="0"/>
                <a:ea typeface="Arial" pitchFamily="34" charset="-122"/>
                <a:cs typeface="Arial" pitchFamily="34" charset="-120"/>
              </a:rPr>
              <a:t>Write the whole and rate before multiplying</a:t>
            </a:r>
            <a:endParaRPr lang="en-US" sz="3000" dirty="0"/>
          </a:p>
        </p:txBody>
      </p:sp>
      <p:sp>
        <p:nvSpPr>
          <p:cNvPr id="5" name="Text 3"/>
          <p:cNvSpPr/>
          <p:nvPr/>
        </p:nvSpPr>
        <p:spPr>
          <a:xfrm>
            <a:off x="609585" y="1714500"/>
            <a:ext cx="10972526" cy="853380"/>
          </a:xfrm>
          <a:prstGeom prst="rect">
            <a:avLst/>
          </a:prstGeom>
          <a:noFill/>
          <a:ln/>
        </p:spPr>
        <p:txBody>
          <a:bodyPr wrap="square" lIns="0" tIns="0" rIns="0" bIns="0" rtlCol="0" anchor="t"/>
          <a:lstStyle/>
          <a:p>
            <a:pPr marL="0" indent="0" algn="l">
              <a:buNone/>
            </a:pPr>
            <a:r>
              <a:rPr lang="en-US" sz="2400" dirty="0">
                <a:solidFill>
                  <a:srgbClr val="000000"/>
                </a:solidFill>
                <a:latin typeface="Arial" pitchFamily="34" charset="0"/>
                <a:ea typeface="Arial" pitchFamily="34" charset="-122"/>
                <a:cs typeface="Arial" pitchFamily="34" charset="-120"/>
              </a:rPr>
              <a:t>12% of 250 mm = 0.12 × 250 = 30 mm</a:t>
            </a:r>
            <a:endParaRPr lang="en-US" sz="2400" dirty="0"/>
          </a:p>
          <a:p>
            <a:pPr marL="0" indent="0" algn="l">
              <a:buNone/>
            </a:pPr>
            <a:r>
              <a:rPr lang="en-US" sz="2400" dirty="0">
                <a:solidFill>
                  <a:srgbClr val="000000"/>
                </a:solidFill>
                <a:latin typeface="Arial" pitchFamily="34" charset="0"/>
                <a:ea typeface="Arial" pitchFamily="34" charset="-122"/>
                <a:cs typeface="Arial" pitchFamily="34" charset="-120"/>
              </a:rPr>
              <a:t>24 out of 300 = 24 ÷ 300 × 100 = 8%</a:t>
            </a:r>
            <a:endParaRPr lang="en-US" sz="2400" dirty="0"/>
          </a:p>
        </p:txBody>
      </p:sp>
      <p:sp>
        <p:nvSpPr>
          <p:cNvPr id="6" name="Text 4"/>
          <p:cNvSpPr/>
          <p:nvPr/>
        </p:nvSpPr>
        <p:spPr>
          <a:xfrm>
            <a:off x="609585" y="3190875"/>
            <a:ext cx="10972526" cy="63996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Check the first result: 10% is 25 mm, so 12% should be slightly larger.</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Do not multiply by 12 when you mean 12%.</a:t>
            </a:r>
            <a:endParaRPr lang="en-US" sz="1800" dirty="0"/>
          </a:p>
        </p:txBody>
      </p:sp>
      <p:sp>
        <p:nvSpPr>
          <p:cNvPr id="7" name="Text 5"/>
          <p:cNvSpPr/>
          <p:nvPr/>
        </p:nvSpPr>
        <p:spPr>
          <a:xfrm>
            <a:off x="609585" y="4667250"/>
            <a:ext cx="10972526" cy="95994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Together: 6A Q5–8 and 6C Q2. Label part, whole and rate.</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Compare decimal multiplication with the model-specific percent key. Calculate the 6C Q2 rectangle width before drawing it.</a:t>
            </a:r>
            <a:endParaRPr lang="en-US" sz="1800" dirty="0"/>
          </a:p>
        </p:txBody>
      </p:sp>
      <p:sp>
        <p:nvSpPr>
          <p:cNvPr id="8" name="Text 6"/>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000000"/>
                </a:solidFill>
                <a:latin typeface="Arial" pitchFamily="34" charset="0"/>
                <a:ea typeface="Arial" pitchFamily="34" charset="-122"/>
                <a:cs typeface="Arial" pitchFamily="34" charset="-120"/>
              </a:rPr>
              <a:t>W4 L5 • Numeracy Hub Calculator and Shape Canvas • Classroom examples</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08</a:t>
            </a:r>
          </a:p>
        </p:txBody>
      </p:sp>
    </p:spTree>
    <p:extLst>
      <p:ext uri="{BB962C8B-B14F-4D97-AF65-F5344CB8AC3E}">
        <p14:creationId xmlns:p14="http://schemas.microsoft.com/office/powerpoint/2010/main" val="1137749405"/>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W04-L05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94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6.1–6.3 pp.92–95; calculator percent p.35</a:t>
            </a:r>
          </a:p>
        </p:txBody>
      </p:sp>
      <p:pic>
        <p:nvPicPr>
          <p:cNvPr id="5" name="Picture 4" descr="W04-L05.png"/>
          <p:cNvPicPr>
            <a:picLocks noChangeAspect="1"/>
          </p:cNvPicPr>
          <p:nvPr/>
        </p:nvPicPr>
        <p:blipFill>
          <a:blip r:embed="rId3"/>
          <a:stretch>
            <a:fillRect/>
          </a:stretch>
        </p:blipFill>
        <p:spPr>
          <a:xfrm>
            <a:off x="685800" y="2641141"/>
            <a:ext cx="10698480" cy="217007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p.94 • Example 6.3 — Find a percent of a quantity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W04-L05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94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6.1–6.3 pp.92–95; calculator percent p.35</a:t>
            </a:r>
          </a:p>
        </p:txBody>
      </p:sp>
      <p:pic>
        <p:nvPicPr>
          <p:cNvPr id="5" name="Picture 4" descr="W04-L05-2.png"/>
          <p:cNvPicPr>
            <a:picLocks noChangeAspect="1"/>
          </p:cNvPicPr>
          <p:nvPr/>
        </p:nvPicPr>
        <p:blipFill>
          <a:blip r:embed="rId3"/>
          <a:stretch>
            <a:fillRect/>
          </a:stretch>
        </p:blipFill>
        <p:spPr>
          <a:xfrm>
            <a:off x="685800" y="1917523"/>
            <a:ext cx="10698480" cy="361731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p.94 • Example 6.3 — Compare the two calculator models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W04-L05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6.1–6.3 pp.92–95; calculator percent p.35</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A learner enters 25 × the whole to find 25% of it. What is missing?</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The percent must become a decimal: 25 ÷ 100. Multiply the whole by 0.25.</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W04-L05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6.1–6.3 pp.92–95; calculator percent p.35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Work Exercise Book 6A Q5–8 and 6C Q2. Label the part, whole and rate.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6A Q1–10 (p.39); 6C Q1–2 (p.43)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W04-L05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6A Q5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6.1–6.3 pp.92–95; calculator percent p.35</a:t>
            </a:r>
          </a:p>
        </p:txBody>
      </p:sp>
      <p:pic>
        <p:nvPicPr>
          <p:cNvPr id="5" name="Picture 4" descr="6A-Q5.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W04-L05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6A Q5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6.1–6.3 pp.92–95; calculator percent p.35</a:t>
            </a:r>
          </a:p>
        </p:txBody>
      </p:sp>
      <p:pic>
        <p:nvPicPr>
          <p:cNvPr id="5" name="Picture 4" descr="6A-Q5.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9/20</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W04-L05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6.1–6.3 pp.92–95; calculator percent p.35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Exercise Book 6A Q2,4,9–10 and 6C Q1. Create the 6C Q2 rectangle in Shape Canvas after calculating its missing width.</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6A Q1–10 (p.39); 6C Q1–2 (p.43)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W04-L05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6.1–6.3 pp.92–95; calculator percent p.35</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W04-L05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6.1–6.3 pp.92–95; calculator percent p.35</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Label the part, whole and rate in the assigned book question before using a tool.</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Calculate the missing width for 6C Q2, then create its rectangle in Shape Canvas.</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Check with the matching Numeracy Hub calculator model and compare the methods.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W04-L05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6A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6.1–6.3 pp.92–95; calculator percent p.35</a:t>
            </a:r>
          </a:p>
        </p:txBody>
      </p:sp>
      <p:pic>
        <p:nvPicPr>
          <p:cNvPr id="5" name="Picture 4" descr="6A-Q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W04-L05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6C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6.1–6.3 pp.92–95; calculator percent p.35</a:t>
            </a:r>
          </a:p>
        </p:txBody>
      </p:sp>
      <p:pic>
        <p:nvPicPr>
          <p:cNvPr id="5" name="Picture 4" descr="6C-Q1.png"/>
          <p:cNvPicPr>
            <a:picLocks noChangeAspect="1"/>
          </p:cNvPicPr>
          <p:nvPr/>
        </p:nvPicPr>
        <p:blipFill>
          <a:blip r:embed="rId3"/>
          <a:stretch>
            <a:fillRect/>
          </a:stretch>
        </p:blipFill>
        <p:spPr>
          <a:xfrm>
            <a:off x="2038287" y="1773936"/>
            <a:ext cx="7993504"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W04-L05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6.1–6.3 pp.92–95; calculator percent p.35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Exercise Book 6A Q8–9 with a labelled part/whole calculation.</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6A Q1–10 (p.39); 6C Q1–2 (p.43)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W04-L05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6A Q8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6.1–6.3 pp.92–95; calculator percent p.35</a:t>
            </a:r>
          </a:p>
        </p:txBody>
      </p:sp>
      <p:pic>
        <p:nvPicPr>
          <p:cNvPr id="5" name="Picture 4" descr="6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W04-L05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6A Q9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6.1–6.3 pp.92–95; calculator percent p.35</a:t>
            </a:r>
          </a:p>
        </p:txBody>
      </p:sp>
      <p:pic>
        <p:nvPicPr>
          <p:cNvPr id="5" name="Picture 4" descr="6A-Q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W04-L05  •  WRAP UP  •  1:55 PM–2:00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6.1–6.3 pp.92–95; calculator percent p.35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6A Q1–10 (p.39); 6C Q1–2 (p.43)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DAY 12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t>2:00 PM–2:15 PM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t>Return ready for: Waste allowance and purchase quantities</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12  •  2026-11-18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W04-L06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Waste allowance and purchase quantities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6.4 pp.96–97; review sections 5.7 pp.86–87</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Apply an allowance or discount once, then round an order to whole purchase units.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Share a prior use of this skill; identify the quantity and unit.</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sections 6.4 pp.96–97; review sections 5.7 pp.86–87</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6A Q11–13 (pp.39–40); 6B Q1–3,5 (p.41)</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W04-L06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6.4 pp.96–97; review sections 5.7 pp.86–87</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Discuss whether a 15% allowance means ordering 15% or 115% of the original quantity.</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6A Q11–13 (pp.39–40); 6B Q1–3,5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W04-L06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Apply an allowance to the original amount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6.4 pp.96–97; review sections 5.7 pp.86–87</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First identify the net quantity before any allowance.</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An increase of r% gives net quantity × (1 + r/100).</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 discount of r% gives original amount × (1 − r/100).</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Use the percentage stated in the exercise; it is problem data.</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W04-L06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Turn a calculation into an order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6.4 pp.96–97; review sections 5.7 pp.86–87</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Keep the unrounded quantity after applying the allowance.</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Divide by the quantity supplied in one purchase unit if needed.</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Round up once at the final step to buy enough whole units.</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Show net quantity, allowance and final order separately.</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W04-L06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000000"/>
                </a:solidFill>
                <a:latin typeface="Arial" pitchFamily="34" charset="0"/>
                <a:ea typeface="Arial" pitchFamily="34" charset="-122"/>
                <a:cs typeface="Arial" pitchFamily="34" charset="-120"/>
              </a:rPr>
              <a:t>Allowance first; whole-unit order last</a:t>
            </a:r>
            <a:endParaRPr lang="en-US" sz="3000" dirty="0"/>
          </a:p>
        </p:txBody>
      </p:sp>
      <p:sp>
        <p:nvSpPr>
          <p:cNvPr id="5" name="Text 3"/>
          <p:cNvSpPr/>
          <p:nvPr/>
        </p:nvSpPr>
        <p:spPr>
          <a:xfrm>
            <a:off x="609585" y="1666875"/>
            <a:ext cx="10972526" cy="853380"/>
          </a:xfrm>
          <a:prstGeom prst="rect">
            <a:avLst/>
          </a:prstGeom>
          <a:noFill/>
          <a:ln/>
        </p:spPr>
        <p:txBody>
          <a:bodyPr wrap="square" lIns="0" tIns="0" rIns="0" bIns="0" rtlCol="0" anchor="t"/>
          <a:lstStyle/>
          <a:p>
            <a:pPr marL="0" indent="0" algn="l">
              <a:buNone/>
            </a:pPr>
            <a:r>
              <a:rPr lang="en-US" sz="2400" dirty="0">
                <a:solidFill>
                  <a:srgbClr val="000000"/>
                </a:solidFill>
                <a:latin typeface="Arial" pitchFamily="34" charset="0"/>
                <a:ea typeface="Arial" pitchFamily="34" charset="-122"/>
                <a:cs typeface="Arial" pitchFamily="34" charset="-120"/>
              </a:rPr>
              <a:t>6B Q2: 18 sheets × 1.15 = 20.7 sheets</a:t>
            </a:r>
            <a:endParaRPr lang="en-US" sz="2400" dirty="0"/>
          </a:p>
          <a:p>
            <a:pPr marL="0" indent="0" algn="l">
              <a:buNone/>
            </a:pPr>
            <a:r>
              <a:rPr lang="en-US" sz="2400" dirty="0">
                <a:solidFill>
                  <a:srgbClr val="000000"/>
                </a:solidFill>
                <a:latin typeface="Arial" pitchFamily="34" charset="0"/>
                <a:ea typeface="Arial" pitchFamily="34" charset="-122"/>
                <a:cs typeface="Arial" pitchFamily="34" charset="-120"/>
              </a:rPr>
              <a:t>Whole sheets to purchase = 21</a:t>
            </a:r>
            <a:endParaRPr lang="en-US" sz="2400" dirty="0"/>
          </a:p>
        </p:txBody>
      </p:sp>
      <p:sp>
        <p:nvSpPr>
          <p:cNvPr id="6" name="Text 4"/>
          <p:cNvSpPr/>
          <p:nvPr/>
        </p:nvSpPr>
        <p:spPr>
          <a:xfrm>
            <a:off x="609585" y="3000375"/>
            <a:ext cx="10972526" cy="63996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Check another way: allowance = 18 × 0.15 = 2.7 sheets;</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18 + 2.7 = 20.7. Do not add another 15% to this result.</a:t>
            </a:r>
            <a:endParaRPr lang="en-US" sz="1800" dirty="0"/>
          </a:p>
        </p:txBody>
      </p:sp>
      <p:sp>
        <p:nvSpPr>
          <p:cNvPr id="7" name="Text 5"/>
          <p:cNvSpPr/>
          <p:nvPr/>
        </p:nvSpPr>
        <p:spPr>
          <a:xfrm>
            <a:off x="609585" y="4238625"/>
            <a:ext cx="10972526" cy="95994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Together: 6A Q11–13 and 6B Q3.</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Identify the original base before calculating a discount. Compare percent-key and decimal-multiplier methods.</a:t>
            </a:r>
            <a:endParaRPr lang="en-US" sz="1800" dirty="0"/>
          </a:p>
        </p:txBody>
      </p:sp>
      <p:sp>
        <p:nvSpPr>
          <p:cNvPr id="8" name="Text 6"/>
          <p:cNvSpPr/>
          <p:nvPr/>
        </p:nvSpPr>
        <p:spPr>
          <a:xfrm>
            <a:off x="609585" y="5381625"/>
            <a:ext cx="10972526" cy="319980"/>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All allowances here are problem data—not standard job allowances.</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000000"/>
                </a:solidFill>
                <a:latin typeface="Arial" pitchFamily="34" charset="0"/>
                <a:ea typeface="Arial" pitchFamily="34" charset="-122"/>
                <a:cs typeface="Arial" pitchFamily="34" charset="-120"/>
              </a:rPr>
              <a:t>W4 L6 • Shape Canvas labels: net material versus order quantity</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Rectangle 10"/>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2" name="TextBox 11"/>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3" name="TextBox 12"/>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4" name="TextBox 13"/>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5" name="TextBox 14"/>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6" name="TextBox 15"/>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29</a:t>
            </a:r>
          </a:p>
        </p:txBody>
      </p:sp>
    </p:spTree>
    <p:extLst>
      <p:ext uri="{BB962C8B-B14F-4D97-AF65-F5344CB8AC3E}">
        <p14:creationId xmlns:p14="http://schemas.microsoft.com/office/powerpoint/2010/main" val="1102541640"/>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W04-L06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96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6.4 pp.96–97; review sections 5.7 pp.86–87</a:t>
            </a:r>
          </a:p>
        </p:txBody>
      </p:sp>
      <p:pic>
        <p:nvPicPr>
          <p:cNvPr id="5" name="Picture 4" descr="W04-L06.png"/>
          <p:cNvPicPr>
            <a:picLocks noChangeAspect="1"/>
          </p:cNvPicPr>
          <p:nvPr/>
        </p:nvPicPr>
        <p:blipFill>
          <a:blip r:embed="rId3"/>
          <a:stretch>
            <a:fillRect/>
          </a:stretch>
        </p:blipFill>
        <p:spPr>
          <a:xfrm>
            <a:off x="685800" y="2098622"/>
            <a:ext cx="10698480" cy="325511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p.96 • Example 6.5 — Allowance and whole purchase lengths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W04-L06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96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6.4 pp.96–97; review sections 5.7 pp.86–87</a:t>
            </a:r>
          </a:p>
        </p:txBody>
      </p:sp>
      <p:pic>
        <p:nvPicPr>
          <p:cNvPr id="5" name="Picture 4" descr="W04-L06-2.png"/>
          <p:cNvPicPr>
            <a:picLocks noChangeAspect="1"/>
          </p:cNvPicPr>
          <p:nvPr/>
        </p:nvPicPr>
        <p:blipFill>
          <a:blip r:embed="rId3"/>
          <a:stretch>
            <a:fillRect/>
          </a:stretch>
        </p:blipFill>
        <p:spPr>
          <a:xfrm>
            <a:off x="685800" y="1906561"/>
            <a:ext cx="10698480" cy="363923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p.96 • Example 6.5 — Calculator check and final order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W04-L06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6.4 pp.96–97; review sections 5.7 pp.86–87</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Does a 15% allowance mean ordering 15% of the original quantity?</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No. The original 100% plus 15% gives 115% of the net quantity. Apply the allowance once.</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W04-L06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6.4 pp.96–97; review sections 5.7 pp.86–87</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Work Exercise Book 6A Q11–13 and 6B Q3; learners identify the original base before calculating.</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6A Q11–13 (pp.39–40); 6B Q1–3,5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W04-L06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6A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6.4 pp.96–97; review sections 5.7 pp.86–87</a:t>
            </a:r>
          </a:p>
        </p:txBody>
      </p:sp>
      <p:pic>
        <p:nvPicPr>
          <p:cNvPr id="5" name="Picture 4" descr="6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W04-L06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6A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6.4 pp.96–97; review sections 5.7 pp.86–87</a:t>
            </a:r>
          </a:p>
        </p:txBody>
      </p:sp>
      <p:pic>
        <p:nvPicPr>
          <p:cNvPr id="5" name="Picture 4" descr="6A-Q11.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391</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W04-L06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6.4 pp.96–97; review sections 5.7 pp.86–87</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Solve Exercise Book 6B Q1,5 and rework Q2 with a written order explanation. Label all practice allowances as problem data, not a standard job allowance.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6A Q11–13 (pp.39–40); 6B Q1–3,5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W04-L06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6.4 pp.96–97; review sections 5.7 pp.86–87</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W04-L06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6.4 pp.96–97; review sections 5.7 pp.86–87</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Label a Shape Canvas rectangle with the net amount and its allowance from the exercise.</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Compare the percent-key and decimal-multiplier methods in Numeracy Hub Calculator.</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Record the unrounded amount, then the whole-unit order with your rounding reason.</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W04-L06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6B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6.4 pp.96–97; review sections 5.7 pp.86–87</a:t>
            </a:r>
          </a:p>
        </p:txBody>
      </p:sp>
      <p:pic>
        <p:nvPicPr>
          <p:cNvPr id="5" name="Picture 4" descr="6B-Q1.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W04-L06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6B Q5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6.4 pp.96–97; review sections 5.7 pp.86–87</a:t>
            </a:r>
          </a:p>
        </p:txBody>
      </p:sp>
      <p:pic>
        <p:nvPicPr>
          <p:cNvPr id="5" name="Picture 4" descr="6B-Q5.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W04-L06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6.4 pp.96–97; review sections 5.7 pp.86–87</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Exercise Book 6B Q2 and Q3, showing the unrounded order and discount calculation.</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6A Q11–13 (pp.39–40); 6B Q1–3,5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W04-L06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6B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6.4 pp.96–97; review sections 5.7 pp.86–87</a:t>
            </a:r>
          </a:p>
        </p:txBody>
      </p:sp>
      <p:pic>
        <p:nvPicPr>
          <p:cNvPr id="5" name="Picture 4" descr="6B-Q2.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W04-L06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6B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6.4 pp.96–97; review sections 5.7 pp.86–87</a:t>
            </a:r>
          </a:p>
        </p:txBody>
      </p:sp>
      <p:pic>
        <p:nvPicPr>
          <p:cNvPr id="5" name="Picture 4" descr="6B-Q3.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W04-L06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6.4 pp.96–97; review sections 5.7 pp.86–87</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6A Q11–13 (pp.39–40); 6B Q1–3,5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12  •  2026-11-18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37</TotalTime>
  <Words>19960</Words>
  <Application>Microsoft Office PowerPoint</Application>
  <PresentationFormat>Widescreen</PresentationFormat>
  <Paragraphs>2040</Paragraphs>
  <Slides>165</Slides>
  <Notes>165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165</vt:i4>
      </vt:variant>
    </vt:vector>
  </HeadingPairs>
  <TitlesOfParts>
    <vt:vector size="168"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ACCESS Carpentry Math | Full Day 12 | 2026-11-18</dc:title>
  <dc:creator>ACCESS Trades</dc:creator>
  <cp:lastModifiedBy>Gabriel Ostrowidzki</cp:lastModifiedBy>
  <cp:revision>3</cp:revision>
  <dcterms:created xsi:type="dcterms:W3CDTF">2026-10-19T18:44:52Z</dcterms:created>
  <dcterms:modified xsi:type="dcterms:W3CDTF">2026-10-19T19:22:04Z</dcterms:modified>
  <dc:subject>Percent: part of a whole; Waste allowance and purchase quantities</dc:subject>
</cp:coreProperties>
</file>