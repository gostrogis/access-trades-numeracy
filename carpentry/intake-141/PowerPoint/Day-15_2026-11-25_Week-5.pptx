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362" r:id="rId95"/>
    <p:sldId id="441" r:id="rId178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60" r:id="rId197"/>
    <p:sldId id="461" r:id="rId198"/>
    <p:sldId id="365" r:id="rId98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  <p:sldId id="475" r:id="rId212"/>
    <p:sldId id="476" r:id="rId2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5" Type="http://schemas.openxmlformats.org/officeDocument/2006/relationships/slide" Target="slides/slide7.xml"/><Relationship Id="rId98" Type="http://schemas.openxmlformats.org/officeDocument/2006/relationships/slide" Target="slides/slide29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8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7.xml"/><Relationship Id="rId198" Type="http://schemas.openxmlformats.org/officeDocument/2006/relationships/slide" Target="slides/slide28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Relationship Id="rId212" Type="http://schemas.openxmlformats.org/officeDocument/2006/relationships/slide" Target="slides/slide43.xml"/><Relationship Id="rId213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12:45 PM–12:50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8.1–8.2 pp.124–125; formula sheet p.219</a:t>
            </a:r>
          </a:p>
          <a:p>
            <a:r>
              <a:t>ACCESS Trades Numeracy Textbook p.125 — Example 8.1 — Area and perimeter of a plate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8.1–8.2 pp.124–125; formula sheet p.219</a:t>
            </a:r>
          </a:p>
          <a:p>
            <a:r>
              <a:t>ACCESS Trades Numeracy Textbook p.125 — Example 8.1 — Area and perimeter of a plate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p.125 • Example 8.1 — Substitution into area and perimeter formulas</a:t>
            </a:r>
          </a:p>
          <a:p>
            <a:r>
              <a:t>Exact PDF/printed page: 125. ACCESS Textbook excerpt.</a:t>
            </a:r>
          </a:p>
          <a:p>
            <a:r>
              <a:t>Use the same dimensions in two formulas; compare the meanings and units of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p.125 • Example 8.1 — Brackets, calculator checks and units</a:t>
            </a:r>
          </a:p>
          <a:p>
            <a:r>
              <a:t>Exact PDF/printed page: 125. ACCESS Textbook excerpt.</a:t>
            </a:r>
          </a:p>
          <a:p>
            <a:r>
              <a:t>Use the same dimensions in two formulas; compare the meanings and units of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8A-Q2</a:t>
            </a:r>
          </a:p>
          <a:p>
            <a:r>
              <a:t>Exact question: Rewrite 3ab and πr² with × signs.</a:t>
            </a:r>
          </a:p>
          <a:p>
            <a:r>
              <a:t>Instructor answer: 3 × a × b and π × r × r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8A-Q2</a:t>
            </a:r>
          </a:p>
          <a:p>
            <a:r>
              <a:t>Exact question: Rewrite 3ab and πr² with × signs.</a:t>
            </a:r>
          </a:p>
          <a:p>
            <a:r>
              <a:t>Instructor answer: 3 × a × b and π × r × r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Exact scheduled tool activity: Numeracy Hub: Shape Studio: compare Letters and values labels with Calculations. Shape Canvas: rectangle; show sizes and formulas.</a:t>
            </a:r>
          </a:p>
          <a:p>
            <a:r>
              <a:t>In Numeracy Hub Shape Studio, compare Letters and values with Calculations.</a:t>
            </a:r>
          </a:p>
          <a:p>
            <a:r>
              <a:t>Create the assigned rectangle in Shape Canvas and show its sizes and formula.</a:t>
            </a:r>
          </a:p>
          <a:p>
            <a:r>
              <a:t>Substitute the labelled dimensions on paper, then compare with the tool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8A-Q5</a:t>
            </a:r>
          </a:p>
          <a:p>
            <a:r>
              <a:t>Exact question: Substitute: C = π × D with D = 450 mm. Round to two decimal places.</a:t>
            </a:r>
          </a:p>
          <a:p>
            <a:r>
              <a:t>Instructor answer: 1,413.72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8A-Q6</a:t>
            </a:r>
          </a:p>
          <a:p>
            <a:r>
              <a:t>Exact question: Substitute: A = π × r² with r = 35 mm. Round to two decimal places.</a:t>
            </a:r>
          </a:p>
          <a:p>
            <a:r>
              <a:t>Instructor answer: 3,848.45 mm²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8A-Q3</a:t>
            </a:r>
          </a:p>
          <a:p>
            <a:r>
              <a:t>Exact question: Substitute: A = l × w with l = 3.6 m and w = 2.5 m.</a:t>
            </a:r>
          </a:p>
          <a:p>
            <a:r>
              <a:t>Instructor answer: 9 m²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8A-Q4</a:t>
            </a:r>
          </a:p>
          <a:p>
            <a:r>
              <a:t>Exact question: Substitute: P = 2 × (l + w) with l = 1,250 mm and w = 875 mm.</a:t>
            </a:r>
          </a:p>
          <a:p>
            <a:r>
              <a:t>Instructor answer: 4,250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W05-L03 | 2026-11-25 | 12:45 PM–2:00 PM | 75 minutes</a:t>
            </a:r>
          </a:p>
          <a:p>
            <a:r>
              <a:t>Reading and substituting into formulas</a:t>
            </a:r>
          </a:p>
          <a:p>
            <a:r>
              <a:t>Mode: Math</a:t>
            </a:r>
          </a:p>
          <a:p>
            <a:r>
              <a:t>Goal: Name variables and substitute dimensions into a formula with correct brackets and units.</a:t>
            </a:r>
          </a:p>
          <a:p>
            <a:r>
              <a:t>Read: Textbook sections 8.1–8.2 pp.124–125; formula sheet p.219</a:t>
            </a:r>
          </a:p>
          <a:p>
            <a:r>
              <a:t>Practise: Exercise Book 8A Q1–8 (p.51); 8B Q12 (p.54)</a:t>
            </a:r>
          </a:p>
          <a:p>
            <a:r>
              <a:t>Tool: Numeracy Hub: Shape Studio: compare Letters and values labels with Calculations. Shape Canvas: rectangle; show sizes and formulas.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reading and substituting into formulas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what l and w stand for in A = l × w. Check BEDMAS using a two-step expression.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given–find–formula–substitute–check routine using a rectangle. Explain that an area result alone does not prove that a part fits.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8A Q2–4 and Q7. Learners name each quantity before entering calculator keys.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8A Q5–6,8 and 8B Q12. Use Shape Canvas dimensions to verify substituted values; treat formula applications as introductions, not full geometry mastery.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8A Q3–4; label the result as area or perimeter and include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8A Q3 = 9 m²; Q4 = 4,250 mm (calculated directly from Exercise Book p.51; compare Answer Key p.23). Answer Key pp.22–23</a:t>
            </a:r>
          </a:p>
          <a:p/>
          <a:p>
            <a:r>
              <a:t>Move from substitution to solving for a missing dimension; retain the same written routine.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1:55 PM–2:00 PM. All slides with this phase share these 5 minutes; do not restart the time allocation for each slide.</a:t>
            </a:r>
          </a:p>
          <a:p/>
          <a:p>
            <a:r>
              <a:t>Next scheduled learning: Move from substitution to solving for a missing dimension; retain the same written routine.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2:15 PM.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Start, 2:15 PM–2:20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2:20 PM–2:25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2:20 PM–2:25 PM. All slides with this phase share these 5 minutes; do not restart the time allocation for each slide.</a:t>
            </a:r>
          </a:p>
          <a:p/>
          <a:p>
            <a:r>
              <a:t>ACCESS EXERCISE BOOK: 8A-Q9</a:t>
            </a:r>
          </a:p>
          <a:p>
            <a:r>
              <a:t>Exact question: Solve x + 175 = 640.</a:t>
            </a:r>
          </a:p>
          <a:p>
            <a:r>
              <a:t>Instructor answer: 465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8.3–8.5 pp.126–130; sections 8.7 p.134</a:t>
            </a:r>
          </a:p>
          <a:p>
            <a:r>
              <a:t>ACCESS Trades Numeracy Textbook p.130 — Example 8.8 — Find the length from the perimeter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8.3–8.5 pp.126–130; sections 8.7 p.134</a:t>
            </a:r>
          </a:p>
          <a:p>
            <a:r>
              <a:t>ACCESS Trades Numeracy Textbook p.130 — Example 8.8 — Find the length from the perimeter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ACCESS Textbook p.130 • Example 8.8 — Undo two operations to find a length</a:t>
            </a:r>
          </a:p>
          <a:p>
            <a:r>
              <a:t>Exact PDF/printed page: 130. ACCESS Textbook excerpt.</a:t>
            </a:r>
          </a:p>
          <a:p>
            <a:r>
              <a:t>Follow the inverse steps: divide the perimeter by two, then subtract the known width.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ACCESS Textbook p.130 • Example 8.8 — Substitute back into the original perimeter formula</a:t>
            </a:r>
          </a:p>
          <a:p>
            <a:r>
              <a:t>Exact PDF/printed page: 130. ACCESS Textbook excerpt.</a:t>
            </a:r>
          </a:p>
          <a:p>
            <a:r>
              <a:t>Follow the inverse steps: divide the perimeter by two, then subtract the known width.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8A-Q15</a:t>
            </a:r>
          </a:p>
          <a:p>
            <a:r>
              <a:t>Exact question: Make l the subject of A = l × w.</a:t>
            </a:r>
          </a:p>
          <a:p>
            <a:r>
              <a:t>Instructor answer: l = A ÷ w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8A-Q15</a:t>
            </a:r>
          </a:p>
          <a:p>
            <a:r>
              <a:t>Exact question: Make l the subject of A = l × w.</a:t>
            </a:r>
          </a:p>
          <a:p>
            <a:r>
              <a:t>Instructor answer: l = A ÷ w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Exact scheduled tool activity: Shape Canvas: rectangle with a known area/perimeter and one dimension to find. Numeracy Hub Calculator: perform the substitution check.</a:t>
            </a:r>
          </a:p>
          <a:p>
            <a:r>
              <a:t>Use a Shape Canvas rectangle with known area or perimeter and one unknown dimension.</a:t>
            </a:r>
          </a:p>
          <a:p>
            <a:r>
              <a:t>Rearrange the original formula and solve the missing dimension on paper.</a:t>
            </a:r>
          </a:p>
          <a:p>
            <a:r>
              <a:t>Use Numeracy Hub Calculator to substitute back into the original formula and check 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8A-Q12</a:t>
            </a:r>
          </a:p>
          <a:p>
            <a:r>
              <a:t>Exact question: Solve x ÷ 6 = 45.</a:t>
            </a:r>
          </a:p>
          <a:p>
            <a:r>
              <a:t>Instructor answer: 270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8A-Q13</a:t>
            </a:r>
          </a:p>
          <a:p>
            <a:r>
              <a:t>Exact question: Solve 15 × x = 1,350.</a:t>
            </a:r>
          </a:p>
          <a:p>
            <a:r>
              <a:t>Instructor answer: 90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8B-Q4</a:t>
            </a:r>
          </a:p>
          <a:p>
            <a:r>
              <a:t>Exact question: A welded frame uses 6,400 mm of tube all the way around. It is 1,250 mm wide. How long is it?</a:t>
            </a:r>
          </a:p>
          <a:p>
            <a:r>
              <a:t>Instructor answer: 1,950 mm</a:t>
            </a:r>
          </a:p>
          <a:p>
            <a:r>
              <a:t>Working: l = P ÷ 2 − w = 3,200 − 1,250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8B-Q15</a:t>
            </a:r>
          </a:p>
          <a:p>
            <a:r>
              <a:t>Exact question: Find the mistake. A learner transposes P = 2 × (l + w) to l = P − 2 × w and uses P = 4,000 mm and w = 700 mm. Find the learner's answer, check it by substituting back, and find the correct length.</a:t>
            </a:r>
          </a:p>
          <a:p>
            <a:r>
              <a:t>Instructor answer: Learner: 4,000 − 1,400 = 2,600 mm. Check: 2 × (2,600 + 700) = 6,600, not 4,000. Correct: l = P ÷ 2 − w = 1,300 mm.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W05-L04 | 2026-11-25 | 2:15 PM–3:30 PM | 75 minutes</a:t>
            </a:r>
          </a:p>
          <a:p>
            <a:r>
              <a:t>Rearranging formulas and checking backwards</a:t>
            </a:r>
          </a:p>
          <a:p>
            <a:r>
              <a:t>Mode: Math</a:t>
            </a:r>
          </a:p>
          <a:p>
            <a:r>
              <a:t>Goal: Rearrange one- and two-step formulas and validate a missing dimension by substitution.</a:t>
            </a:r>
          </a:p>
          <a:p>
            <a:r>
              <a:t>Read: Textbook sections 8.3–8.5 pp.126–130; sections 8.7 p.134</a:t>
            </a:r>
          </a:p>
          <a:p>
            <a:r>
              <a:t>Practise: Exercise Book 8A Q9–22 (pp.51–52), selected; 8B Q1,4 (p.53), Q15 (p.54)</a:t>
            </a:r>
          </a:p>
          <a:p>
            <a:r>
              <a:t>Tool: Shape Canvas: rectangle with a known area/perimeter and one dimension to find. Numeracy Hub Calculator: perform the substitution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rearranging formulas and checking backwards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Use Exercise Book 8A Q9,11. Ask which inverse operation preserves equality.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balancing both sides, then derive l = P/2 − w. Contrast it with the incorrect l = P − 2w from Exercise Book 8B Q15.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Complete Exercise Book 8A Q15,18–19 and Exercise Book 8B Q1 as a group. Learners explain the inverse step.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selected Exercise Book 8A Q12–14,16–17,20–22 and Exercise Book 8B Q4,15. Check every result in the original equation; use tools after the written rearrangement.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8B Q4 and Q15; show the substitution check, not just the answer.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8B Q4 = 1,950 mm. Q15: incorrect result 2,600 mm; correct l = 1,300 mm. Rechecking gives P = 4,000 mm. Exercise Book pp.53–54; Answer Key p.23. Answer Key pp.22–23</a:t>
            </a:r>
          </a:p>
          <a:p/>
          <a:p>
            <a:r>
              <a:t>Use squares and square roots only after one- and two-step rearrangements are secure.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3:25 PM–3:30 PM. All slides with this phase share these 5 minutes; do not restart the time allocation for each slide.</a:t>
            </a:r>
          </a:p>
          <a:p/>
          <a:p>
            <a:r>
              <a:t>Next scheduled learning: Use squares and square roots only after one- and two-step rearrangements are secure.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4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4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4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4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4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4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5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5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4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4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3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4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3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4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4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4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4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5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4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4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4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7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4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4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4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6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6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9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6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6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6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6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10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30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1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30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6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6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6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6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6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6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6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6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14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6" TargetMode="External"/><Relationship Id="rId6" Type="http://schemas.openxmlformats.org/officeDocument/2006/relationships/hyperlink" Target="../../../books/ACCESS-Trades-Numeracy-Exercise-Book.pdf#page=5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6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6" TargetMode="External"/><Relationship Id="rId6" Type="http://schemas.openxmlformats.org/officeDocument/2006/relationships/hyperlink" Target="../../../books/ACCESS-Trades-Numeracy-Exercise-Book.pdf#page=5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126" TargetMode="External"/><Relationship Id="rId6" Type="http://schemas.openxmlformats.org/officeDocument/2006/relationships/hyperlink" Target="../../../books/ACCESS-Trades-Numeracy-Exercise-Book.pdf#page=5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126" TargetMode="External"/><Relationship Id="rId5" Type="http://schemas.openxmlformats.org/officeDocument/2006/relationships/hyperlink" Target="../../../books/ACCESS-Trades-Numeracy-Exercise-Book.pdf#page=5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15  | 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November 25,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Reading and substituting into formulas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12:45 PM–2:00 PM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Rearranging formulas and checking backwards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2:15 PM–3:30 PM  •  Math  •  75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5  •  2 scheduled blocks  •  150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15  •  2026-11-25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15  /  WEEK 5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12:45 PM–2:00 PM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Reading and substituting into formulas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12:45 PM–12:50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12:50 PM–12:55 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12:55 PM–1:10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1:10 PM–1:25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1:25 PM–1:45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1:45 PM–1:55 PM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1:55 PM–2:00 PM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5, Lesson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2:15 PM–3:30 PM  •  75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Rearranging formulas and checking backwards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2:15 PM–2:20 PM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2:20 PM–2:25 PM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2:25 PM–2:40 PM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2:40 PM–2:55 PM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2:55 PM–3:15 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3:15 PM–3:25 PM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3:25 PM–3:30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5, Lesson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2:00 PM–2:15 PM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START  •  12:45 PM–12:50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Reading and substituting into formulas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Name variables and substitute dimensions into a formula with correct brackets and units.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Describe a prior use of the skill; identify the given and unknown quantities.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8A Q1–8 (p.51); 8B Q12 (p.54)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Identify what l and w stand for in A = l × w. Check BEDMAS using a two-step expression.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retrieval task independently; explain the method before checking.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8A Q1–8 (p.51); 8B Q12 (p.54)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Identify what each symbol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List the given measurements and the quantity you need to find.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Match each formula letter to the correct labelled dimension.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consistent units before substituting values.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brackets where the formula groups operations.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Follow a formula from symbols to a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Write the formula before entering the numbers.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Substitute the known values in the same positions.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Calculate in the correct order and attach the resulting unit.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both the magnitude and meaning: equal area alone does not prove a part fits.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W05-L03  •  TEACH  •  12:55 PM–1:10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 formula to the requested quantity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33467" y="2524125"/>
            <a:ext cx="3428914" cy="1714500"/>
          </a:xfrm>
          <a:prstGeom prst="rect">
            <a:avLst/>
          </a:prstGeom>
          <a:solidFill>
            <a:srgbClr val="F4F5F6"/>
          </a:solidFill>
          <a:ln w="28575">
            <a:solidFill>
              <a:srgbClr val="C60016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2095448" y="2000250"/>
            <a:ext cx="2476438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 l = 4 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33467" y="4429125"/>
            <a:ext cx="352416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Width w = 2 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05352" y="2143125"/>
            <a:ext cx="5619610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= l × w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4 × 2 = 8 m²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05352" y="3524250"/>
            <a:ext cx="5619610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2(l + w)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2(4 + 2) = 12 m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09585" y="528637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Together: 8A Q2–4 and Q7. Name each quantity before keying.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Numeracy Hub Shape Studio: compare letters, values and calculations.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W5 L3 • Classroom rectangle, not a scale drawing • Area and perimeter are different quantities</a:t>
            </a:r>
            <a:endParaRPr lang="en-US" sz="1050" dirty="0"/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07</a:t>
            </a:r>
          </a:p>
        </p:txBody>
      </p:sp>
    </p:spTree>
    <p:extLst>
      <p:ext uri="{BB962C8B-B14F-4D97-AF65-F5344CB8AC3E}">
        <p14:creationId xmlns:p14="http://schemas.microsoft.com/office/powerpoint/2010/main" val="3998728854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pic>
        <p:nvPicPr>
          <p:cNvPr id="5" name="Picture 4" descr="W05-L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67535"/>
            <a:ext cx="10698480" cy="25172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p.125 • Example 8.1 — Substitution into area and perimeter formulas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pic>
        <p:nvPicPr>
          <p:cNvPr id="5" name="Picture 4" descr="W05-L0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38100"/>
            <a:ext cx="10698480" cy="33761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p.125 • Example 8.1 — Brackets, calculator checks and units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If two rectangles have the same area, must one fit exactly over the other?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Compare their length and width as well; equal products can have different dimensions.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Exercise Book 8A Q2–4 and Q7. Name each quantity before entering calculator keys.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pairs, alternating solver and checker. Write a diagram, formula, units and estimate.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8A Q1–8 (p.51); 8B Q12 (p.54)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8A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pic>
        <p:nvPicPr>
          <p:cNvPr id="5" name="Picture 4" descr="8A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8A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pic>
        <p:nvPicPr>
          <p:cNvPr id="5" name="Picture 4" descr="8A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3 × a × b and π × r × r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8A Q5–6,8 and 8B Q12. Use Shape Canvas dimensions to verify substituted values; treat formula applications as introductions, not full geometry mastery.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check with tools; correct one error and explain the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8A Q1–8 (p.51); 8B Q12 (p.54)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pic>
        <p:nvPicPr>
          <p:cNvPr id="5" name="Picture 4" descr="shape-rect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 Numeracy Hub Shape Studio, compare Letters and values with Calculations.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Create the assigned rectangle in Shape Canvas and show its sizes and formula.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Substitute the labelled dimensions on paper, then compare with the tool calculation.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8A Q5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pic>
        <p:nvPicPr>
          <p:cNvPr id="5" name="Picture 4" descr="8A-Q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8A Q6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pic>
        <p:nvPicPr>
          <p:cNvPr id="5" name="Picture 4" descr="8A-Q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8A Q3–4; label the result as area or perimeter and include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final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8A Q1–8 (p.51); 8B Q12 (p.54)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8A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pic>
        <p:nvPicPr>
          <p:cNvPr id="5" name="Picture 4" descr="8A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8A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pic>
        <p:nvPicPr>
          <p:cNvPr id="5" name="Picture 4" descr="8A-Q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W05-L03  •  WRAP UP  •  1:55 PM–2:00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8.1–8.2 pp.124–125; formula sheet p.219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changed in your understanding? Where will you use it? What should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record a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8A Q1–8 (p.51); 8B Q12 (p.54)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15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2:00 PM–2:15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Rearranging formulas and checking backwards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15  •  2026-11-25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START  •  2:15 PM–2:20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Rearranging formulas and checking backwards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Rearrange one- and two-step formulas and validate a missing dimension by substitution.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Describe a prior use of the skill; identify the given and unknown quantities.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8A Q9–22 (pp.51–52), selected; 8B Q1,4 (p.53), Q15 (p.54)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RECALL  •  2:20 PM–2:25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Use Exercise Book 8A Q9,11. Discuss which inverse operation preserves equality.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retrieval task independently; explain the method before checking.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8A Q9–22 (pp.51–52), selected; 8B Q1,4 (p.53), Q15 (p.54)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RECALL  •  2:20 PM–2:25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from the Exercise Book  |  8A Q9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pic>
        <p:nvPicPr>
          <p:cNvPr id="5" name="Picture 4" descr="8A-Q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Undo operations on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Identify the unknown before rearranging the formula.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inverse operations: add/subtract and multiply/divide.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Apply the same operation to both sides to preserve equality.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the entire grouped expression together when dividing.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a missing dimension backwards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P = 2(l + w), divide by 2 before subtracting the known width.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The rearranged formula is l = P/2 − 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Insert the found length into the original perimeter equation.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Accept the result only when the original equation balances with correct units.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W05-L04  •  TEACH  •  2:25 PM–2:40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the equation, then check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666875"/>
            <a:ext cx="1097252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2(l + w) → P ÷ 2 = l + w → l = P ÷ 2 − w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09585" y="2476500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 • P = 4,000 mm; w = 700 mm.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= 4,000 ÷ 2 − 700 = 1,300 mm.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2 × (1,300 + 700) = 4,000 mm.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385762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the error • l = P − 2w gives 2,600 mm—not the length.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Substituting that answer gives 6,600 mm, not the stated perimeter.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4953000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Exercise Book 8A Q15,18–19 and 8B Q1.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the inverse operation; keep both sides equal. Check every result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original formula before using the calculator or Shape Canvas.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Textbook pp.126–130,134 • Exercise Book pp.51–54 • Worked example: Exercise Book 8B Q15</a:t>
            </a:r>
            <a:endParaRPr lang="en-US" sz="1050" dirty="0"/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29</a:t>
            </a:r>
          </a:p>
        </p:txBody>
      </p:sp>
    </p:spTree>
    <p:extLst>
      <p:ext uri="{BB962C8B-B14F-4D97-AF65-F5344CB8AC3E}">
        <p14:creationId xmlns:p14="http://schemas.microsoft.com/office/powerpoint/2010/main" val="3592801848"/>
      </p:ext>
    </p:extLst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pic>
        <p:nvPicPr>
          <p:cNvPr id="5" name="Picture 4" descr="W05-L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72228"/>
            <a:ext cx="10698480" cy="29079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p.130 • Example 8.8 — Undo two operations to find a length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pic>
        <p:nvPicPr>
          <p:cNvPr id="5" name="Picture 4" descr="W05-L0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34062"/>
            <a:ext cx="10698480" cy="27842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p.130 • Example 8.8 — Substitute back into the original perimeter formula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Why does l = P − 2w give the wrong length for a rectangle?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After subtracting 2w, the left side is still 2l. Divide the remaining expression by 2.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8A Q15,18–19 and Exercise Book 8B Q1 as a group. Explain the inverse step.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pairs, alternating solver and checker. Write a diagram, formula, units and estimate.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8A Q9–22 (pp.51–52), selected; 8B Q1,4 (p.53), Q15 (p.54)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8A Q15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pic>
        <p:nvPicPr>
          <p:cNvPr id="5" name="Picture 4" descr="8A-Q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8A Q15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pic>
        <p:nvPicPr>
          <p:cNvPr id="5" name="Picture 4" descr="8A-Q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l = A ÷ w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Solve selected Exercise Book 8A Q12–14,16–17,20–22 and Exercise Book 8B Q4,15. Check every result in the original equation; use tools after the written rearrangement.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check with tools; correct one error and explain the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8A Q9–22 (pp.51–52), selected; 8B Q1,4 (p.53), Q15 (p.54)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pic>
        <p:nvPicPr>
          <p:cNvPr id="5" name="Picture 4" descr="shape-rect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a Shape Canvas rectangle with known area or perimeter and one unknown dimension.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Rearrange the original formula and solve the missing dimension on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Numeracy Hub Calculator to substitute back into the original formula and check equality.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8A Q12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pic>
        <p:nvPicPr>
          <p:cNvPr id="5" name="Picture 4" descr="8A-Q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8A Q13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pic>
        <p:nvPicPr>
          <p:cNvPr id="5" name="Picture 4" descr="8A-Q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8B Q4 and Q15; show the substitution check, not just the answer.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final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8A Q9–22 (pp.51–52), selected; 8B Q1,4 (p.53), Q15 (p.54)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8B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pic>
        <p:nvPicPr>
          <p:cNvPr id="5" name="Picture 4" descr="8B-Q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8B Q15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pic>
        <p:nvPicPr>
          <p:cNvPr id="5" name="Picture 4" descr="8B-Q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58618"/>
            <a:ext cx="10698480" cy="18425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W05-L04  •  WRAP UP  •  3:25 PM–3:30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8.3–8.5 pp.126–130; sections 8.7 p.134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changed in your understanding? Where will you use it? What should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record a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8A Q9–22 (pp.51–52), selected; 8B Q1,4 (p.53), Q15 (p.54)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15  •  2026-11-25  • 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44</Slides>
  <Notes>44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15 | 2026-11-25</dc:title>
  <dc:creator>ACCESS Trades</dc:creator>
  <dc:subject>Reading and substituting into formulas; Rearranging formulas and checking backwards</dc:subject>
</cp:coreProperties>
</file>