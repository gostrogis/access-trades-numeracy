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62.xml" ContentType="application/vnd.openxmlformats-officedocument.presentationml.notesSlide+xml"/>
  <Override PartName="/ppt/notesSlides/notesSlide6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30" r:id="rId63"/>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33" r:id="rId66"/>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3" Type="http://schemas.openxmlformats.org/officeDocument/2006/relationships/slide" Target="slides/slide8.xml"/><Relationship Id="rId66"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r>
              <a:t>Worked teaching example retained from original slide 62.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W04-L02 | 2026-11-16 | 2:15 PM–3:30 PM | 75 minutes</a:t>
            </a:r>
          </a:p>
          <a:p>
            <a:r>
              <a:t>Fraction cut lists, centre lines and kerf</a:t>
            </a:r>
          </a:p>
          <a:p>
            <a:r>
              <a:t>Mode: Math</a:t>
            </a:r>
          </a:p>
          <a:p>
            <a:r>
              <a:t>Goal: Use multiplication and division of fractions to find repeated cuts, centres and offcuts including stated kerf.</a:t>
            </a:r>
          </a:p>
          <a:p>
            <a:r>
              <a:t>Read: Textbook sections 4.7 pp.67–70; fraction worksheets pp.71–74</a:t>
            </a:r>
          </a:p>
          <a:p>
            <a:r>
              <a:t>Practise: Exercise Book 4A Q16–17 (p.26); 4B Q1,4–7 (pp.27–28); 4C Q5 (p.30)</a:t>
            </a:r>
          </a:p>
          <a:p>
            <a:r>
              <a:t>Tool: Shape Canvas: model repeated rectangular pieces in in units; add text labels for stock and kerf. Check paper answers with the Numeracy Hub Calculator.</a:t>
            </a:r>
          </a:p>
          <a:p/>
          <a:p>
            <a:r>
              <a:t>EXACT SCHEDULED STEPS</a:t>
            </a:r>
          </a:p>
          <a:p>
            <a:r>
              <a:t>2:15 PM–2:20 PM | 1 Start | 5 min</a:t>
            </a:r>
          </a:p>
          <a:p>
            <a:r>
              <a:t>Instructor: Connect fractions in cut lists, centres and kerf to reading a carpentry drawing or preparing a cut list. State the objective.</a:t>
            </a:r>
          </a:p>
          <a:p>
            <a:r>
              <a:t>Learners: Share a prior use of this skill; identify the quantity and unit.</a:t>
            </a:r>
          </a:p>
          <a:p>
            <a:r>
              <a:t>Materials/check: Notebook; calculator</a:t>
            </a:r>
          </a:p>
          <a:p>
            <a:r>
              <a:t>Source: 'Math Week 4'!A46:F46</a:t>
            </a:r>
          </a:p>
          <a:p/>
          <a:p>
            <a:r>
              <a:t>2:20 PM–2:25 PM | 2 Recall | 5 min</a:t>
            </a:r>
          </a:p>
          <a:p>
            <a:r>
              <a:t>Instructor: Ask how many equal gaps lie between nine marked points. Review the difference between a piece and a saw cut.</a:t>
            </a:r>
          </a:p>
          <a:p>
            <a:r>
              <a:t>Learners: Attempt the short retrieval task independently; explain the method before seeing answers.</a:t>
            </a:r>
          </a:p>
          <a:p>
            <a:r>
              <a:t>Materials/check: Identify support needs</a:t>
            </a:r>
          </a:p>
          <a:p>
            <a:r>
              <a:t>Source: 'Math Week 4'!A47:F47</a:t>
            </a:r>
          </a:p>
          <a:p/>
          <a:p>
            <a:r>
              <a:t>2:25 PM–2:40 PM | 3 Teach | 15 min</a:t>
            </a:r>
          </a:p>
          <a:p>
            <a:r>
              <a:t>Instructor: Model Exercise Book 4B Q1 including all three kerfs. Demonstrate reciprocal division using a centre-line or shim example.</a:t>
            </a:r>
          </a:p>
          <a:p>
            <a:r>
              <a:t>Learners: Annotate a worked example; predict the next step and ask questions.</a:t>
            </a:r>
          </a:p>
          <a:p>
            <a:r>
              <a:t>Materials/check: Textbook; worked example</a:t>
            </a:r>
          </a:p>
          <a:p>
            <a:r>
              <a:t>Source: 'Math Week 4'!A48:F48</a:t>
            </a:r>
          </a:p>
          <a:p/>
          <a:p>
            <a:r>
              <a:t>2:40 PM–2:55 PM | 4 Together | 15 min</a:t>
            </a:r>
          </a:p>
          <a:p>
            <a:r>
              <a:t>Instructor: Solve Exercise Book 4B Q4–5 together. Draw the equal spaces for Q6 before forming the equation.</a:t>
            </a:r>
          </a:p>
          <a:p>
            <a:r>
              <a:t>Learners: Work in pairs; alternate calculator operator and checker. Show units and an estimated answer.</a:t>
            </a:r>
          </a:p>
          <a:p>
            <a:r>
              <a:t>Materials/check: Exercise Book; tool above</a:t>
            </a:r>
          </a:p>
          <a:p>
            <a:r>
              <a:t>Source: 'Math Week 4'!A49:F49</a:t>
            </a:r>
          </a:p>
          <a:p/>
          <a:p>
            <a:r>
              <a:t>2:55 PM–3:15 PM | 5 Practise | 20 min</a:t>
            </a:r>
          </a:p>
          <a:p>
            <a:r>
              <a:t>Instructor: Solve Exercise Book 4A Q16–17, 4B Q6–7 and 4C Q5 as time permits. Explain why complete pieces round down; use only the kerf given in the question.</a:t>
            </a:r>
          </a:p>
          <a:p>
            <a:r>
              <a:t>Learners: Solve on paper first; use the tool to check; correct one error with a written reason.</a:t>
            </a:r>
          </a:p>
          <a:p>
            <a:r>
              <a:t>Materials/check: Paper first; tool second</a:t>
            </a:r>
          </a:p>
          <a:p>
            <a:r>
              <a:t>Source: 'Math Week 4'!A50:F50</a:t>
            </a:r>
          </a:p>
          <a:p/>
          <a:p>
            <a:r>
              <a:t>3:15 PM–3:25 PM | 6 Check | 10 min</a:t>
            </a:r>
          </a:p>
          <a:p>
            <a:r>
              <a:t>Instructor: Exercise Book 4B Q5 and Q7; show centre line, complete pieces and offcut.</a:t>
            </a:r>
          </a:p>
          <a:p>
            <a:r>
              <a:t>Learners: Solve without displayed answers; include working, units and the requested rounding.</a:t>
            </a:r>
          </a:p>
          <a:p>
            <a:r>
              <a:t>Materials/check: Teacher answers below</a:t>
            </a:r>
          </a:p>
          <a:p>
            <a:r>
              <a:t>Source: 'Math Week 4'!A51:F51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4'!A52:F52</a:t>
            </a:r>
          </a:p>
          <a:p/>
          <a:p>
            <a:r>
              <a:t>INSTRUCTOR ONLY: REVEAL ASSESSMENT ANSWERS AFTER THE ATTEMPT</a:t>
            </a:r>
          </a:p>
          <a:p>
            <a:r>
              <a:t>4B Q5 = 7 13/16 in; Q7 = 15 spacers, 2 1/2 in offcut. Answer Key p.13. Answer Key pp.13–14</a:t>
            </a:r>
          </a:p>
          <a:p/>
          <a:p>
            <a:r>
              <a:t>Bridge fractional inches to decimals; retain exact fractions until the required rounding step.</a:t>
            </a:r>
          </a:p>
          <a:p/>
          <a:p>
            <a:r>
              <a:t>Sources: 'Math Week 4'!A11:E11; 'Carpentry Schedule'!B39; 'Math Week 4'!A40</a:t>
            </a:r>
          </a:p>
          <a:p>
            <a:r>
              <a:t>Navigation/resource slides support these scheduled steps and do not add instructional time.</a:t>
            </a:r>
          </a:p>
          <a:p>
            <a:r>
              <a:t>Worked teaching example retained from original slide 65.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Schedule'!B37 | 'Math Week 4'!A23</a:t>
            </a:r>
          </a:p>
          <a:p>
            <a:r>
              <a:t>'Carpentry Schedule'!B39 | 'Math Week 4'!A40</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p>
            <a:r>
              <a:t>W04-L02 | 2026-11-16 | 2:15 PM–3:30 PM | 75 minutes</a:t>
            </a:r>
          </a:p>
          <a:p>
            <a:r>
              <a:t>Fraction cut lists, centre lines and kerf</a:t>
            </a:r>
          </a:p>
          <a:p>
            <a:r>
              <a:t>Mode: Math</a:t>
            </a:r>
          </a:p>
          <a:p>
            <a:r>
              <a:t>Goal: Use multiplication and division of fractions to find repeated cuts, centres and offcuts including stated kerf.</a:t>
            </a:r>
          </a:p>
          <a:p>
            <a:r>
              <a:t>Read: Textbook sections 4.7 pp.67–70; fraction worksheets pp.71–74</a:t>
            </a:r>
          </a:p>
          <a:p>
            <a:r>
              <a:t>Practise: Exercise Book 4A Q16–17 (p.26); 4B Q1,4–7 (pp.27–28); 4C Q5 (p.30)</a:t>
            </a:r>
          </a:p>
          <a:p>
            <a:r>
              <a:t>Tool: Shape Canvas: model repeated rectangular pieces in in units; add text labels for stock and kerf. Check paper answers with the Numeracy Hub Calculator.</a:t>
            </a:r>
          </a:p>
          <a:p/>
          <a:p>
            <a:r>
              <a:t>EXACT SCHEDULED STEPS</a:t>
            </a:r>
          </a:p>
          <a:p>
            <a:r>
              <a:t>2:15 PM–2:20 PM | 1 Start | 5 min</a:t>
            </a:r>
          </a:p>
          <a:p>
            <a:r>
              <a:t>Instructor: Connect fractions in cut lists, centres and kerf to reading a carpentry drawing or preparing a cut list. State the objective.</a:t>
            </a:r>
          </a:p>
          <a:p>
            <a:r>
              <a:t>Learners: Share a prior use of this skill; identify the quantity and unit.</a:t>
            </a:r>
          </a:p>
          <a:p>
            <a:r>
              <a:t>Materials/check: Notebook; calculator</a:t>
            </a:r>
          </a:p>
          <a:p>
            <a:r>
              <a:t>Source: 'Math Week 4'!A46:F46</a:t>
            </a:r>
          </a:p>
          <a:p/>
          <a:p>
            <a:r>
              <a:t>2:20 PM–2:25 PM | 2 Recall | 5 min</a:t>
            </a:r>
          </a:p>
          <a:p>
            <a:r>
              <a:t>Instructor: Ask how many equal gaps lie between nine marked points. Review the difference between a piece and a saw cut.</a:t>
            </a:r>
          </a:p>
          <a:p>
            <a:r>
              <a:t>Learners: Attempt the short retrieval task independently; explain the method before seeing answers.</a:t>
            </a:r>
          </a:p>
          <a:p>
            <a:r>
              <a:t>Materials/check: Identify support needs</a:t>
            </a:r>
          </a:p>
          <a:p>
            <a:r>
              <a:t>Source: 'Math Week 4'!A47:F47</a:t>
            </a:r>
          </a:p>
          <a:p/>
          <a:p>
            <a:r>
              <a:t>2:25 PM–2:40 PM | 3 Teach | 15 min</a:t>
            </a:r>
          </a:p>
          <a:p>
            <a:r>
              <a:t>Instructor: Model Exercise Book 4B Q1 including all three kerfs. Demonstrate reciprocal division using a centre-line or shim example.</a:t>
            </a:r>
          </a:p>
          <a:p>
            <a:r>
              <a:t>Learners: Annotate a worked example; predict the next step and ask questions.</a:t>
            </a:r>
          </a:p>
          <a:p>
            <a:r>
              <a:t>Materials/check: Textbook; worked example</a:t>
            </a:r>
          </a:p>
          <a:p>
            <a:r>
              <a:t>Source: 'Math Week 4'!A48:F48</a:t>
            </a:r>
          </a:p>
          <a:p/>
          <a:p>
            <a:r>
              <a:t>2:40 PM–2:55 PM | 4 Together | 15 min</a:t>
            </a:r>
          </a:p>
          <a:p>
            <a:r>
              <a:t>Instructor: Solve Exercise Book 4B Q4–5 together. Draw the equal spaces for Q6 before forming the equation.</a:t>
            </a:r>
          </a:p>
          <a:p>
            <a:r>
              <a:t>Learners: Work in pairs; alternate calculator operator and checker. Show units and an estimated answer.</a:t>
            </a:r>
          </a:p>
          <a:p>
            <a:r>
              <a:t>Materials/check: Exercise Book; tool above</a:t>
            </a:r>
          </a:p>
          <a:p>
            <a:r>
              <a:t>Source: 'Math Week 4'!A49:F49</a:t>
            </a:r>
          </a:p>
          <a:p/>
          <a:p>
            <a:r>
              <a:t>2:55 PM–3:15 PM | 5 Practise | 20 min</a:t>
            </a:r>
          </a:p>
          <a:p>
            <a:r>
              <a:t>Instructor: Solve Exercise Book 4A Q16–17, 4B Q6–7 and 4C Q5 as time permits. Explain why complete pieces round down; use only the kerf given in the question.</a:t>
            </a:r>
          </a:p>
          <a:p>
            <a:r>
              <a:t>Learners: Solve on paper first; use the tool to check; correct one error with a written reason.</a:t>
            </a:r>
          </a:p>
          <a:p>
            <a:r>
              <a:t>Materials/check: Paper first; tool second</a:t>
            </a:r>
          </a:p>
          <a:p>
            <a:r>
              <a:t>Source: 'Math Week 4'!A50:F50</a:t>
            </a:r>
          </a:p>
          <a:p/>
          <a:p>
            <a:r>
              <a:t>3:15 PM–3:25 PM | 6 Check | 10 min</a:t>
            </a:r>
          </a:p>
          <a:p>
            <a:r>
              <a:t>Instructor: Exercise Book 4B Q5 and Q7; show centre line, complete pieces and offcut.</a:t>
            </a:r>
          </a:p>
          <a:p>
            <a:r>
              <a:t>Learners: Solve without displayed answers; include working, units and the requested rounding.</a:t>
            </a:r>
          </a:p>
          <a:p>
            <a:r>
              <a:t>Materials/check: Teacher answers below</a:t>
            </a:r>
          </a:p>
          <a:p>
            <a:r>
              <a:t>Source: 'Math Week 4'!A51:F51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4'!A52:F52</a:t>
            </a:r>
          </a:p>
          <a:p/>
          <a:p>
            <a:r>
              <a:t>INSTRUCTOR ONLY: REVEAL ASSESSMENT ANSWERS AFTER THE ATTEMPT</a:t>
            </a:r>
          </a:p>
          <a:p>
            <a:r>
              <a:t>4B Q5 = 7 13/16 in; Q7 = 15 spacers, 2 1/2 in offcut. Answer Key p.13. Answer Key pp.13–14</a:t>
            </a:r>
          </a:p>
          <a:p/>
          <a:p>
            <a:r>
              <a:t>Bridge fractional inches to decimals; retain exact fractions until the required rounding step.</a:t>
            </a:r>
          </a:p>
          <a:p/>
          <a:p>
            <a:r>
              <a:t>Sources: 'Math Week 4'!A11:E11; 'Carpentry Schedule'!B39; 'Math Week 4'!A40</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r>
              <a:t>SLIDE PLACEMENT: Start, 12:45 PM–12:50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r>
              <a:t>SLIDE PLACEMENT: Recall, 12:50 PM–12:55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r>
              <a:t>SLIDE PLACEMENT: Recall, 12:50 PM–12:55 PM. All slides with this phase share these 5 minutes; do not restart the time allocation for each slide.</a:t>
            </a:r>
          </a:p>
          <a:p/>
          <a:p>
            <a:r>
              <a:t>ACCESS EXERCISE BOOK: 4A-Q6</a:t>
            </a:r>
          </a:p>
          <a:p>
            <a:r>
              <a:t>Exact question: Write  14/32 and  36/64 in lowest terms.</a:t>
            </a:r>
          </a:p>
          <a:p>
            <a:r>
              <a:t>Instructor answer: 7/16 and  9/16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Textbook sections 4.3–4.6 pp.59–66</a:t>
            </a:r>
          </a:p>
          <a:p>
            <a:r>
              <a:t>'Math Week 4'!B27</a:t>
            </a:r>
          </a:p>
          <a:p>
            <a:r>
              <a:t>'Math Week 4'!A31:F31</a:t>
            </a:r>
          </a:p>
          <a:p>
            <a:r>
              <a:t>ACCESS CARPENTRY SLIDES.pptx slides 61, 62, 63</a:t>
            </a:r>
          </a:p>
          <a:p>
            <a:r>
              <a:t>ACCESS Trades Numeracy Textbook p.65 — Example 4.9 — Total of a cut list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Textbook sections 4.3–4.6 pp.59–66</a:t>
            </a:r>
          </a:p>
          <a:p>
            <a:r>
              <a:t>'Math Week 4'!B27</a:t>
            </a:r>
          </a:p>
          <a:p>
            <a:r>
              <a:t>'Math Week 4'!A31:F31</a:t>
            </a:r>
          </a:p>
          <a:p>
            <a:r>
              <a:t>ACCESS CARPENTRY SLIDES.pptx slides 61, 62, 63</a:t>
            </a:r>
          </a:p>
          <a:p>
            <a:r>
              <a:t>ACCESS Trades Numeracy Textbook p.65 — Example 4.9 — Total of a cut list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ACCESS Textbook p.65 • Figure 4.9 — Fractional cut-list dimensions</a:t>
            </a:r>
          </a:p>
          <a:p>
            <a:r>
              <a:t>Exact PDF/printed page: 65. Excerpt reproduced from the supplied ACCESS Textbook.</a:t>
            </a:r>
          </a:p>
          <a:p>
            <a:r>
              <a:t>Track the carried whole inch when the eighths add to more than one whole.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ACCESS Textbook p.65 • Example 4.9 — Common denominator and carrying a whole inch</a:t>
            </a:r>
          </a:p>
          <a:p>
            <a:r>
              <a:t>Exact PDF/printed page: 65. Excerpt reproduced from the supplied ACCESS Textbook.</a:t>
            </a:r>
          </a:p>
          <a:p>
            <a:r>
              <a:t>Track the carried whole inch when the eighths add to more than one whole.</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r>
              <a:t>SLIDE PLACEMENT: Teach, 12:55 PM–1:10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r>
              <a:t>SLIDE PLACEMENT: Together, 1:10 PM–1:25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4A-Q14a</a:t>
            </a:r>
          </a:p>
          <a:p>
            <a:r>
              <a:t>Exact question: Add. (a)   5/16 +  3/4</a:t>
            </a:r>
          </a:p>
          <a:p>
            <a:r>
              <a:t>Instructor answer: (a)  1 1/16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4A-Q14a</a:t>
            </a:r>
          </a:p>
          <a:p>
            <a:r>
              <a:t>Exact question: Add. (a)   5/16 +  3/4</a:t>
            </a:r>
          </a:p>
          <a:p>
            <a:r>
              <a:t>Instructor answer: (a)  1 1/16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r>
              <a:t>SLIDE PLACEMENT: Practise, 1:25 PM–1:45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Exact scheduled tool activity: Shape Canvas: set units to in; use a rectangle with fractional dimensions. Numeracy Hub Calculator: check fraction entry using the selected model.</a:t>
            </a:r>
          </a:p>
          <a:p>
            <a:r>
              <a:t>Set Shape Canvas to in and enter the fractional rectangle dimensions from today’s work.</a:t>
            </a:r>
          </a:p>
          <a:p>
            <a:r>
              <a:t>Calculate the assigned addition or subtraction on paper; mark the result on a paper rule.</a:t>
            </a:r>
          </a:p>
          <a:p>
            <a:r>
              <a:t>Use the selected Numeracy Hub calculator to check the fraction entry and compare results.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4A-Q14b</a:t>
            </a:r>
          </a:p>
          <a:p>
            <a:r>
              <a:t>Exact question: Add. (b)  7 3/8 + 2 15/16</a:t>
            </a:r>
          </a:p>
          <a:p>
            <a:r>
              <a:t>Instructor answer: (b)  10 5/16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4A-Q15b</a:t>
            </a:r>
          </a:p>
          <a:p>
            <a:r>
              <a:t>Exact question: Subtract. (b)  9 1/8 − 4 3/4</a:t>
            </a:r>
          </a:p>
          <a:p>
            <a:r>
              <a:t>Instructor answer: (b)  4 3/8</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r>
              <a:t>SLIDE PLACEMENT: Check, 1:45 PM–1:55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4A-Q14b</a:t>
            </a:r>
          </a:p>
          <a:p>
            <a:r>
              <a:t>Exact question: Add. (b)  7 3/8 + 2 15/16</a:t>
            </a:r>
          </a:p>
          <a:p>
            <a:r>
              <a:t>Instructor answer: (b)  10 5/16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4A-Q15b</a:t>
            </a:r>
          </a:p>
          <a:p>
            <a:r>
              <a:t>Exact question: Subtract. (b)  9 1/8 − 4 3/4</a:t>
            </a:r>
          </a:p>
          <a:p>
            <a:r>
              <a:t>Instructor answer: (b)  4 3/8</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W04-L01 | 2026-11-16 | 12:45 PM–2:00 PM | 75 minutes</a:t>
            </a:r>
          </a:p>
          <a:p>
            <a:r>
              <a:t>Fraction addition and subtraction: job practice</a:t>
            </a:r>
          </a:p>
          <a:p>
            <a:r>
              <a:t>Mode: Math</a:t>
            </a:r>
          </a:p>
          <a:p>
            <a:r>
              <a:t>Goal: Add or subtract mixed-inch sizes using common denominators and record the result in lowest terms.</a:t>
            </a:r>
          </a:p>
          <a:p>
            <a:r>
              <a:t>Read: Textbook sections 4.3–4.6 pp.59–66</a:t>
            </a:r>
          </a:p>
          <a:p>
            <a:r>
              <a:t>Practise: Exercise Book 4A Q10–15 (p.26); 4B Q2–3 (p.27)</a:t>
            </a:r>
          </a:p>
          <a:p>
            <a:r>
              <a:t>Tool: Shape Canvas: set units to in; use a rectangle with fractional dimensions. Numeracy Hub Calculator: check fraction entry using the selected model.</a:t>
            </a:r>
          </a:p>
          <a:p/>
          <a:p>
            <a:r>
              <a:t>EXACT SCHEDULED STEPS</a:t>
            </a:r>
          </a:p>
          <a:p>
            <a:r>
              <a:t>12:45 PM–12:50 PM | 1 Start | 5 min</a:t>
            </a:r>
          </a:p>
          <a:p>
            <a:r>
              <a:t>Instructor: Connect adding and subtracting fractional lengths to reading a carpentry drawing or preparing a cut list. State the objective.</a:t>
            </a:r>
          </a:p>
          <a:p>
            <a:r>
              <a:t>Learners: Share a prior use of this skill; identify the quantity and unit.</a:t>
            </a:r>
          </a:p>
          <a:p>
            <a:r>
              <a:t>Materials/check: Notebook; calculator</a:t>
            </a:r>
          </a:p>
          <a:p>
            <a:r>
              <a:t>Source: 'Math Week 4'!A29:F29</a:t>
            </a:r>
          </a:p>
          <a:p/>
          <a:p>
            <a:r>
              <a:t>12:50 PM–12:55 PM | 2 Recall | 5 min</a:t>
            </a:r>
          </a:p>
          <a:p>
            <a:r>
              <a:t>Instructor: Use the Week 3 checks to review common denominators and regrouping. Start with Exercise Book 4A questions 6 and 10.</a:t>
            </a:r>
          </a:p>
          <a:p>
            <a:r>
              <a:t>Learners: Attempt the short retrieval task independently; explain the method before seeing answers.</a:t>
            </a:r>
          </a:p>
          <a:p>
            <a:r>
              <a:t>Materials/check: Identify support needs</a:t>
            </a:r>
          </a:p>
          <a:p>
            <a:r>
              <a:t>Source: 'Math Week 4'!A30:F30</a:t>
            </a:r>
          </a:p>
          <a:p/>
          <a:p>
            <a:r>
              <a:t>12:55 PM–1:10 PM | 3 Teach | 15 min</a:t>
            </a:r>
          </a:p>
          <a:p>
            <a:r>
              <a:t>Instructor: Model a common denominator, regrouping across a whole inch and subtraction. Connect the written fraction to a tape mark.</a:t>
            </a:r>
          </a:p>
          <a:p>
            <a:r>
              <a:t>Learners: Annotate a worked example; predict the next step and ask questions.</a:t>
            </a:r>
          </a:p>
          <a:p>
            <a:r>
              <a:t>Materials/check: Textbook; worked example</a:t>
            </a:r>
          </a:p>
          <a:p>
            <a:r>
              <a:t>Source: 'Math Week 4'!A31:F31</a:t>
            </a:r>
          </a:p>
          <a:p/>
          <a:p>
            <a:r>
              <a:t>1:10 PM–1:25 PM | 4 Together | 15 min</a:t>
            </a:r>
          </a:p>
          <a:p>
            <a:r>
              <a:t>Instructor: Work Exercise Book 4A Q14(a) and Q15(a), then Exercise Book 4B Q2. Learners explain the regrouping to a partner.</a:t>
            </a:r>
          </a:p>
          <a:p>
            <a:r>
              <a:t>Learners: Work in pairs; alternate calculator operator and checker. Show units and an estimated answer.</a:t>
            </a:r>
          </a:p>
          <a:p>
            <a:r>
              <a:t>Materials/check: Exercise Book; tool above</a:t>
            </a:r>
          </a:p>
          <a:p>
            <a:r>
              <a:t>Source: 'Math Week 4'!A32:F32</a:t>
            </a:r>
          </a:p>
          <a:p/>
          <a:p>
            <a:r>
              <a:t>1:25 PM–1:45 PM | 5 Practise | 20 min</a:t>
            </a:r>
          </a:p>
          <a:p>
            <a:r>
              <a:t>Instructor: Complete remaining Exercise Book 4A Q14–15 and 4B Q3. Mark each result on a paper rule; use calculator checking only after the written solution.</a:t>
            </a:r>
          </a:p>
          <a:p>
            <a:r>
              <a:t>Learners: Solve on paper first; use the tool to check; correct one error with a written reason.</a:t>
            </a:r>
          </a:p>
          <a:p>
            <a:r>
              <a:t>Materials/check: Paper first; tool second</a:t>
            </a:r>
          </a:p>
          <a:p>
            <a:r>
              <a:t>Source: 'Math Week 4'!A33:F33</a:t>
            </a:r>
          </a:p>
          <a:p/>
          <a:p>
            <a:r>
              <a:t>1:45 PM–1:55 PM | 6 Check | 10 min</a:t>
            </a:r>
          </a:p>
          <a:p>
            <a:r>
              <a:t>Instructor: Exercise Book 4A Q14(b) and Q15(b). Show common denominators and simplified answers.</a:t>
            </a:r>
          </a:p>
          <a:p>
            <a:r>
              <a:t>Learners: Solve without displayed answers; include working, units and the requested rounding.</a:t>
            </a:r>
          </a:p>
          <a:p>
            <a:r>
              <a:t>Materials/check: Teacher answers below</a:t>
            </a:r>
          </a:p>
          <a:p>
            <a:r>
              <a:t>Source: 'Math Week 4'!A34:F34</a:t>
            </a:r>
          </a:p>
          <a:p/>
          <a:p>
            <a:r>
              <a:t>1:55 PM–2:00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4'!A35:F35</a:t>
            </a:r>
          </a:p>
          <a:p/>
          <a:p>
            <a:r>
              <a:t>INSTRUCTOR ONLY: REVEAL ASSESSMENT ANSWERS AFTER THE ATTEMPT</a:t>
            </a:r>
          </a:p>
          <a:p>
            <a:r>
              <a:t>4A Q14(b) = 10 5/16; Q15(b) = 4 3/8. Answer Key p.13. Answer Key pp.11–13</a:t>
            </a:r>
          </a:p>
          <a:p/>
          <a:p>
            <a:r>
              <a:t>Use regrouping errors for the opening of the fractional cut-list session.</a:t>
            </a:r>
          </a:p>
          <a:p/>
          <a:p>
            <a:r>
              <a:t>Sources: 'Math Week 4'!A10:E10; 'Carpentry Schedule'!B37; 'Math Week 4'!A23</a:t>
            </a:r>
          </a:p>
          <a:p>
            <a:r>
              <a:t>Navigation/resource slides support these scheduled steps and do not add instructional time.</a:t>
            </a:r>
          </a:p>
          <a:p>
            <a:r>
              <a:t>SLIDE PLACEMENT: Wrap up, 1:55 PM–2:00 PM. All slides with this phase share these 5 minutes; do not restart the time allocation for each slide.</a:t>
            </a:r>
          </a:p>
          <a:p/>
          <a:p>
            <a:r>
              <a:t>Next scheduled learning: Use regrouping errors for the opening of the fractional cut-list session.</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2:15 PM.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W04-L02 | 2026-11-16 | 2:15 PM–3:30 PM | 75 minutes</a:t>
            </a:r>
          </a:p>
          <a:p>
            <a:r>
              <a:t>Fraction cut lists, centre lines and kerf</a:t>
            </a:r>
          </a:p>
          <a:p>
            <a:r>
              <a:t>Mode: Math</a:t>
            </a:r>
          </a:p>
          <a:p>
            <a:r>
              <a:t>Goal: Use multiplication and division of fractions to find repeated cuts, centres and offcuts including stated kerf.</a:t>
            </a:r>
          </a:p>
          <a:p>
            <a:r>
              <a:t>Read: Textbook sections 4.7 pp.67–70; fraction worksheets pp.71–74</a:t>
            </a:r>
          </a:p>
          <a:p>
            <a:r>
              <a:t>Practise: Exercise Book 4A Q16–17 (p.26); 4B Q1,4–7 (pp.27–28); 4C Q5 (p.30)</a:t>
            </a:r>
          </a:p>
          <a:p>
            <a:r>
              <a:t>Tool: Shape Canvas: model repeated rectangular pieces in in units; add text labels for stock and kerf. Check paper answers with the Numeracy Hub Calculator.</a:t>
            </a:r>
          </a:p>
          <a:p/>
          <a:p>
            <a:r>
              <a:t>EXACT SCHEDULED STEPS</a:t>
            </a:r>
          </a:p>
          <a:p>
            <a:r>
              <a:t>2:15 PM–2:20 PM | 1 Start | 5 min</a:t>
            </a:r>
          </a:p>
          <a:p>
            <a:r>
              <a:t>Instructor: Connect fractions in cut lists, centres and kerf to reading a carpentry drawing or preparing a cut list. State the objective.</a:t>
            </a:r>
          </a:p>
          <a:p>
            <a:r>
              <a:t>Learners: Share a prior use of this skill; identify the quantity and unit.</a:t>
            </a:r>
          </a:p>
          <a:p>
            <a:r>
              <a:t>Materials/check: Notebook; calculator</a:t>
            </a:r>
          </a:p>
          <a:p>
            <a:r>
              <a:t>Source: 'Math Week 4'!A46:F46</a:t>
            </a:r>
          </a:p>
          <a:p/>
          <a:p>
            <a:r>
              <a:t>2:20 PM–2:25 PM | 2 Recall | 5 min</a:t>
            </a:r>
          </a:p>
          <a:p>
            <a:r>
              <a:t>Instructor: Ask how many equal gaps lie between nine marked points. Review the difference between a piece and a saw cut.</a:t>
            </a:r>
          </a:p>
          <a:p>
            <a:r>
              <a:t>Learners: Attempt the short retrieval task independently; explain the method before seeing answers.</a:t>
            </a:r>
          </a:p>
          <a:p>
            <a:r>
              <a:t>Materials/check: Identify support needs</a:t>
            </a:r>
          </a:p>
          <a:p>
            <a:r>
              <a:t>Source: 'Math Week 4'!A47:F47</a:t>
            </a:r>
          </a:p>
          <a:p/>
          <a:p>
            <a:r>
              <a:t>2:25 PM–2:40 PM | 3 Teach | 15 min</a:t>
            </a:r>
          </a:p>
          <a:p>
            <a:r>
              <a:t>Instructor: Model Exercise Book 4B Q1 including all three kerfs. Demonstrate reciprocal division using a centre-line or shim example.</a:t>
            </a:r>
          </a:p>
          <a:p>
            <a:r>
              <a:t>Learners: Annotate a worked example; predict the next step and ask questions.</a:t>
            </a:r>
          </a:p>
          <a:p>
            <a:r>
              <a:t>Materials/check: Textbook; worked example</a:t>
            </a:r>
          </a:p>
          <a:p>
            <a:r>
              <a:t>Source: 'Math Week 4'!A48:F48</a:t>
            </a:r>
          </a:p>
          <a:p/>
          <a:p>
            <a:r>
              <a:t>2:40 PM–2:55 PM | 4 Together | 15 min</a:t>
            </a:r>
          </a:p>
          <a:p>
            <a:r>
              <a:t>Instructor: Solve Exercise Book 4B Q4–5 together. Draw the equal spaces for Q6 before forming the equation.</a:t>
            </a:r>
          </a:p>
          <a:p>
            <a:r>
              <a:t>Learners: Work in pairs; alternate calculator operator and checker. Show units and an estimated answer.</a:t>
            </a:r>
          </a:p>
          <a:p>
            <a:r>
              <a:t>Materials/check: Exercise Book; tool above</a:t>
            </a:r>
          </a:p>
          <a:p>
            <a:r>
              <a:t>Source: 'Math Week 4'!A49:F49</a:t>
            </a:r>
          </a:p>
          <a:p/>
          <a:p>
            <a:r>
              <a:t>2:55 PM–3:15 PM | 5 Practise | 20 min</a:t>
            </a:r>
          </a:p>
          <a:p>
            <a:r>
              <a:t>Instructor: Solve Exercise Book 4A Q16–17, 4B Q6–7 and 4C Q5 as time permits. Explain why complete pieces round down; use only the kerf given in the question.</a:t>
            </a:r>
          </a:p>
          <a:p>
            <a:r>
              <a:t>Learners: Solve on paper first; use the tool to check; correct one error with a written reason.</a:t>
            </a:r>
          </a:p>
          <a:p>
            <a:r>
              <a:t>Materials/check: Paper first; tool second</a:t>
            </a:r>
          </a:p>
          <a:p>
            <a:r>
              <a:t>Source: 'Math Week 4'!A50:F50</a:t>
            </a:r>
          </a:p>
          <a:p/>
          <a:p>
            <a:r>
              <a:t>3:15 PM–3:25 PM | 6 Check | 10 min</a:t>
            </a:r>
          </a:p>
          <a:p>
            <a:r>
              <a:t>Instructor: Exercise Book 4B Q5 and Q7; show centre line, complete pieces and offcut.</a:t>
            </a:r>
          </a:p>
          <a:p>
            <a:r>
              <a:t>Learners: Solve without displayed answers; include working, units and the requested rounding.</a:t>
            </a:r>
          </a:p>
          <a:p>
            <a:r>
              <a:t>Materials/check: Teacher answers below</a:t>
            </a:r>
          </a:p>
          <a:p>
            <a:r>
              <a:t>Source: 'Math Week 4'!A51:F51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4'!A52:F52</a:t>
            </a:r>
          </a:p>
          <a:p/>
          <a:p>
            <a:r>
              <a:t>INSTRUCTOR ONLY: REVEAL ASSESSMENT ANSWERS AFTER THE ATTEMPT</a:t>
            </a:r>
          </a:p>
          <a:p>
            <a:r>
              <a:t>4B Q5 = 7 13/16 in; Q7 = 15 spacers, 2 1/2 in offcut. Answer Key p.13. Answer Key pp.13–14</a:t>
            </a:r>
          </a:p>
          <a:p/>
          <a:p>
            <a:r>
              <a:t>Bridge fractional inches to decimals; retain exact fractions until the required rounding step.</a:t>
            </a:r>
          </a:p>
          <a:p/>
          <a:p>
            <a:r>
              <a:t>Sources: 'Math Week 4'!A11:E11; 'Carpentry Schedule'!B39; 'Math Week 4'!A40</a:t>
            </a:r>
          </a:p>
          <a:p>
            <a:r>
              <a:t>Navigation/resource slides support these scheduled steps and do not add instructional time.</a:t>
            </a:r>
          </a:p>
          <a:p>
            <a:r>
              <a:t>SLIDE PLACEMENT: Start, 2:15 PM–2:20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W04-L02 | 2026-11-16 | 2:15 PM–3:30 PM | 75 minutes</a:t>
            </a:r>
          </a:p>
          <a:p>
            <a:r>
              <a:t>Fraction cut lists, centre lines and kerf</a:t>
            </a:r>
          </a:p>
          <a:p>
            <a:r>
              <a:t>Mode: Math</a:t>
            </a:r>
          </a:p>
          <a:p>
            <a:r>
              <a:t>Goal: Use multiplication and division of fractions to find repeated cuts, centres and offcuts including stated kerf.</a:t>
            </a:r>
          </a:p>
          <a:p>
            <a:r>
              <a:t>Read: Textbook sections 4.7 pp.67–70; fraction worksheets pp.71–74</a:t>
            </a:r>
          </a:p>
          <a:p>
            <a:r>
              <a:t>Practise: Exercise Book 4A Q16–17 (p.26); 4B Q1,4–7 (pp.27–28); 4C Q5 (p.30)</a:t>
            </a:r>
          </a:p>
          <a:p>
            <a:r>
              <a:t>Tool: Shape Canvas: model repeated rectangular pieces in in units; add text labels for stock and kerf. Check paper answers with the Numeracy Hub Calculator.</a:t>
            </a:r>
          </a:p>
          <a:p/>
          <a:p>
            <a:r>
              <a:t>EXACT SCHEDULED STEPS</a:t>
            </a:r>
          </a:p>
          <a:p>
            <a:r>
              <a:t>2:15 PM–2:20 PM | 1 Start | 5 min</a:t>
            </a:r>
          </a:p>
          <a:p>
            <a:r>
              <a:t>Instructor: Connect fractions in cut lists, centres and kerf to reading a carpentry drawing or preparing a cut list. State the objective.</a:t>
            </a:r>
          </a:p>
          <a:p>
            <a:r>
              <a:t>Learners: Share a prior use of this skill; identify the quantity and unit.</a:t>
            </a:r>
          </a:p>
          <a:p>
            <a:r>
              <a:t>Materials/check: Notebook; calculator</a:t>
            </a:r>
          </a:p>
          <a:p>
            <a:r>
              <a:t>Source: 'Math Week 4'!A46:F46</a:t>
            </a:r>
          </a:p>
          <a:p/>
          <a:p>
            <a:r>
              <a:t>2:20 PM–2:25 PM | 2 Recall | 5 min</a:t>
            </a:r>
          </a:p>
          <a:p>
            <a:r>
              <a:t>Instructor: Ask how many equal gaps lie between nine marked points. Review the difference between a piece and a saw cut.</a:t>
            </a:r>
          </a:p>
          <a:p>
            <a:r>
              <a:t>Learners: Attempt the short retrieval task independently; explain the method before seeing answers.</a:t>
            </a:r>
          </a:p>
          <a:p>
            <a:r>
              <a:t>Materials/check: Identify support needs</a:t>
            </a:r>
          </a:p>
          <a:p>
            <a:r>
              <a:t>Source: 'Math Week 4'!A47:F47</a:t>
            </a:r>
          </a:p>
          <a:p/>
          <a:p>
            <a:r>
              <a:t>2:25 PM–2:40 PM | 3 Teach | 15 min</a:t>
            </a:r>
          </a:p>
          <a:p>
            <a:r>
              <a:t>Instructor: Model Exercise Book 4B Q1 including all three kerfs. Demonstrate reciprocal division using a centre-line or shim example.</a:t>
            </a:r>
          </a:p>
          <a:p>
            <a:r>
              <a:t>Learners: Annotate a worked example; predict the next step and ask questions.</a:t>
            </a:r>
          </a:p>
          <a:p>
            <a:r>
              <a:t>Materials/check: Textbook; worked example</a:t>
            </a:r>
          </a:p>
          <a:p>
            <a:r>
              <a:t>Source: 'Math Week 4'!A48:F48</a:t>
            </a:r>
          </a:p>
          <a:p/>
          <a:p>
            <a:r>
              <a:t>2:40 PM–2:55 PM | 4 Together | 15 min</a:t>
            </a:r>
          </a:p>
          <a:p>
            <a:r>
              <a:t>Instructor: Solve Exercise Book 4B Q4–5 together. Draw the equal spaces for Q6 before forming the equation.</a:t>
            </a:r>
          </a:p>
          <a:p>
            <a:r>
              <a:t>Learners: Work in pairs; alternate calculator operator and checker. Show units and an estimated answer.</a:t>
            </a:r>
          </a:p>
          <a:p>
            <a:r>
              <a:t>Materials/check: Exercise Book; tool above</a:t>
            </a:r>
          </a:p>
          <a:p>
            <a:r>
              <a:t>Source: 'Math Week 4'!A49:F49</a:t>
            </a:r>
          </a:p>
          <a:p/>
          <a:p>
            <a:r>
              <a:t>2:55 PM–3:15 PM | 5 Practise | 20 min</a:t>
            </a:r>
          </a:p>
          <a:p>
            <a:r>
              <a:t>Instructor: Solve Exercise Book 4A Q16–17, 4B Q6–7 and 4C Q5 as time permits. Explain why complete pieces round down; use only the kerf given in the question.</a:t>
            </a:r>
          </a:p>
          <a:p>
            <a:r>
              <a:t>Learners: Solve on paper first; use the tool to check; correct one error with a written reason.</a:t>
            </a:r>
          </a:p>
          <a:p>
            <a:r>
              <a:t>Materials/check: Paper first; tool second</a:t>
            </a:r>
          </a:p>
          <a:p>
            <a:r>
              <a:t>Source: 'Math Week 4'!A50:F50</a:t>
            </a:r>
          </a:p>
          <a:p/>
          <a:p>
            <a:r>
              <a:t>3:15 PM–3:25 PM | 6 Check | 10 min</a:t>
            </a:r>
          </a:p>
          <a:p>
            <a:r>
              <a:t>Instructor: Exercise Book 4B Q5 and Q7; show centre line, complete pieces and offcut.</a:t>
            </a:r>
          </a:p>
          <a:p>
            <a:r>
              <a:t>Learners: Solve without displayed answers; include working, units and the requested rounding.</a:t>
            </a:r>
          </a:p>
          <a:p>
            <a:r>
              <a:t>Materials/check: Teacher answers below</a:t>
            </a:r>
          </a:p>
          <a:p>
            <a:r>
              <a:t>Source: 'Math Week 4'!A51:F51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4'!A52:F52</a:t>
            </a:r>
          </a:p>
          <a:p/>
          <a:p>
            <a:r>
              <a:t>INSTRUCTOR ONLY: REVEAL ASSESSMENT ANSWERS AFTER THE ATTEMPT</a:t>
            </a:r>
          </a:p>
          <a:p>
            <a:r>
              <a:t>4B Q5 = 7 13/16 in; Q7 = 15 spacers, 2 1/2 in offcut. Answer Key p.13. Answer Key pp.13–14</a:t>
            </a:r>
          </a:p>
          <a:p/>
          <a:p>
            <a:r>
              <a:t>Bridge fractional inches to decimals; retain exact fractions until the required rounding step.</a:t>
            </a:r>
          </a:p>
          <a:p/>
          <a:p>
            <a:r>
              <a:t>Sources: 'Math Week 4'!A11:E11; 'Carpentry Schedule'!B39; 'Math Week 4'!A40</a:t>
            </a:r>
          </a:p>
          <a:p>
            <a:r>
              <a:t>Navigation/resource slides support these scheduled steps and do not add instructional time.</a:t>
            </a:r>
          </a:p>
          <a:p>
            <a:r>
              <a:t>SLIDE PLACEMENT: Recall, 2:20 PM–2:25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W04-L02 | 2026-11-16 | 2:15 PM–3:30 PM | 75 minutes</a:t>
            </a:r>
          </a:p>
          <a:p>
            <a:r>
              <a:t>Fraction cut lists, centre lines and kerf</a:t>
            </a:r>
          </a:p>
          <a:p>
            <a:r>
              <a:t>Mode: Math</a:t>
            </a:r>
          </a:p>
          <a:p>
            <a:r>
              <a:t>Goal: Use multiplication and division of fractions to find repeated cuts, centres and offcuts including stated kerf.</a:t>
            </a:r>
          </a:p>
          <a:p>
            <a:r>
              <a:t>Read: Textbook sections 4.7 pp.67–70; fraction worksheets pp.71–74</a:t>
            </a:r>
          </a:p>
          <a:p>
            <a:r>
              <a:t>Practise: Exercise Book 4A Q16–17 (p.26); 4B Q1,4–7 (pp.27–28); 4C Q5 (p.30)</a:t>
            </a:r>
          </a:p>
          <a:p>
            <a:r>
              <a:t>Tool: Shape Canvas: model repeated rectangular pieces in in units; add text labels for stock and kerf. Check paper answers with the Numeracy Hub Calculator.</a:t>
            </a:r>
          </a:p>
          <a:p/>
          <a:p>
            <a:r>
              <a:t>EXACT SCHEDULED STEPS</a:t>
            </a:r>
          </a:p>
          <a:p>
            <a:r>
              <a:t>2:15 PM–2:20 PM | 1 Start | 5 min</a:t>
            </a:r>
          </a:p>
          <a:p>
            <a:r>
              <a:t>Instructor: Connect fractions in cut lists, centres and kerf to reading a carpentry drawing or preparing a cut list. State the objective.</a:t>
            </a:r>
          </a:p>
          <a:p>
            <a:r>
              <a:t>Learners: Share a prior use of this skill; identify the quantity and unit.</a:t>
            </a:r>
          </a:p>
          <a:p>
            <a:r>
              <a:t>Materials/check: Notebook; calculator</a:t>
            </a:r>
          </a:p>
          <a:p>
            <a:r>
              <a:t>Source: 'Math Week 4'!A46:F46</a:t>
            </a:r>
          </a:p>
          <a:p/>
          <a:p>
            <a:r>
              <a:t>2:20 PM–2:25 PM | 2 Recall | 5 min</a:t>
            </a:r>
          </a:p>
          <a:p>
            <a:r>
              <a:t>Instructor: Ask how many equal gaps lie between nine marked points. Review the difference between a piece and a saw cut.</a:t>
            </a:r>
          </a:p>
          <a:p>
            <a:r>
              <a:t>Learners: Attempt the short retrieval task independently; explain the method before seeing answers.</a:t>
            </a:r>
          </a:p>
          <a:p>
            <a:r>
              <a:t>Materials/check: Identify support needs</a:t>
            </a:r>
          </a:p>
          <a:p>
            <a:r>
              <a:t>Source: 'Math Week 4'!A47:F47</a:t>
            </a:r>
          </a:p>
          <a:p/>
          <a:p>
            <a:r>
              <a:t>2:25 PM–2:40 PM | 3 Teach | 15 min</a:t>
            </a:r>
          </a:p>
          <a:p>
            <a:r>
              <a:t>Instructor: Model Exercise Book 4B Q1 including all three kerfs. Demonstrate reciprocal division using a centre-line or shim example.</a:t>
            </a:r>
          </a:p>
          <a:p>
            <a:r>
              <a:t>Learners: Annotate a worked example; predict the next step and ask questions.</a:t>
            </a:r>
          </a:p>
          <a:p>
            <a:r>
              <a:t>Materials/check: Textbook; worked example</a:t>
            </a:r>
          </a:p>
          <a:p>
            <a:r>
              <a:t>Source: 'Math Week 4'!A48:F48</a:t>
            </a:r>
          </a:p>
          <a:p/>
          <a:p>
            <a:r>
              <a:t>2:40 PM–2:55 PM | 4 Together | 15 min</a:t>
            </a:r>
          </a:p>
          <a:p>
            <a:r>
              <a:t>Instructor: Solve Exercise Book 4B Q4–5 together. Draw the equal spaces for Q6 before forming the equation.</a:t>
            </a:r>
          </a:p>
          <a:p>
            <a:r>
              <a:t>Learners: Work in pairs; alternate calculator operator and checker. Show units and an estimated answer.</a:t>
            </a:r>
          </a:p>
          <a:p>
            <a:r>
              <a:t>Materials/check: Exercise Book; tool above</a:t>
            </a:r>
          </a:p>
          <a:p>
            <a:r>
              <a:t>Source: 'Math Week 4'!A49:F49</a:t>
            </a:r>
          </a:p>
          <a:p/>
          <a:p>
            <a:r>
              <a:t>2:55 PM–3:15 PM | 5 Practise | 20 min</a:t>
            </a:r>
          </a:p>
          <a:p>
            <a:r>
              <a:t>Instructor: Solve Exercise Book 4A Q16–17, 4B Q6–7 and 4C Q5 as time permits. Explain why complete pieces round down; use only the kerf given in the question.</a:t>
            </a:r>
          </a:p>
          <a:p>
            <a:r>
              <a:t>Learners: Solve on paper first; use the tool to check; correct one error with a written reason.</a:t>
            </a:r>
          </a:p>
          <a:p>
            <a:r>
              <a:t>Materials/check: Paper first; tool second</a:t>
            </a:r>
          </a:p>
          <a:p>
            <a:r>
              <a:t>Source: 'Math Week 4'!A50:F50</a:t>
            </a:r>
          </a:p>
          <a:p/>
          <a:p>
            <a:r>
              <a:t>3:15 PM–3:25 PM | 6 Check | 10 min</a:t>
            </a:r>
          </a:p>
          <a:p>
            <a:r>
              <a:t>Instructor: Exercise Book 4B Q5 and Q7; show centre line, complete pieces and offcut.</a:t>
            </a:r>
          </a:p>
          <a:p>
            <a:r>
              <a:t>Learners: Solve without displayed answers; include working, units and the requested rounding.</a:t>
            </a:r>
          </a:p>
          <a:p>
            <a:r>
              <a:t>Materials/check: Teacher answers below</a:t>
            </a:r>
          </a:p>
          <a:p>
            <a:r>
              <a:t>Source: 'Math Week 4'!A51:F51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4'!A52:F52</a:t>
            </a:r>
          </a:p>
          <a:p/>
          <a:p>
            <a:r>
              <a:t>INSTRUCTOR ONLY: REVEAL ASSESSMENT ANSWERS AFTER THE ATTEMPT</a:t>
            </a:r>
          </a:p>
          <a:p>
            <a:r>
              <a:t>4B Q5 = 7 13/16 in; Q7 = 15 spacers, 2 1/2 in offcut. Answer Key p.13. Answer Key pp.13–14</a:t>
            </a:r>
          </a:p>
          <a:p/>
          <a:p>
            <a:r>
              <a:t>Bridge fractional inches to decimals; retain exact fractions until the required rounding step.</a:t>
            </a:r>
          </a:p>
          <a:p/>
          <a:p>
            <a:r>
              <a:t>Sources: 'Math Week 4'!A11:E11; 'Carpentry Schedule'!B39; 'Math Week 4'!A40</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4.7 pp.67–70; fraction worksheets pp.71–74</a:t>
            </a:r>
          </a:p>
          <a:p>
            <a:r>
              <a:t>'Math Week 4'!B44</a:t>
            </a:r>
          </a:p>
          <a:p>
            <a:r>
              <a:t>'Math Week 4'!A48:F48</a:t>
            </a:r>
          </a:p>
          <a:p>
            <a:r>
              <a:t>ACCESS CARPENTRY SLIDES.pptx slides 64, 65, 66</a:t>
            </a:r>
          </a:p>
          <a:p>
            <a:r>
              <a:t>ACCESS Trades Numeracy Textbook p.67 — Example 4.11 — Pieces and saw cuts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W04-L02 | 2026-11-16 | 2:15 PM–3:30 PM | 75 minutes</a:t>
            </a:r>
          </a:p>
          <a:p>
            <a:r>
              <a:t>Fraction cut lists, centre lines and kerf</a:t>
            </a:r>
          </a:p>
          <a:p>
            <a:r>
              <a:t>Mode: Math</a:t>
            </a:r>
          </a:p>
          <a:p>
            <a:r>
              <a:t>Goal: Use multiplication and division of fractions to find repeated cuts, centres and offcuts including stated kerf.</a:t>
            </a:r>
          </a:p>
          <a:p>
            <a:r>
              <a:t>Read: Textbook sections 4.7 pp.67–70; fraction worksheets pp.71–74</a:t>
            </a:r>
          </a:p>
          <a:p>
            <a:r>
              <a:t>Practise: Exercise Book 4A Q16–17 (p.26); 4B Q1,4–7 (pp.27–28); 4C Q5 (p.30)</a:t>
            </a:r>
          </a:p>
          <a:p>
            <a:r>
              <a:t>Tool: Shape Canvas: model repeated rectangular pieces in in units; add text labels for stock and kerf. Check paper answers with the Numeracy Hub Calculator.</a:t>
            </a:r>
          </a:p>
          <a:p/>
          <a:p>
            <a:r>
              <a:t>EXACT SCHEDULED STEPS</a:t>
            </a:r>
          </a:p>
          <a:p>
            <a:r>
              <a:t>2:15 PM–2:20 PM | 1 Start | 5 min</a:t>
            </a:r>
          </a:p>
          <a:p>
            <a:r>
              <a:t>Instructor: Connect fractions in cut lists, centres and kerf to reading a carpentry drawing or preparing a cut list. State the objective.</a:t>
            </a:r>
          </a:p>
          <a:p>
            <a:r>
              <a:t>Learners: Share a prior use of this skill; identify the quantity and unit.</a:t>
            </a:r>
          </a:p>
          <a:p>
            <a:r>
              <a:t>Materials/check: Notebook; calculator</a:t>
            </a:r>
          </a:p>
          <a:p>
            <a:r>
              <a:t>Source: 'Math Week 4'!A46:F46</a:t>
            </a:r>
          </a:p>
          <a:p/>
          <a:p>
            <a:r>
              <a:t>2:20 PM–2:25 PM | 2 Recall | 5 min</a:t>
            </a:r>
          </a:p>
          <a:p>
            <a:r>
              <a:t>Instructor: Ask how many equal gaps lie between nine marked points. Review the difference between a piece and a saw cut.</a:t>
            </a:r>
          </a:p>
          <a:p>
            <a:r>
              <a:t>Learners: Attempt the short retrieval task independently; explain the method before seeing answers.</a:t>
            </a:r>
          </a:p>
          <a:p>
            <a:r>
              <a:t>Materials/check: Identify support needs</a:t>
            </a:r>
          </a:p>
          <a:p>
            <a:r>
              <a:t>Source: 'Math Week 4'!A47:F47</a:t>
            </a:r>
          </a:p>
          <a:p/>
          <a:p>
            <a:r>
              <a:t>2:25 PM–2:40 PM | 3 Teach | 15 min</a:t>
            </a:r>
          </a:p>
          <a:p>
            <a:r>
              <a:t>Instructor: Model Exercise Book 4B Q1 including all three kerfs. Demonstrate reciprocal division using a centre-line or shim example.</a:t>
            </a:r>
          </a:p>
          <a:p>
            <a:r>
              <a:t>Learners: Annotate a worked example; predict the next step and ask questions.</a:t>
            </a:r>
          </a:p>
          <a:p>
            <a:r>
              <a:t>Materials/check: Textbook; worked example</a:t>
            </a:r>
          </a:p>
          <a:p>
            <a:r>
              <a:t>Source: 'Math Week 4'!A48:F48</a:t>
            </a:r>
          </a:p>
          <a:p/>
          <a:p>
            <a:r>
              <a:t>2:40 PM–2:55 PM | 4 Together | 15 min</a:t>
            </a:r>
          </a:p>
          <a:p>
            <a:r>
              <a:t>Instructor: Solve Exercise Book 4B Q4–5 together. Draw the equal spaces for Q6 before forming the equation.</a:t>
            </a:r>
          </a:p>
          <a:p>
            <a:r>
              <a:t>Learners: Work in pairs; alternate calculator operator and checker. Show units and an estimated answer.</a:t>
            </a:r>
          </a:p>
          <a:p>
            <a:r>
              <a:t>Materials/check: Exercise Book; tool above</a:t>
            </a:r>
          </a:p>
          <a:p>
            <a:r>
              <a:t>Source: 'Math Week 4'!A49:F49</a:t>
            </a:r>
          </a:p>
          <a:p/>
          <a:p>
            <a:r>
              <a:t>2:55 PM–3:15 PM | 5 Practise | 20 min</a:t>
            </a:r>
          </a:p>
          <a:p>
            <a:r>
              <a:t>Instructor: Solve Exercise Book 4A Q16–17, 4B Q6–7 and 4C Q5 as time permits. Explain why complete pieces round down; use only the kerf given in the question.</a:t>
            </a:r>
          </a:p>
          <a:p>
            <a:r>
              <a:t>Learners: Solve on paper first; use the tool to check; correct one error with a written reason.</a:t>
            </a:r>
          </a:p>
          <a:p>
            <a:r>
              <a:t>Materials/check: Paper first; tool second</a:t>
            </a:r>
          </a:p>
          <a:p>
            <a:r>
              <a:t>Source: 'Math Week 4'!A50:F50</a:t>
            </a:r>
          </a:p>
          <a:p/>
          <a:p>
            <a:r>
              <a:t>3:15 PM–3:25 PM | 6 Check | 10 min</a:t>
            </a:r>
          </a:p>
          <a:p>
            <a:r>
              <a:t>Instructor: Exercise Book 4B Q5 and Q7; show centre line, complete pieces and offcut.</a:t>
            </a:r>
          </a:p>
          <a:p>
            <a:r>
              <a:t>Learners: Solve without displayed answers; include working, units and the requested rounding.</a:t>
            </a:r>
          </a:p>
          <a:p>
            <a:r>
              <a:t>Materials/check: Teacher answers below</a:t>
            </a:r>
          </a:p>
          <a:p>
            <a:r>
              <a:t>Source: 'Math Week 4'!A51:F51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4'!A52:F52</a:t>
            </a:r>
          </a:p>
          <a:p/>
          <a:p>
            <a:r>
              <a:t>INSTRUCTOR ONLY: REVEAL ASSESSMENT ANSWERS AFTER THE ATTEMPT</a:t>
            </a:r>
          </a:p>
          <a:p>
            <a:r>
              <a:t>4B Q5 = 7 13/16 in; Q7 = 15 spacers, 2 1/2 in offcut. Answer Key p.13. Answer Key pp.13–14</a:t>
            </a:r>
          </a:p>
          <a:p/>
          <a:p>
            <a:r>
              <a:t>Bridge fractional inches to decimals; retain exact fractions until the required rounding step.</a:t>
            </a:r>
          </a:p>
          <a:p/>
          <a:p>
            <a:r>
              <a:t>Sources: 'Math Week 4'!A11:E11; 'Carpentry Schedule'!B39; 'Math Week 4'!A40</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4.7 pp.67–70; fraction worksheets pp.71–74</a:t>
            </a:r>
          </a:p>
          <a:p>
            <a:r>
              <a:t>'Math Week 4'!B44</a:t>
            </a:r>
          </a:p>
          <a:p>
            <a:r>
              <a:t>'Math Week 4'!A48:F48</a:t>
            </a:r>
          </a:p>
          <a:p>
            <a:r>
              <a:t>ACCESS CARPENTRY SLIDES.pptx slides 64, 65, 66</a:t>
            </a:r>
          </a:p>
          <a:p>
            <a:r>
              <a:t>ACCESS Trades Numeracy Textbook p.67 — Example 4.11 — Pieces and saw cuts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W04-L02 | 2026-11-16 | 2:15 PM–3:30 PM | 75 minutes</a:t>
            </a:r>
          </a:p>
          <a:p>
            <a:r>
              <a:t>Fraction cut lists, centre lines and kerf</a:t>
            </a:r>
          </a:p>
          <a:p>
            <a:r>
              <a:t>Mode: Math</a:t>
            </a:r>
          </a:p>
          <a:p>
            <a:r>
              <a:t>Goal: Use multiplication and division of fractions to find repeated cuts, centres and offcuts including stated kerf.</a:t>
            </a:r>
          </a:p>
          <a:p>
            <a:r>
              <a:t>Read: Textbook sections 4.7 pp.67–70; fraction worksheets pp.71–74</a:t>
            </a:r>
          </a:p>
          <a:p>
            <a:r>
              <a:t>Practise: Exercise Book 4A Q16–17 (p.26); 4B Q1,4–7 (pp.27–28); 4C Q5 (p.30)</a:t>
            </a:r>
          </a:p>
          <a:p>
            <a:r>
              <a:t>Tool: Shape Canvas: model repeated rectangular pieces in in units; add text labels for stock and kerf. Check paper answers with the Numeracy Hub Calculator.</a:t>
            </a:r>
          </a:p>
          <a:p/>
          <a:p>
            <a:r>
              <a:t>EXACT SCHEDULED STEPS</a:t>
            </a:r>
          </a:p>
          <a:p>
            <a:r>
              <a:t>2:15 PM–2:20 PM | 1 Start | 5 min</a:t>
            </a:r>
          </a:p>
          <a:p>
            <a:r>
              <a:t>Instructor: Connect fractions in cut lists, centres and kerf to reading a carpentry drawing or preparing a cut list. State the objective.</a:t>
            </a:r>
          </a:p>
          <a:p>
            <a:r>
              <a:t>Learners: Share a prior use of this skill; identify the quantity and unit.</a:t>
            </a:r>
          </a:p>
          <a:p>
            <a:r>
              <a:t>Materials/check: Notebook; calculator</a:t>
            </a:r>
          </a:p>
          <a:p>
            <a:r>
              <a:t>Source: 'Math Week 4'!A46:F46</a:t>
            </a:r>
          </a:p>
          <a:p/>
          <a:p>
            <a:r>
              <a:t>2:20 PM–2:25 PM | 2 Recall | 5 min</a:t>
            </a:r>
          </a:p>
          <a:p>
            <a:r>
              <a:t>Instructor: Ask how many equal gaps lie between nine marked points. Review the difference between a piece and a saw cut.</a:t>
            </a:r>
          </a:p>
          <a:p>
            <a:r>
              <a:t>Learners: Attempt the short retrieval task independently; explain the method before seeing answers.</a:t>
            </a:r>
          </a:p>
          <a:p>
            <a:r>
              <a:t>Materials/check: Identify support needs</a:t>
            </a:r>
          </a:p>
          <a:p>
            <a:r>
              <a:t>Source: 'Math Week 4'!A47:F47</a:t>
            </a:r>
          </a:p>
          <a:p/>
          <a:p>
            <a:r>
              <a:t>2:25 PM–2:40 PM | 3 Teach | 15 min</a:t>
            </a:r>
          </a:p>
          <a:p>
            <a:r>
              <a:t>Instructor: Model Exercise Book 4B Q1 including all three kerfs. Demonstrate reciprocal division using a centre-line or shim example.</a:t>
            </a:r>
          </a:p>
          <a:p>
            <a:r>
              <a:t>Learners: Annotate a worked example; predict the next step and ask questions.</a:t>
            </a:r>
          </a:p>
          <a:p>
            <a:r>
              <a:t>Materials/check: Textbook; worked example</a:t>
            </a:r>
          </a:p>
          <a:p>
            <a:r>
              <a:t>Source: 'Math Week 4'!A48:F48</a:t>
            </a:r>
          </a:p>
          <a:p/>
          <a:p>
            <a:r>
              <a:t>2:40 PM–2:55 PM | 4 Together | 15 min</a:t>
            </a:r>
          </a:p>
          <a:p>
            <a:r>
              <a:t>Instructor: Solve Exercise Book 4B Q4–5 together. Draw the equal spaces for Q6 before forming the equation.</a:t>
            </a:r>
          </a:p>
          <a:p>
            <a:r>
              <a:t>Learners: Work in pairs; alternate calculator operator and checker. Show units and an estimated answer.</a:t>
            </a:r>
          </a:p>
          <a:p>
            <a:r>
              <a:t>Materials/check: Exercise Book; tool above</a:t>
            </a:r>
          </a:p>
          <a:p>
            <a:r>
              <a:t>Source: 'Math Week 4'!A49:F49</a:t>
            </a:r>
          </a:p>
          <a:p/>
          <a:p>
            <a:r>
              <a:t>2:55 PM–3:15 PM | 5 Practise | 20 min</a:t>
            </a:r>
          </a:p>
          <a:p>
            <a:r>
              <a:t>Instructor: Solve Exercise Book 4A Q16–17, 4B Q6–7 and 4C Q5 as time permits. Explain why complete pieces round down; use only the kerf given in the question.</a:t>
            </a:r>
          </a:p>
          <a:p>
            <a:r>
              <a:t>Learners: Solve on paper first; use the tool to check; correct one error with a written reason.</a:t>
            </a:r>
          </a:p>
          <a:p>
            <a:r>
              <a:t>Materials/check: Paper first; tool second</a:t>
            </a:r>
          </a:p>
          <a:p>
            <a:r>
              <a:t>Source: 'Math Week 4'!A50:F50</a:t>
            </a:r>
          </a:p>
          <a:p/>
          <a:p>
            <a:r>
              <a:t>3:15 PM–3:25 PM | 6 Check | 10 min</a:t>
            </a:r>
          </a:p>
          <a:p>
            <a:r>
              <a:t>Instructor: Exercise Book 4B Q5 and Q7; show centre line, complete pieces and offcut.</a:t>
            </a:r>
          </a:p>
          <a:p>
            <a:r>
              <a:t>Learners: Solve without displayed answers; include working, units and the requested rounding.</a:t>
            </a:r>
          </a:p>
          <a:p>
            <a:r>
              <a:t>Materials/check: Teacher answers below</a:t>
            </a:r>
          </a:p>
          <a:p>
            <a:r>
              <a:t>Source: 'Math Week 4'!A51:F51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4'!A52:F52</a:t>
            </a:r>
          </a:p>
          <a:p/>
          <a:p>
            <a:r>
              <a:t>INSTRUCTOR ONLY: REVEAL ASSESSMENT ANSWERS AFTER THE ATTEMPT</a:t>
            </a:r>
          </a:p>
          <a:p>
            <a:r>
              <a:t>4B Q5 = 7 13/16 in; Q7 = 15 spacers, 2 1/2 in offcut. Answer Key p.13. Answer Key pp.13–14</a:t>
            </a:r>
          </a:p>
          <a:p/>
          <a:p>
            <a:r>
              <a:t>Bridge fractional inches to decimals; retain exact fractions until the required rounding step.</a:t>
            </a:r>
          </a:p>
          <a:p/>
          <a:p>
            <a:r>
              <a:t>Sources: 'Math Week 4'!A11:E11; 'Carpentry Schedule'!B39; 'Math Week 4'!A40</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p.67 • Saw cuts in fractions — Count the stated kerfs</a:t>
            </a:r>
          </a:p>
          <a:p>
            <a:r>
              <a:t>Exact PDF/printed page: 67. Excerpt reproduced from the supplied ACCESS Textbook.</a:t>
            </a:r>
          </a:p>
          <a:p>
            <a:r>
              <a:t>Point to the separate terms for pieces, kerfs and remaining stock.</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W04-L02 | 2026-11-16 | 2:15 PM–3:30 PM | 75 minutes</a:t>
            </a:r>
          </a:p>
          <a:p>
            <a:r>
              <a:t>Fraction cut lists, centre lines and kerf</a:t>
            </a:r>
          </a:p>
          <a:p>
            <a:r>
              <a:t>Mode: Math</a:t>
            </a:r>
          </a:p>
          <a:p>
            <a:r>
              <a:t>Goal: Use multiplication and division of fractions to find repeated cuts, centres and offcuts including stated kerf.</a:t>
            </a:r>
          </a:p>
          <a:p>
            <a:r>
              <a:t>Read: Textbook sections 4.7 pp.67–70; fraction worksheets pp.71–74</a:t>
            </a:r>
          </a:p>
          <a:p>
            <a:r>
              <a:t>Practise: Exercise Book 4A Q16–17 (p.26); 4B Q1,4–7 (pp.27–28); 4C Q5 (p.30)</a:t>
            </a:r>
          </a:p>
          <a:p>
            <a:r>
              <a:t>Tool: Shape Canvas: model repeated rectangular pieces in in units; add text labels for stock and kerf. Check paper answers with the Numeracy Hub Calculator.</a:t>
            </a:r>
          </a:p>
          <a:p/>
          <a:p>
            <a:r>
              <a:t>EXACT SCHEDULED STEPS</a:t>
            </a:r>
          </a:p>
          <a:p>
            <a:r>
              <a:t>2:15 PM–2:20 PM | 1 Start | 5 min</a:t>
            </a:r>
          </a:p>
          <a:p>
            <a:r>
              <a:t>Instructor: Connect fractions in cut lists, centres and kerf to reading a carpentry drawing or preparing a cut list. State the objective.</a:t>
            </a:r>
          </a:p>
          <a:p>
            <a:r>
              <a:t>Learners: Share a prior use of this skill; identify the quantity and unit.</a:t>
            </a:r>
          </a:p>
          <a:p>
            <a:r>
              <a:t>Materials/check: Notebook; calculator</a:t>
            </a:r>
          </a:p>
          <a:p>
            <a:r>
              <a:t>Source: 'Math Week 4'!A46:F46</a:t>
            </a:r>
          </a:p>
          <a:p/>
          <a:p>
            <a:r>
              <a:t>2:20 PM–2:25 PM | 2 Recall | 5 min</a:t>
            </a:r>
          </a:p>
          <a:p>
            <a:r>
              <a:t>Instructor: Ask how many equal gaps lie between nine marked points. Review the difference between a piece and a saw cut.</a:t>
            </a:r>
          </a:p>
          <a:p>
            <a:r>
              <a:t>Learners: Attempt the short retrieval task independently; explain the method before seeing answers.</a:t>
            </a:r>
          </a:p>
          <a:p>
            <a:r>
              <a:t>Materials/check: Identify support needs</a:t>
            </a:r>
          </a:p>
          <a:p>
            <a:r>
              <a:t>Source: 'Math Week 4'!A47:F47</a:t>
            </a:r>
          </a:p>
          <a:p/>
          <a:p>
            <a:r>
              <a:t>2:25 PM–2:40 PM | 3 Teach | 15 min</a:t>
            </a:r>
          </a:p>
          <a:p>
            <a:r>
              <a:t>Instructor: Model Exercise Book 4B Q1 including all three kerfs. Demonstrate reciprocal division using a centre-line or shim example.</a:t>
            </a:r>
          </a:p>
          <a:p>
            <a:r>
              <a:t>Learners: Annotate a worked example; predict the next step and ask questions.</a:t>
            </a:r>
          </a:p>
          <a:p>
            <a:r>
              <a:t>Materials/check: Textbook; worked example</a:t>
            </a:r>
          </a:p>
          <a:p>
            <a:r>
              <a:t>Source: 'Math Week 4'!A48:F48</a:t>
            </a:r>
          </a:p>
          <a:p/>
          <a:p>
            <a:r>
              <a:t>2:40 PM–2:55 PM | 4 Together | 15 min</a:t>
            </a:r>
          </a:p>
          <a:p>
            <a:r>
              <a:t>Instructor: Solve Exercise Book 4B Q4–5 together. Draw the equal spaces for Q6 before forming the equation.</a:t>
            </a:r>
          </a:p>
          <a:p>
            <a:r>
              <a:t>Learners: Work in pairs; alternate calculator operator and checker. Show units and an estimated answer.</a:t>
            </a:r>
          </a:p>
          <a:p>
            <a:r>
              <a:t>Materials/check: Exercise Book; tool above</a:t>
            </a:r>
          </a:p>
          <a:p>
            <a:r>
              <a:t>Source: 'Math Week 4'!A49:F49</a:t>
            </a:r>
          </a:p>
          <a:p/>
          <a:p>
            <a:r>
              <a:t>2:55 PM–3:15 PM | 5 Practise | 20 min</a:t>
            </a:r>
          </a:p>
          <a:p>
            <a:r>
              <a:t>Instructor: Solve Exercise Book 4A Q16–17, 4B Q6–7 and 4C Q5 as time permits. Explain why complete pieces round down; use only the kerf given in the question.</a:t>
            </a:r>
          </a:p>
          <a:p>
            <a:r>
              <a:t>Learners: Solve on paper first; use the tool to check; correct one error with a written reason.</a:t>
            </a:r>
          </a:p>
          <a:p>
            <a:r>
              <a:t>Materials/check: Paper first; tool second</a:t>
            </a:r>
          </a:p>
          <a:p>
            <a:r>
              <a:t>Source: 'Math Week 4'!A50:F50</a:t>
            </a:r>
          </a:p>
          <a:p/>
          <a:p>
            <a:r>
              <a:t>3:15 PM–3:25 PM | 6 Check | 10 min</a:t>
            </a:r>
          </a:p>
          <a:p>
            <a:r>
              <a:t>Instructor: Exercise Book 4B Q5 and Q7; show centre line, complete pieces and offcut.</a:t>
            </a:r>
          </a:p>
          <a:p>
            <a:r>
              <a:t>Learners: Solve without displayed answers; include working, units and the requested rounding.</a:t>
            </a:r>
          </a:p>
          <a:p>
            <a:r>
              <a:t>Materials/check: Teacher answers below</a:t>
            </a:r>
          </a:p>
          <a:p>
            <a:r>
              <a:t>Source: 'Math Week 4'!A51:F51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4'!A52:F52</a:t>
            </a:r>
          </a:p>
          <a:p/>
          <a:p>
            <a:r>
              <a:t>INSTRUCTOR ONLY: REVEAL ASSESSMENT ANSWERS AFTER THE ATTEMPT</a:t>
            </a:r>
          </a:p>
          <a:p>
            <a:r>
              <a:t>4B Q5 = 7 13/16 in; Q7 = 15 spacers, 2 1/2 in offcut. Answer Key p.13. Answer Key pp.13–14</a:t>
            </a:r>
          </a:p>
          <a:p/>
          <a:p>
            <a:r>
              <a:t>Bridge fractional inches to decimals; retain exact fractions until the required rounding step.</a:t>
            </a:r>
          </a:p>
          <a:p/>
          <a:p>
            <a:r>
              <a:t>Sources: 'Math Week 4'!A11:E11; 'Carpentry Schedule'!B39; 'Math Week 4'!A40</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p.67 • Example 4.11 — Pieces, kerf and offcut</a:t>
            </a:r>
          </a:p>
          <a:p>
            <a:r>
              <a:t>Exact PDF/printed page: 67. Excerpt reproduced from the supplied ACCESS Textbook.</a:t>
            </a:r>
          </a:p>
          <a:p>
            <a:r>
              <a:t>Point to the separate terms for pieces, kerfs and remaining stock.</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W04-L02 | 2026-11-16 | 2:15 PM–3:30 PM | 75 minutes</a:t>
            </a:r>
          </a:p>
          <a:p>
            <a:r>
              <a:t>Fraction cut lists, centre lines and kerf</a:t>
            </a:r>
          </a:p>
          <a:p>
            <a:r>
              <a:t>Mode: Math</a:t>
            </a:r>
          </a:p>
          <a:p>
            <a:r>
              <a:t>Goal: Use multiplication and division of fractions to find repeated cuts, centres and offcuts including stated kerf.</a:t>
            </a:r>
          </a:p>
          <a:p>
            <a:r>
              <a:t>Read: Textbook sections 4.7 pp.67–70; fraction worksheets pp.71–74</a:t>
            </a:r>
          </a:p>
          <a:p>
            <a:r>
              <a:t>Practise: Exercise Book 4A Q16–17 (p.26); 4B Q1,4–7 (pp.27–28); 4C Q5 (p.30)</a:t>
            </a:r>
          </a:p>
          <a:p>
            <a:r>
              <a:t>Tool: Shape Canvas: model repeated rectangular pieces in in units; add text labels for stock and kerf. Check paper answers with the Numeracy Hub Calculator.</a:t>
            </a:r>
          </a:p>
          <a:p/>
          <a:p>
            <a:r>
              <a:t>EXACT SCHEDULED STEPS</a:t>
            </a:r>
          </a:p>
          <a:p>
            <a:r>
              <a:t>2:15 PM–2:20 PM | 1 Start | 5 min</a:t>
            </a:r>
          </a:p>
          <a:p>
            <a:r>
              <a:t>Instructor: Connect fractions in cut lists, centres and kerf to reading a carpentry drawing or preparing a cut list. State the objective.</a:t>
            </a:r>
          </a:p>
          <a:p>
            <a:r>
              <a:t>Learners: Share a prior use of this skill; identify the quantity and unit.</a:t>
            </a:r>
          </a:p>
          <a:p>
            <a:r>
              <a:t>Materials/check: Notebook; calculator</a:t>
            </a:r>
          </a:p>
          <a:p>
            <a:r>
              <a:t>Source: 'Math Week 4'!A46:F46</a:t>
            </a:r>
          </a:p>
          <a:p/>
          <a:p>
            <a:r>
              <a:t>2:20 PM–2:25 PM | 2 Recall | 5 min</a:t>
            </a:r>
          </a:p>
          <a:p>
            <a:r>
              <a:t>Instructor: Ask how many equal gaps lie between nine marked points. Review the difference between a piece and a saw cut.</a:t>
            </a:r>
          </a:p>
          <a:p>
            <a:r>
              <a:t>Learners: Attempt the short retrieval task independently; explain the method before seeing answers.</a:t>
            </a:r>
          </a:p>
          <a:p>
            <a:r>
              <a:t>Materials/check: Identify support needs</a:t>
            </a:r>
          </a:p>
          <a:p>
            <a:r>
              <a:t>Source: 'Math Week 4'!A47:F47</a:t>
            </a:r>
          </a:p>
          <a:p/>
          <a:p>
            <a:r>
              <a:t>2:25 PM–2:40 PM | 3 Teach | 15 min</a:t>
            </a:r>
          </a:p>
          <a:p>
            <a:r>
              <a:t>Instructor: Model Exercise Book 4B Q1 including all three kerfs. Demonstrate reciprocal division using a centre-line or shim example.</a:t>
            </a:r>
          </a:p>
          <a:p>
            <a:r>
              <a:t>Learners: Annotate a worked example; predict the next step and ask questions.</a:t>
            </a:r>
          </a:p>
          <a:p>
            <a:r>
              <a:t>Materials/check: Textbook; worked example</a:t>
            </a:r>
          </a:p>
          <a:p>
            <a:r>
              <a:t>Source: 'Math Week 4'!A48:F48</a:t>
            </a:r>
          </a:p>
          <a:p/>
          <a:p>
            <a:r>
              <a:t>2:40 PM–2:55 PM | 4 Together | 15 min</a:t>
            </a:r>
          </a:p>
          <a:p>
            <a:r>
              <a:t>Instructor: Solve Exercise Book 4B Q4–5 together. Draw the equal spaces for Q6 before forming the equation.</a:t>
            </a:r>
          </a:p>
          <a:p>
            <a:r>
              <a:t>Learners: Work in pairs; alternate calculator operator and checker. Show units and an estimated answer.</a:t>
            </a:r>
          </a:p>
          <a:p>
            <a:r>
              <a:t>Materials/check: Exercise Book; tool above</a:t>
            </a:r>
          </a:p>
          <a:p>
            <a:r>
              <a:t>Source: 'Math Week 4'!A49:F49</a:t>
            </a:r>
          </a:p>
          <a:p/>
          <a:p>
            <a:r>
              <a:t>2:55 PM–3:15 PM | 5 Practise | 20 min</a:t>
            </a:r>
          </a:p>
          <a:p>
            <a:r>
              <a:t>Instructor: Solve Exercise Book 4A Q16–17, 4B Q6–7 and 4C Q5 as time permits. Explain why complete pieces round down; use only the kerf given in the question.</a:t>
            </a:r>
          </a:p>
          <a:p>
            <a:r>
              <a:t>Learners: Solve on paper first; use the tool to check; correct one error with a written reason.</a:t>
            </a:r>
          </a:p>
          <a:p>
            <a:r>
              <a:t>Materials/check: Paper first; tool second</a:t>
            </a:r>
          </a:p>
          <a:p>
            <a:r>
              <a:t>Source: 'Math Week 4'!A50:F50</a:t>
            </a:r>
          </a:p>
          <a:p/>
          <a:p>
            <a:r>
              <a:t>3:15 PM–3:25 PM | 6 Check | 10 min</a:t>
            </a:r>
          </a:p>
          <a:p>
            <a:r>
              <a:t>Instructor: Exercise Book 4B Q5 and Q7; show centre line, complete pieces and offcut.</a:t>
            </a:r>
          </a:p>
          <a:p>
            <a:r>
              <a:t>Learners: Solve without displayed answers; include working, units and the requested rounding.</a:t>
            </a:r>
          </a:p>
          <a:p>
            <a:r>
              <a:t>Materials/check: Teacher answers below</a:t>
            </a:r>
          </a:p>
          <a:p>
            <a:r>
              <a:t>Source: 'Math Week 4'!A51:F51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4'!A52:F52</a:t>
            </a:r>
          </a:p>
          <a:p/>
          <a:p>
            <a:r>
              <a:t>INSTRUCTOR ONLY: REVEAL ASSESSMENT ANSWERS AFTER THE ATTEMPT</a:t>
            </a:r>
          </a:p>
          <a:p>
            <a:r>
              <a:t>4B Q5 = 7 13/16 in; Q7 = 15 spacers, 2 1/2 in offcut. Answer Key p.13. Answer Key pp.13–14</a:t>
            </a:r>
          </a:p>
          <a:p/>
          <a:p>
            <a:r>
              <a:t>Bridge fractional inches to decimals; retain exact fractions until the required rounding step.</a:t>
            </a:r>
          </a:p>
          <a:p/>
          <a:p>
            <a:r>
              <a:t>Sources: 'Math Week 4'!A11:E11; 'Carpentry Schedule'!B39; 'Math Week 4'!A40</a:t>
            </a:r>
          </a:p>
          <a:p>
            <a:r>
              <a:t>Navigation/resource slides support these scheduled steps and do not add instructional time.</a:t>
            </a:r>
          </a:p>
          <a:p>
            <a:r>
              <a:t>SLIDE PLACEMENT: Teach, 2:25 PM–2:40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W04-L02 | 2026-11-16 | 2:15 PM–3:30 PM | 75 minutes</a:t>
            </a:r>
          </a:p>
          <a:p>
            <a:r>
              <a:t>Fraction cut lists, centre lines and kerf</a:t>
            </a:r>
          </a:p>
          <a:p>
            <a:r>
              <a:t>Mode: Math</a:t>
            </a:r>
          </a:p>
          <a:p>
            <a:r>
              <a:t>Goal: Use multiplication and division of fractions to find repeated cuts, centres and offcuts including stated kerf.</a:t>
            </a:r>
          </a:p>
          <a:p>
            <a:r>
              <a:t>Read: Textbook sections 4.7 pp.67–70; fraction worksheets pp.71–74</a:t>
            </a:r>
          </a:p>
          <a:p>
            <a:r>
              <a:t>Practise: Exercise Book 4A Q16–17 (p.26); 4B Q1,4–7 (pp.27–28); 4C Q5 (p.30)</a:t>
            </a:r>
          </a:p>
          <a:p>
            <a:r>
              <a:t>Tool: Shape Canvas: model repeated rectangular pieces in in units; add text labels for stock and kerf. Check paper answers with the Numeracy Hub Calculator.</a:t>
            </a:r>
          </a:p>
          <a:p/>
          <a:p>
            <a:r>
              <a:t>EXACT SCHEDULED STEPS</a:t>
            </a:r>
          </a:p>
          <a:p>
            <a:r>
              <a:t>2:15 PM–2:20 PM | 1 Start | 5 min</a:t>
            </a:r>
          </a:p>
          <a:p>
            <a:r>
              <a:t>Instructor: Connect fractions in cut lists, centres and kerf to reading a carpentry drawing or preparing a cut list. State the objective.</a:t>
            </a:r>
          </a:p>
          <a:p>
            <a:r>
              <a:t>Learners: Share a prior use of this skill; identify the quantity and unit.</a:t>
            </a:r>
          </a:p>
          <a:p>
            <a:r>
              <a:t>Materials/check: Notebook; calculator</a:t>
            </a:r>
          </a:p>
          <a:p>
            <a:r>
              <a:t>Source: 'Math Week 4'!A46:F46</a:t>
            </a:r>
          </a:p>
          <a:p/>
          <a:p>
            <a:r>
              <a:t>2:20 PM–2:25 PM | 2 Recall | 5 min</a:t>
            </a:r>
          </a:p>
          <a:p>
            <a:r>
              <a:t>Instructor: Ask how many equal gaps lie between nine marked points. Review the difference between a piece and a saw cut.</a:t>
            </a:r>
          </a:p>
          <a:p>
            <a:r>
              <a:t>Learners: Attempt the short retrieval task independently; explain the method before seeing answers.</a:t>
            </a:r>
          </a:p>
          <a:p>
            <a:r>
              <a:t>Materials/check: Identify support needs</a:t>
            </a:r>
          </a:p>
          <a:p>
            <a:r>
              <a:t>Source: 'Math Week 4'!A47:F47</a:t>
            </a:r>
          </a:p>
          <a:p/>
          <a:p>
            <a:r>
              <a:t>2:25 PM–2:40 PM | 3 Teach | 15 min</a:t>
            </a:r>
          </a:p>
          <a:p>
            <a:r>
              <a:t>Instructor: Model Exercise Book 4B Q1 including all three kerfs. Demonstrate reciprocal division using a centre-line or shim example.</a:t>
            </a:r>
          </a:p>
          <a:p>
            <a:r>
              <a:t>Learners: Annotate a worked example; predict the next step and ask questions.</a:t>
            </a:r>
          </a:p>
          <a:p>
            <a:r>
              <a:t>Materials/check: Textbook; worked example</a:t>
            </a:r>
          </a:p>
          <a:p>
            <a:r>
              <a:t>Source: 'Math Week 4'!A48:F48</a:t>
            </a:r>
          </a:p>
          <a:p/>
          <a:p>
            <a:r>
              <a:t>2:40 PM–2:55 PM | 4 Together | 15 min</a:t>
            </a:r>
          </a:p>
          <a:p>
            <a:r>
              <a:t>Instructor: Solve Exercise Book 4B Q4–5 together. Draw the equal spaces for Q6 before forming the equation.</a:t>
            </a:r>
          </a:p>
          <a:p>
            <a:r>
              <a:t>Learners: Work in pairs; alternate calculator operator and checker. Show units and an estimated answer.</a:t>
            </a:r>
          </a:p>
          <a:p>
            <a:r>
              <a:t>Materials/check: Exercise Book; tool above</a:t>
            </a:r>
          </a:p>
          <a:p>
            <a:r>
              <a:t>Source: 'Math Week 4'!A49:F49</a:t>
            </a:r>
          </a:p>
          <a:p/>
          <a:p>
            <a:r>
              <a:t>2:55 PM–3:15 PM | 5 Practise | 20 min</a:t>
            </a:r>
          </a:p>
          <a:p>
            <a:r>
              <a:t>Instructor: Solve Exercise Book 4A Q16–17, 4B Q6–7 and 4C Q5 as time permits. Explain why complete pieces round down; use only the kerf given in the question.</a:t>
            </a:r>
          </a:p>
          <a:p>
            <a:r>
              <a:t>Learners: Solve on paper first; use the tool to check; correct one error with a written reason.</a:t>
            </a:r>
          </a:p>
          <a:p>
            <a:r>
              <a:t>Materials/check: Paper first; tool second</a:t>
            </a:r>
          </a:p>
          <a:p>
            <a:r>
              <a:t>Source: 'Math Week 4'!A50:F50</a:t>
            </a:r>
          </a:p>
          <a:p/>
          <a:p>
            <a:r>
              <a:t>3:15 PM–3:25 PM | 6 Check | 10 min</a:t>
            </a:r>
          </a:p>
          <a:p>
            <a:r>
              <a:t>Instructor: Exercise Book 4B Q5 and Q7; show centre line, complete pieces and offcut.</a:t>
            </a:r>
          </a:p>
          <a:p>
            <a:r>
              <a:t>Learners: Solve without displayed answers; include working, units and the requested rounding.</a:t>
            </a:r>
          </a:p>
          <a:p>
            <a:r>
              <a:t>Materials/check: Teacher answers below</a:t>
            </a:r>
          </a:p>
          <a:p>
            <a:r>
              <a:t>Source: 'Math Week 4'!A51:F51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4'!A52:F52</a:t>
            </a:r>
          </a:p>
          <a:p/>
          <a:p>
            <a:r>
              <a:t>INSTRUCTOR ONLY: REVEAL ASSESSMENT ANSWERS AFTER THE ATTEMPT</a:t>
            </a:r>
          </a:p>
          <a:p>
            <a:r>
              <a:t>4B Q5 = 7 13/16 in; Q7 = 15 spacers, 2 1/2 in offcut. Answer Key p.13. Answer Key pp.13–14</a:t>
            </a:r>
          </a:p>
          <a:p/>
          <a:p>
            <a:r>
              <a:t>Bridge fractional inches to decimals; retain exact fractions until the required rounding step.</a:t>
            </a:r>
          </a:p>
          <a:p/>
          <a:p>
            <a:r>
              <a:t>Sources: 'Math Week 4'!A11:E11; 'Carpentry Schedule'!B39; 'Math Week 4'!A40</a:t>
            </a:r>
          </a:p>
          <a:p>
            <a:r>
              <a:t>Navigation/resource slides support these scheduled steps and do not add instructional time.</a:t>
            </a:r>
          </a:p>
          <a:p>
            <a:r>
              <a:t>SLIDE PLACEMENT: Together, 2:40 PM–2:55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W04-L02 | 2026-11-16 | 2:15 PM–3:30 PM | 75 minutes</a:t>
            </a:r>
          </a:p>
          <a:p>
            <a:r>
              <a:t>Fraction cut lists, centre lines and kerf</a:t>
            </a:r>
          </a:p>
          <a:p>
            <a:r>
              <a:t>Mode: Math</a:t>
            </a:r>
          </a:p>
          <a:p>
            <a:r>
              <a:t>Goal: Use multiplication and division of fractions to find repeated cuts, centres and offcuts including stated kerf.</a:t>
            </a:r>
          </a:p>
          <a:p>
            <a:r>
              <a:t>Read: Textbook sections 4.7 pp.67–70; fraction worksheets pp.71–74</a:t>
            </a:r>
          </a:p>
          <a:p>
            <a:r>
              <a:t>Practise: Exercise Book 4A Q16–17 (p.26); 4B Q1,4–7 (pp.27–28); 4C Q5 (p.30)</a:t>
            </a:r>
          </a:p>
          <a:p>
            <a:r>
              <a:t>Tool: Shape Canvas: model repeated rectangular pieces in in units; add text labels for stock and kerf. Check paper answers with the Numeracy Hub Calculator.</a:t>
            </a:r>
          </a:p>
          <a:p/>
          <a:p>
            <a:r>
              <a:t>EXACT SCHEDULED STEPS</a:t>
            </a:r>
          </a:p>
          <a:p>
            <a:r>
              <a:t>2:15 PM–2:20 PM | 1 Start | 5 min</a:t>
            </a:r>
          </a:p>
          <a:p>
            <a:r>
              <a:t>Instructor: Connect fractions in cut lists, centres and kerf to reading a carpentry drawing or preparing a cut list. State the objective.</a:t>
            </a:r>
          </a:p>
          <a:p>
            <a:r>
              <a:t>Learners: Share a prior use of this skill; identify the quantity and unit.</a:t>
            </a:r>
          </a:p>
          <a:p>
            <a:r>
              <a:t>Materials/check: Notebook; calculator</a:t>
            </a:r>
          </a:p>
          <a:p>
            <a:r>
              <a:t>Source: 'Math Week 4'!A46:F46</a:t>
            </a:r>
          </a:p>
          <a:p/>
          <a:p>
            <a:r>
              <a:t>2:20 PM–2:25 PM | 2 Recall | 5 min</a:t>
            </a:r>
          </a:p>
          <a:p>
            <a:r>
              <a:t>Instructor: Ask how many equal gaps lie between nine marked points. Review the difference between a piece and a saw cut.</a:t>
            </a:r>
          </a:p>
          <a:p>
            <a:r>
              <a:t>Learners: Attempt the short retrieval task independently; explain the method before seeing answers.</a:t>
            </a:r>
          </a:p>
          <a:p>
            <a:r>
              <a:t>Materials/check: Identify support needs</a:t>
            </a:r>
          </a:p>
          <a:p>
            <a:r>
              <a:t>Source: 'Math Week 4'!A47:F47</a:t>
            </a:r>
          </a:p>
          <a:p/>
          <a:p>
            <a:r>
              <a:t>2:25 PM–2:40 PM | 3 Teach | 15 min</a:t>
            </a:r>
          </a:p>
          <a:p>
            <a:r>
              <a:t>Instructor: Model Exercise Book 4B Q1 including all three kerfs. Demonstrate reciprocal division using a centre-line or shim example.</a:t>
            </a:r>
          </a:p>
          <a:p>
            <a:r>
              <a:t>Learners: Annotate a worked example; predict the next step and ask questions.</a:t>
            </a:r>
          </a:p>
          <a:p>
            <a:r>
              <a:t>Materials/check: Textbook; worked example</a:t>
            </a:r>
          </a:p>
          <a:p>
            <a:r>
              <a:t>Source: 'Math Week 4'!A48:F48</a:t>
            </a:r>
          </a:p>
          <a:p/>
          <a:p>
            <a:r>
              <a:t>2:40 PM–2:55 PM | 4 Together | 15 min</a:t>
            </a:r>
          </a:p>
          <a:p>
            <a:r>
              <a:t>Instructor: Solve Exercise Book 4B Q4–5 together. Draw the equal spaces for Q6 before forming the equation.</a:t>
            </a:r>
          </a:p>
          <a:p>
            <a:r>
              <a:t>Learners: Work in pairs; alternate calculator operator and checker. Show units and an estimated answer.</a:t>
            </a:r>
          </a:p>
          <a:p>
            <a:r>
              <a:t>Materials/check: Exercise Book; tool above</a:t>
            </a:r>
          </a:p>
          <a:p>
            <a:r>
              <a:t>Source: 'Math Week 4'!A49:F49</a:t>
            </a:r>
          </a:p>
          <a:p/>
          <a:p>
            <a:r>
              <a:t>2:55 PM–3:15 PM | 5 Practise | 20 min</a:t>
            </a:r>
          </a:p>
          <a:p>
            <a:r>
              <a:t>Instructor: Solve Exercise Book 4A Q16–17, 4B Q6–7 and 4C Q5 as time permits. Explain why complete pieces round down; use only the kerf given in the question.</a:t>
            </a:r>
          </a:p>
          <a:p>
            <a:r>
              <a:t>Learners: Solve on paper first; use the tool to check; correct one error with a written reason.</a:t>
            </a:r>
          </a:p>
          <a:p>
            <a:r>
              <a:t>Materials/check: Paper first; tool second</a:t>
            </a:r>
          </a:p>
          <a:p>
            <a:r>
              <a:t>Source: 'Math Week 4'!A50:F50</a:t>
            </a:r>
          </a:p>
          <a:p/>
          <a:p>
            <a:r>
              <a:t>3:15 PM–3:25 PM | 6 Check | 10 min</a:t>
            </a:r>
          </a:p>
          <a:p>
            <a:r>
              <a:t>Instructor: Exercise Book 4B Q5 and Q7; show centre line, complete pieces and offcut.</a:t>
            </a:r>
          </a:p>
          <a:p>
            <a:r>
              <a:t>Learners: Solve without displayed answers; include working, units and the requested rounding.</a:t>
            </a:r>
          </a:p>
          <a:p>
            <a:r>
              <a:t>Materials/check: Teacher answers below</a:t>
            </a:r>
          </a:p>
          <a:p>
            <a:r>
              <a:t>Source: 'Math Week 4'!A51:F51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4'!A52:F52</a:t>
            </a:r>
          </a:p>
          <a:p/>
          <a:p>
            <a:r>
              <a:t>INSTRUCTOR ONLY: REVEAL ASSESSMENT ANSWERS AFTER THE ATTEMPT</a:t>
            </a:r>
          </a:p>
          <a:p>
            <a:r>
              <a:t>4B Q5 = 7 13/16 in; Q7 = 15 spacers, 2 1/2 in offcut. Answer Key p.13. Answer Key pp.13–14</a:t>
            </a:r>
          </a:p>
          <a:p/>
          <a:p>
            <a:r>
              <a:t>Bridge fractional inches to decimals; retain exact fractions until the required rounding step.</a:t>
            </a:r>
          </a:p>
          <a:p/>
          <a:p>
            <a:r>
              <a:t>Sources: 'Math Week 4'!A11:E11; 'Carpentry Schedule'!B39; 'Math Week 4'!A40</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4B-Q4</a:t>
            </a:r>
          </a:p>
          <a:p>
            <a:r>
              <a:t>Exact question: A millwright needs to fill a  3/16 in gap with  1/32 in shims. How many shims does it take?</a:t>
            </a:r>
          </a:p>
          <a:p>
            <a:r>
              <a:t>Instructor answer: 6 shims</a:t>
            </a:r>
          </a:p>
          <a:p>
            <a:r>
              <a:t>Working: 3/16 ÷  1/32 =  3/16 ×  32/1 = 6</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W04-L02 | 2026-11-16 | 2:15 PM–3:30 PM | 75 minutes</a:t>
            </a:r>
          </a:p>
          <a:p>
            <a:r>
              <a:t>Fraction cut lists, centre lines and kerf</a:t>
            </a:r>
          </a:p>
          <a:p>
            <a:r>
              <a:t>Mode: Math</a:t>
            </a:r>
          </a:p>
          <a:p>
            <a:r>
              <a:t>Goal: Use multiplication and division of fractions to find repeated cuts, centres and offcuts including stated kerf.</a:t>
            </a:r>
          </a:p>
          <a:p>
            <a:r>
              <a:t>Read: Textbook sections 4.7 pp.67–70; fraction worksheets pp.71–74</a:t>
            </a:r>
          </a:p>
          <a:p>
            <a:r>
              <a:t>Practise: Exercise Book 4A Q16–17 (p.26); 4B Q1,4–7 (pp.27–28); 4C Q5 (p.30)</a:t>
            </a:r>
          </a:p>
          <a:p>
            <a:r>
              <a:t>Tool: Shape Canvas: model repeated rectangular pieces in in units; add text labels for stock and kerf. Check paper answers with the Numeracy Hub Calculator.</a:t>
            </a:r>
          </a:p>
          <a:p/>
          <a:p>
            <a:r>
              <a:t>EXACT SCHEDULED STEPS</a:t>
            </a:r>
          </a:p>
          <a:p>
            <a:r>
              <a:t>2:15 PM–2:20 PM | 1 Start | 5 min</a:t>
            </a:r>
          </a:p>
          <a:p>
            <a:r>
              <a:t>Instructor: Connect fractions in cut lists, centres and kerf to reading a carpentry drawing or preparing a cut list. State the objective.</a:t>
            </a:r>
          </a:p>
          <a:p>
            <a:r>
              <a:t>Learners: Share a prior use of this skill; identify the quantity and unit.</a:t>
            </a:r>
          </a:p>
          <a:p>
            <a:r>
              <a:t>Materials/check: Notebook; calculator</a:t>
            </a:r>
          </a:p>
          <a:p>
            <a:r>
              <a:t>Source: 'Math Week 4'!A46:F46</a:t>
            </a:r>
          </a:p>
          <a:p/>
          <a:p>
            <a:r>
              <a:t>2:20 PM–2:25 PM | 2 Recall | 5 min</a:t>
            </a:r>
          </a:p>
          <a:p>
            <a:r>
              <a:t>Instructor: Ask how many equal gaps lie between nine marked points. Review the difference between a piece and a saw cut.</a:t>
            </a:r>
          </a:p>
          <a:p>
            <a:r>
              <a:t>Learners: Attempt the short retrieval task independently; explain the method before seeing answers.</a:t>
            </a:r>
          </a:p>
          <a:p>
            <a:r>
              <a:t>Materials/check: Identify support needs</a:t>
            </a:r>
          </a:p>
          <a:p>
            <a:r>
              <a:t>Source: 'Math Week 4'!A47:F47</a:t>
            </a:r>
          </a:p>
          <a:p/>
          <a:p>
            <a:r>
              <a:t>2:25 PM–2:40 PM | 3 Teach | 15 min</a:t>
            </a:r>
          </a:p>
          <a:p>
            <a:r>
              <a:t>Instructor: Model Exercise Book 4B Q1 including all three kerfs. Demonstrate reciprocal division using a centre-line or shim example.</a:t>
            </a:r>
          </a:p>
          <a:p>
            <a:r>
              <a:t>Learners: Annotate a worked example; predict the next step and ask questions.</a:t>
            </a:r>
          </a:p>
          <a:p>
            <a:r>
              <a:t>Materials/check: Textbook; worked example</a:t>
            </a:r>
          </a:p>
          <a:p>
            <a:r>
              <a:t>Source: 'Math Week 4'!A48:F48</a:t>
            </a:r>
          </a:p>
          <a:p/>
          <a:p>
            <a:r>
              <a:t>2:40 PM–2:55 PM | 4 Together | 15 min</a:t>
            </a:r>
          </a:p>
          <a:p>
            <a:r>
              <a:t>Instructor: Solve Exercise Book 4B Q4–5 together. Draw the equal spaces for Q6 before forming the equation.</a:t>
            </a:r>
          </a:p>
          <a:p>
            <a:r>
              <a:t>Learners: Work in pairs; alternate calculator operator and checker. Show units and an estimated answer.</a:t>
            </a:r>
          </a:p>
          <a:p>
            <a:r>
              <a:t>Materials/check: Exercise Book; tool above</a:t>
            </a:r>
          </a:p>
          <a:p>
            <a:r>
              <a:t>Source: 'Math Week 4'!A49:F49</a:t>
            </a:r>
          </a:p>
          <a:p/>
          <a:p>
            <a:r>
              <a:t>2:55 PM–3:15 PM | 5 Practise | 20 min</a:t>
            </a:r>
          </a:p>
          <a:p>
            <a:r>
              <a:t>Instructor: Solve Exercise Book 4A Q16–17, 4B Q6–7 and 4C Q5 as time permits. Explain why complete pieces round down; use only the kerf given in the question.</a:t>
            </a:r>
          </a:p>
          <a:p>
            <a:r>
              <a:t>Learners: Solve on paper first; use the tool to check; correct one error with a written reason.</a:t>
            </a:r>
          </a:p>
          <a:p>
            <a:r>
              <a:t>Materials/check: Paper first; tool second</a:t>
            </a:r>
          </a:p>
          <a:p>
            <a:r>
              <a:t>Source: 'Math Week 4'!A50:F50</a:t>
            </a:r>
          </a:p>
          <a:p/>
          <a:p>
            <a:r>
              <a:t>3:15 PM–3:25 PM | 6 Check | 10 min</a:t>
            </a:r>
          </a:p>
          <a:p>
            <a:r>
              <a:t>Instructor: Exercise Book 4B Q5 and Q7; show centre line, complete pieces and offcut.</a:t>
            </a:r>
          </a:p>
          <a:p>
            <a:r>
              <a:t>Learners: Solve without displayed answers; include working, units and the requested rounding.</a:t>
            </a:r>
          </a:p>
          <a:p>
            <a:r>
              <a:t>Materials/check: Teacher answers below</a:t>
            </a:r>
          </a:p>
          <a:p>
            <a:r>
              <a:t>Source: 'Math Week 4'!A51:F51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4'!A52:F52</a:t>
            </a:r>
          </a:p>
          <a:p/>
          <a:p>
            <a:r>
              <a:t>INSTRUCTOR ONLY: REVEAL ASSESSMENT ANSWERS AFTER THE ATTEMPT</a:t>
            </a:r>
          </a:p>
          <a:p>
            <a:r>
              <a:t>4B Q5 = 7 13/16 in; Q7 = 15 spacers, 2 1/2 in offcut. Answer Key p.13. Answer Key pp.13–14</a:t>
            </a:r>
          </a:p>
          <a:p/>
          <a:p>
            <a:r>
              <a:t>Bridge fractional inches to decimals; retain exact fractions until the required rounding step.</a:t>
            </a:r>
          </a:p>
          <a:p/>
          <a:p>
            <a:r>
              <a:t>Sources: 'Math Week 4'!A11:E11; 'Carpentry Schedule'!B39; 'Math Week 4'!A40</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4B-Q4</a:t>
            </a:r>
          </a:p>
          <a:p>
            <a:r>
              <a:t>Exact question: A millwright needs to fill a  3/16 in gap with  1/32 in shims. How many shims does it take?</a:t>
            </a:r>
          </a:p>
          <a:p>
            <a:r>
              <a:t>Instructor answer: 6 shims</a:t>
            </a:r>
          </a:p>
          <a:p>
            <a:r>
              <a:t>Working: 3/16 ÷  1/32 =  3/16 ×  32/1 = 6</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W04-L02 | 2026-11-16 | 2:15 PM–3:30 PM | 75 minutes</a:t>
            </a:r>
          </a:p>
          <a:p>
            <a:r>
              <a:t>Fraction cut lists, centre lines and kerf</a:t>
            </a:r>
          </a:p>
          <a:p>
            <a:r>
              <a:t>Mode: Math</a:t>
            </a:r>
          </a:p>
          <a:p>
            <a:r>
              <a:t>Goal: Use multiplication and division of fractions to find repeated cuts, centres and offcuts including stated kerf.</a:t>
            </a:r>
          </a:p>
          <a:p>
            <a:r>
              <a:t>Read: Textbook sections 4.7 pp.67–70; fraction worksheets pp.71–74</a:t>
            </a:r>
          </a:p>
          <a:p>
            <a:r>
              <a:t>Practise: Exercise Book 4A Q16–17 (p.26); 4B Q1,4–7 (pp.27–28); 4C Q5 (p.30)</a:t>
            </a:r>
          </a:p>
          <a:p>
            <a:r>
              <a:t>Tool: Shape Canvas: model repeated rectangular pieces in in units; add text labels for stock and kerf. Check paper answers with the Numeracy Hub Calculator.</a:t>
            </a:r>
          </a:p>
          <a:p/>
          <a:p>
            <a:r>
              <a:t>EXACT SCHEDULED STEPS</a:t>
            </a:r>
          </a:p>
          <a:p>
            <a:r>
              <a:t>2:15 PM–2:20 PM | 1 Start | 5 min</a:t>
            </a:r>
          </a:p>
          <a:p>
            <a:r>
              <a:t>Instructor: Connect fractions in cut lists, centres and kerf to reading a carpentry drawing or preparing a cut list. State the objective.</a:t>
            </a:r>
          </a:p>
          <a:p>
            <a:r>
              <a:t>Learners: Share a prior use of this skill; identify the quantity and unit.</a:t>
            </a:r>
          </a:p>
          <a:p>
            <a:r>
              <a:t>Materials/check: Notebook; calculator</a:t>
            </a:r>
          </a:p>
          <a:p>
            <a:r>
              <a:t>Source: 'Math Week 4'!A46:F46</a:t>
            </a:r>
          </a:p>
          <a:p/>
          <a:p>
            <a:r>
              <a:t>2:20 PM–2:25 PM | 2 Recall | 5 min</a:t>
            </a:r>
          </a:p>
          <a:p>
            <a:r>
              <a:t>Instructor: Ask how many equal gaps lie between nine marked points. Review the difference between a piece and a saw cut.</a:t>
            </a:r>
          </a:p>
          <a:p>
            <a:r>
              <a:t>Learners: Attempt the short retrieval task independently; explain the method before seeing answers.</a:t>
            </a:r>
          </a:p>
          <a:p>
            <a:r>
              <a:t>Materials/check: Identify support needs</a:t>
            </a:r>
          </a:p>
          <a:p>
            <a:r>
              <a:t>Source: 'Math Week 4'!A47:F47</a:t>
            </a:r>
          </a:p>
          <a:p/>
          <a:p>
            <a:r>
              <a:t>2:25 PM–2:40 PM | 3 Teach | 15 min</a:t>
            </a:r>
          </a:p>
          <a:p>
            <a:r>
              <a:t>Instructor: Model Exercise Book 4B Q1 including all three kerfs. Demonstrate reciprocal division using a centre-line or shim example.</a:t>
            </a:r>
          </a:p>
          <a:p>
            <a:r>
              <a:t>Learners: Annotate a worked example; predict the next step and ask questions.</a:t>
            </a:r>
          </a:p>
          <a:p>
            <a:r>
              <a:t>Materials/check: Textbook; worked example</a:t>
            </a:r>
          </a:p>
          <a:p>
            <a:r>
              <a:t>Source: 'Math Week 4'!A48:F48</a:t>
            </a:r>
          </a:p>
          <a:p/>
          <a:p>
            <a:r>
              <a:t>2:40 PM–2:55 PM | 4 Together | 15 min</a:t>
            </a:r>
          </a:p>
          <a:p>
            <a:r>
              <a:t>Instructor: Solve Exercise Book 4B Q4–5 together. Draw the equal spaces for Q6 before forming the equation.</a:t>
            </a:r>
          </a:p>
          <a:p>
            <a:r>
              <a:t>Learners: Work in pairs; alternate calculator operator and checker. Show units and an estimated answer.</a:t>
            </a:r>
          </a:p>
          <a:p>
            <a:r>
              <a:t>Materials/check: Exercise Book; tool above</a:t>
            </a:r>
          </a:p>
          <a:p>
            <a:r>
              <a:t>Source: 'Math Week 4'!A49:F49</a:t>
            </a:r>
          </a:p>
          <a:p/>
          <a:p>
            <a:r>
              <a:t>2:55 PM–3:15 PM | 5 Practise | 20 min</a:t>
            </a:r>
          </a:p>
          <a:p>
            <a:r>
              <a:t>Instructor: Solve Exercise Book 4A Q16–17, 4B Q6–7 and 4C Q5 as time permits. Explain why complete pieces round down; use only the kerf given in the question.</a:t>
            </a:r>
          </a:p>
          <a:p>
            <a:r>
              <a:t>Learners: Solve on paper first; use the tool to check; correct one error with a written reason.</a:t>
            </a:r>
          </a:p>
          <a:p>
            <a:r>
              <a:t>Materials/check: Paper first; tool second</a:t>
            </a:r>
          </a:p>
          <a:p>
            <a:r>
              <a:t>Source: 'Math Week 4'!A50:F50</a:t>
            </a:r>
          </a:p>
          <a:p/>
          <a:p>
            <a:r>
              <a:t>3:15 PM–3:25 PM | 6 Check | 10 min</a:t>
            </a:r>
          </a:p>
          <a:p>
            <a:r>
              <a:t>Instructor: Exercise Book 4B Q5 and Q7; show centre line, complete pieces and offcut.</a:t>
            </a:r>
          </a:p>
          <a:p>
            <a:r>
              <a:t>Learners: Solve without displayed answers; include working, units and the requested rounding.</a:t>
            </a:r>
          </a:p>
          <a:p>
            <a:r>
              <a:t>Materials/check: Teacher answers below</a:t>
            </a:r>
          </a:p>
          <a:p>
            <a:r>
              <a:t>Source: 'Math Week 4'!A51:F51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4'!A52:F52</a:t>
            </a:r>
          </a:p>
          <a:p/>
          <a:p>
            <a:r>
              <a:t>INSTRUCTOR ONLY: REVEAL ASSESSMENT ANSWERS AFTER THE ATTEMPT</a:t>
            </a:r>
          </a:p>
          <a:p>
            <a:r>
              <a:t>4B Q5 = 7 13/16 in; Q7 = 15 spacers, 2 1/2 in offcut. Answer Key p.13. Answer Key pp.13–14</a:t>
            </a:r>
          </a:p>
          <a:p/>
          <a:p>
            <a:r>
              <a:t>Bridge fractional inches to decimals; retain exact fractions until the required rounding step.</a:t>
            </a:r>
          </a:p>
          <a:p/>
          <a:p>
            <a:r>
              <a:t>Sources: 'Math Week 4'!A11:E11; 'Carpentry Schedule'!B39; 'Math Week 4'!A40</a:t>
            </a:r>
          </a:p>
          <a:p>
            <a:r>
              <a:t>Navigation/resource slides support these scheduled steps and do not add instructional time.</a:t>
            </a:r>
          </a:p>
          <a:p>
            <a:r>
              <a:t>SLIDE PLACEMENT: Practise, 2:55 PM–3:15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W04-L02 | 2026-11-16 | 2:15 PM–3:30 PM | 75 minutes</a:t>
            </a:r>
          </a:p>
          <a:p>
            <a:r>
              <a:t>Fraction cut lists, centre lines and kerf</a:t>
            </a:r>
          </a:p>
          <a:p>
            <a:r>
              <a:t>Mode: Math</a:t>
            </a:r>
          </a:p>
          <a:p>
            <a:r>
              <a:t>Goal: Use multiplication and division of fractions to find repeated cuts, centres and offcuts including stated kerf.</a:t>
            </a:r>
          </a:p>
          <a:p>
            <a:r>
              <a:t>Read: Textbook sections 4.7 pp.67–70; fraction worksheets pp.71–74</a:t>
            </a:r>
          </a:p>
          <a:p>
            <a:r>
              <a:t>Practise: Exercise Book 4A Q16–17 (p.26); 4B Q1,4–7 (pp.27–28); 4C Q5 (p.30)</a:t>
            </a:r>
          </a:p>
          <a:p>
            <a:r>
              <a:t>Tool: Shape Canvas: model repeated rectangular pieces in in units; add text labels for stock and kerf. Check paper answers with the Numeracy Hub Calculator.</a:t>
            </a:r>
          </a:p>
          <a:p/>
          <a:p>
            <a:r>
              <a:t>EXACT SCHEDULED STEPS</a:t>
            </a:r>
          </a:p>
          <a:p>
            <a:r>
              <a:t>2:15 PM–2:20 PM | 1 Start | 5 min</a:t>
            </a:r>
          </a:p>
          <a:p>
            <a:r>
              <a:t>Instructor: Connect fractions in cut lists, centres and kerf to reading a carpentry drawing or preparing a cut list. State the objective.</a:t>
            </a:r>
          </a:p>
          <a:p>
            <a:r>
              <a:t>Learners: Share a prior use of this skill; identify the quantity and unit.</a:t>
            </a:r>
          </a:p>
          <a:p>
            <a:r>
              <a:t>Materials/check: Notebook; calculator</a:t>
            </a:r>
          </a:p>
          <a:p>
            <a:r>
              <a:t>Source: 'Math Week 4'!A46:F46</a:t>
            </a:r>
          </a:p>
          <a:p/>
          <a:p>
            <a:r>
              <a:t>2:20 PM–2:25 PM | 2 Recall | 5 min</a:t>
            </a:r>
          </a:p>
          <a:p>
            <a:r>
              <a:t>Instructor: Ask how many equal gaps lie between nine marked points. Review the difference between a piece and a saw cut.</a:t>
            </a:r>
          </a:p>
          <a:p>
            <a:r>
              <a:t>Learners: Attempt the short retrieval task independently; explain the method before seeing answers.</a:t>
            </a:r>
          </a:p>
          <a:p>
            <a:r>
              <a:t>Materials/check: Identify support needs</a:t>
            </a:r>
          </a:p>
          <a:p>
            <a:r>
              <a:t>Source: 'Math Week 4'!A47:F47</a:t>
            </a:r>
          </a:p>
          <a:p/>
          <a:p>
            <a:r>
              <a:t>2:25 PM–2:40 PM | 3 Teach | 15 min</a:t>
            </a:r>
          </a:p>
          <a:p>
            <a:r>
              <a:t>Instructor: Model Exercise Book 4B Q1 including all three kerfs. Demonstrate reciprocal division using a centre-line or shim example.</a:t>
            </a:r>
          </a:p>
          <a:p>
            <a:r>
              <a:t>Learners: Annotate a worked example; predict the next step and ask questions.</a:t>
            </a:r>
          </a:p>
          <a:p>
            <a:r>
              <a:t>Materials/check: Textbook; worked example</a:t>
            </a:r>
          </a:p>
          <a:p>
            <a:r>
              <a:t>Source: 'Math Week 4'!A48:F48</a:t>
            </a:r>
          </a:p>
          <a:p/>
          <a:p>
            <a:r>
              <a:t>2:40 PM–2:55 PM | 4 Together | 15 min</a:t>
            </a:r>
          </a:p>
          <a:p>
            <a:r>
              <a:t>Instructor: Solve Exercise Book 4B Q4–5 together. Draw the equal spaces for Q6 before forming the equation.</a:t>
            </a:r>
          </a:p>
          <a:p>
            <a:r>
              <a:t>Learners: Work in pairs; alternate calculator operator and checker. Show units and an estimated answer.</a:t>
            </a:r>
          </a:p>
          <a:p>
            <a:r>
              <a:t>Materials/check: Exercise Book; tool above</a:t>
            </a:r>
          </a:p>
          <a:p>
            <a:r>
              <a:t>Source: 'Math Week 4'!A49:F49</a:t>
            </a:r>
          </a:p>
          <a:p/>
          <a:p>
            <a:r>
              <a:t>2:55 PM–3:15 PM | 5 Practise | 20 min</a:t>
            </a:r>
          </a:p>
          <a:p>
            <a:r>
              <a:t>Instructor: Solve Exercise Book 4A Q16–17, 4B Q6–7 and 4C Q5 as time permits. Explain why complete pieces round down; use only the kerf given in the question.</a:t>
            </a:r>
          </a:p>
          <a:p>
            <a:r>
              <a:t>Learners: Solve on paper first; use the tool to check; correct one error with a written reason.</a:t>
            </a:r>
          </a:p>
          <a:p>
            <a:r>
              <a:t>Materials/check: Paper first; tool second</a:t>
            </a:r>
          </a:p>
          <a:p>
            <a:r>
              <a:t>Source: 'Math Week 4'!A50:F50</a:t>
            </a:r>
          </a:p>
          <a:p/>
          <a:p>
            <a:r>
              <a:t>3:15 PM–3:25 PM | 6 Check | 10 min</a:t>
            </a:r>
          </a:p>
          <a:p>
            <a:r>
              <a:t>Instructor: Exercise Book 4B Q5 and Q7; show centre line, complete pieces and offcut.</a:t>
            </a:r>
          </a:p>
          <a:p>
            <a:r>
              <a:t>Learners: Solve without displayed answers; include working, units and the requested rounding.</a:t>
            </a:r>
          </a:p>
          <a:p>
            <a:r>
              <a:t>Materials/check: Teacher answers below</a:t>
            </a:r>
          </a:p>
          <a:p>
            <a:r>
              <a:t>Source: 'Math Week 4'!A51:F51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4'!A52:F52</a:t>
            </a:r>
          </a:p>
          <a:p/>
          <a:p>
            <a:r>
              <a:t>INSTRUCTOR ONLY: REVEAL ASSESSMENT ANSWERS AFTER THE ATTEMPT</a:t>
            </a:r>
          </a:p>
          <a:p>
            <a:r>
              <a:t>4B Q5 = 7 13/16 in; Q7 = 15 spacers, 2 1/2 in offcut. Answer Key p.13. Answer Key pp.13–14</a:t>
            </a:r>
          </a:p>
          <a:p/>
          <a:p>
            <a:r>
              <a:t>Bridge fractional inches to decimals; retain exact fractions until the required rounding step.</a:t>
            </a:r>
          </a:p>
          <a:p/>
          <a:p>
            <a:r>
              <a:t>Sources: 'Math Week 4'!A11:E11; 'Carpentry Schedule'!B39; 'Math Week 4'!A40</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W04-L02 | 2026-11-16 | 2:15 PM–3:30 PM | 75 minutes</a:t>
            </a:r>
          </a:p>
          <a:p>
            <a:r>
              <a:t>Fraction cut lists, centre lines and kerf</a:t>
            </a:r>
          </a:p>
          <a:p>
            <a:r>
              <a:t>Mode: Math</a:t>
            </a:r>
          </a:p>
          <a:p>
            <a:r>
              <a:t>Goal: Use multiplication and division of fractions to find repeated cuts, centres and offcuts including stated kerf.</a:t>
            </a:r>
          </a:p>
          <a:p>
            <a:r>
              <a:t>Read: Textbook sections 4.7 pp.67–70; fraction worksheets pp.71–74</a:t>
            </a:r>
          </a:p>
          <a:p>
            <a:r>
              <a:t>Practise: Exercise Book 4A Q16–17 (p.26); 4B Q1,4–7 (pp.27–28); 4C Q5 (p.30)</a:t>
            </a:r>
          </a:p>
          <a:p>
            <a:r>
              <a:t>Tool: Shape Canvas: model repeated rectangular pieces in in units; add text labels for stock and kerf. Check paper answers with the Numeracy Hub Calculator.</a:t>
            </a:r>
          </a:p>
          <a:p/>
          <a:p>
            <a:r>
              <a:t>EXACT SCHEDULED STEPS</a:t>
            </a:r>
          </a:p>
          <a:p>
            <a:r>
              <a:t>2:15 PM–2:20 PM | 1 Start | 5 min</a:t>
            </a:r>
          </a:p>
          <a:p>
            <a:r>
              <a:t>Instructor: Connect fractions in cut lists, centres and kerf to reading a carpentry drawing or preparing a cut list. State the objective.</a:t>
            </a:r>
          </a:p>
          <a:p>
            <a:r>
              <a:t>Learners: Share a prior use of this skill; identify the quantity and unit.</a:t>
            </a:r>
          </a:p>
          <a:p>
            <a:r>
              <a:t>Materials/check: Notebook; calculator</a:t>
            </a:r>
          </a:p>
          <a:p>
            <a:r>
              <a:t>Source: 'Math Week 4'!A46:F46</a:t>
            </a:r>
          </a:p>
          <a:p/>
          <a:p>
            <a:r>
              <a:t>2:20 PM–2:25 PM | 2 Recall | 5 min</a:t>
            </a:r>
          </a:p>
          <a:p>
            <a:r>
              <a:t>Instructor: Ask how many equal gaps lie between nine marked points. Review the difference between a piece and a saw cut.</a:t>
            </a:r>
          </a:p>
          <a:p>
            <a:r>
              <a:t>Learners: Attempt the short retrieval task independently; explain the method before seeing answers.</a:t>
            </a:r>
          </a:p>
          <a:p>
            <a:r>
              <a:t>Materials/check: Identify support needs</a:t>
            </a:r>
          </a:p>
          <a:p>
            <a:r>
              <a:t>Source: 'Math Week 4'!A47:F47</a:t>
            </a:r>
          </a:p>
          <a:p/>
          <a:p>
            <a:r>
              <a:t>2:25 PM–2:40 PM | 3 Teach | 15 min</a:t>
            </a:r>
          </a:p>
          <a:p>
            <a:r>
              <a:t>Instructor: Model Exercise Book 4B Q1 including all three kerfs. Demonstrate reciprocal division using a centre-line or shim example.</a:t>
            </a:r>
          </a:p>
          <a:p>
            <a:r>
              <a:t>Learners: Annotate a worked example; predict the next step and ask questions.</a:t>
            </a:r>
          </a:p>
          <a:p>
            <a:r>
              <a:t>Materials/check: Textbook; worked example</a:t>
            </a:r>
          </a:p>
          <a:p>
            <a:r>
              <a:t>Source: 'Math Week 4'!A48:F48</a:t>
            </a:r>
          </a:p>
          <a:p/>
          <a:p>
            <a:r>
              <a:t>2:40 PM–2:55 PM | 4 Together | 15 min</a:t>
            </a:r>
          </a:p>
          <a:p>
            <a:r>
              <a:t>Instructor: Solve Exercise Book 4B Q4–5 together. Draw the equal spaces for Q6 before forming the equation.</a:t>
            </a:r>
          </a:p>
          <a:p>
            <a:r>
              <a:t>Learners: Work in pairs; alternate calculator operator and checker. Show units and an estimated answer.</a:t>
            </a:r>
          </a:p>
          <a:p>
            <a:r>
              <a:t>Materials/check: Exercise Book; tool above</a:t>
            </a:r>
          </a:p>
          <a:p>
            <a:r>
              <a:t>Source: 'Math Week 4'!A49:F49</a:t>
            </a:r>
          </a:p>
          <a:p/>
          <a:p>
            <a:r>
              <a:t>2:55 PM–3:15 PM | 5 Practise | 20 min</a:t>
            </a:r>
          </a:p>
          <a:p>
            <a:r>
              <a:t>Instructor: Solve Exercise Book 4A Q16–17, 4B Q6–7 and 4C Q5 as time permits. Explain why complete pieces round down; use only the kerf given in the question.</a:t>
            </a:r>
          </a:p>
          <a:p>
            <a:r>
              <a:t>Learners: Solve on paper first; use the tool to check; correct one error with a written reason.</a:t>
            </a:r>
          </a:p>
          <a:p>
            <a:r>
              <a:t>Materials/check: Paper first; tool second</a:t>
            </a:r>
          </a:p>
          <a:p>
            <a:r>
              <a:t>Source: 'Math Week 4'!A50:F50</a:t>
            </a:r>
          </a:p>
          <a:p/>
          <a:p>
            <a:r>
              <a:t>3:15 PM–3:25 PM | 6 Check | 10 min</a:t>
            </a:r>
          </a:p>
          <a:p>
            <a:r>
              <a:t>Instructor: Exercise Book 4B Q5 and Q7; show centre line, complete pieces and offcut.</a:t>
            </a:r>
          </a:p>
          <a:p>
            <a:r>
              <a:t>Learners: Solve without displayed answers; include working, units and the requested rounding.</a:t>
            </a:r>
          </a:p>
          <a:p>
            <a:r>
              <a:t>Materials/check: Teacher answers below</a:t>
            </a:r>
          </a:p>
          <a:p>
            <a:r>
              <a:t>Source: 'Math Week 4'!A51:F51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4'!A52:F52</a:t>
            </a:r>
          </a:p>
          <a:p/>
          <a:p>
            <a:r>
              <a:t>INSTRUCTOR ONLY: REVEAL ASSESSMENT ANSWERS AFTER THE ATTEMPT</a:t>
            </a:r>
          </a:p>
          <a:p>
            <a:r>
              <a:t>4B Q5 = 7 13/16 in; Q7 = 15 spacers, 2 1/2 in offcut. Answer Key p.13. Answer Key pp.13–14</a:t>
            </a:r>
          </a:p>
          <a:p/>
          <a:p>
            <a:r>
              <a:t>Bridge fractional inches to decimals; retain exact fractions until the required rounding step.</a:t>
            </a:r>
          </a:p>
          <a:p/>
          <a:p>
            <a:r>
              <a:t>Sources: 'Math Week 4'!A11:E11; 'Carpentry Schedule'!B39; 'Math Week 4'!A40</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Exact scheduled tool activity: Shape Canvas: model repeated rectangular pieces in in units; add text labels for stock and kerf. Check paper answers with the Numeracy Hub Calculator.</a:t>
            </a:r>
          </a:p>
          <a:p>
            <a:r>
              <a:t>In Shape Canvas, use in units and repeat rectangles for the assigned cut-list pieces.</a:t>
            </a:r>
          </a:p>
          <a:p>
            <a:r>
              <a:t>Add text labels for stock length and the problem’s stated kerf; solve on paper.</a:t>
            </a:r>
          </a:p>
          <a:p>
            <a:r>
              <a:t>Check the total and offcut with Numeracy Hub Calculator after the written solution.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W04-L02 | 2026-11-16 | 2:15 PM–3:30 PM | 75 minutes</a:t>
            </a:r>
          </a:p>
          <a:p>
            <a:r>
              <a:t>Fraction cut lists, centre lines and kerf</a:t>
            </a:r>
          </a:p>
          <a:p>
            <a:r>
              <a:t>Mode: Math</a:t>
            </a:r>
          </a:p>
          <a:p>
            <a:r>
              <a:t>Goal: Use multiplication and division of fractions to find repeated cuts, centres and offcuts including stated kerf.</a:t>
            </a:r>
          </a:p>
          <a:p>
            <a:r>
              <a:t>Read: Textbook sections 4.7 pp.67–70; fraction worksheets pp.71–74</a:t>
            </a:r>
          </a:p>
          <a:p>
            <a:r>
              <a:t>Practise: Exercise Book 4A Q16–17 (p.26); 4B Q1,4–7 (pp.27–28); 4C Q5 (p.30)</a:t>
            </a:r>
          </a:p>
          <a:p>
            <a:r>
              <a:t>Tool: Shape Canvas: model repeated rectangular pieces in in units; add text labels for stock and kerf. Check paper answers with the Numeracy Hub Calculator.</a:t>
            </a:r>
          </a:p>
          <a:p/>
          <a:p>
            <a:r>
              <a:t>EXACT SCHEDULED STEPS</a:t>
            </a:r>
          </a:p>
          <a:p>
            <a:r>
              <a:t>2:15 PM–2:20 PM | 1 Start | 5 min</a:t>
            </a:r>
          </a:p>
          <a:p>
            <a:r>
              <a:t>Instructor: Connect fractions in cut lists, centres and kerf to reading a carpentry drawing or preparing a cut list. State the objective.</a:t>
            </a:r>
          </a:p>
          <a:p>
            <a:r>
              <a:t>Learners: Share a prior use of this skill; identify the quantity and unit.</a:t>
            </a:r>
          </a:p>
          <a:p>
            <a:r>
              <a:t>Materials/check: Notebook; calculator</a:t>
            </a:r>
          </a:p>
          <a:p>
            <a:r>
              <a:t>Source: 'Math Week 4'!A46:F46</a:t>
            </a:r>
          </a:p>
          <a:p/>
          <a:p>
            <a:r>
              <a:t>2:20 PM–2:25 PM | 2 Recall | 5 min</a:t>
            </a:r>
          </a:p>
          <a:p>
            <a:r>
              <a:t>Instructor: Ask how many equal gaps lie between nine marked points. Review the difference between a piece and a saw cut.</a:t>
            </a:r>
          </a:p>
          <a:p>
            <a:r>
              <a:t>Learners: Attempt the short retrieval task independently; explain the method before seeing answers.</a:t>
            </a:r>
          </a:p>
          <a:p>
            <a:r>
              <a:t>Materials/check: Identify support needs</a:t>
            </a:r>
          </a:p>
          <a:p>
            <a:r>
              <a:t>Source: 'Math Week 4'!A47:F47</a:t>
            </a:r>
          </a:p>
          <a:p/>
          <a:p>
            <a:r>
              <a:t>2:25 PM–2:40 PM | 3 Teach | 15 min</a:t>
            </a:r>
          </a:p>
          <a:p>
            <a:r>
              <a:t>Instructor: Model Exercise Book 4B Q1 including all three kerfs. Demonstrate reciprocal division using a centre-line or shim example.</a:t>
            </a:r>
          </a:p>
          <a:p>
            <a:r>
              <a:t>Learners: Annotate a worked example; predict the next step and ask questions.</a:t>
            </a:r>
          </a:p>
          <a:p>
            <a:r>
              <a:t>Materials/check: Textbook; worked example</a:t>
            </a:r>
          </a:p>
          <a:p>
            <a:r>
              <a:t>Source: 'Math Week 4'!A48:F48</a:t>
            </a:r>
          </a:p>
          <a:p/>
          <a:p>
            <a:r>
              <a:t>2:40 PM–2:55 PM | 4 Together | 15 min</a:t>
            </a:r>
          </a:p>
          <a:p>
            <a:r>
              <a:t>Instructor: Solve Exercise Book 4B Q4–5 together. Draw the equal spaces for Q6 before forming the equation.</a:t>
            </a:r>
          </a:p>
          <a:p>
            <a:r>
              <a:t>Learners: Work in pairs; alternate calculator operator and checker. Show units and an estimated answer.</a:t>
            </a:r>
          </a:p>
          <a:p>
            <a:r>
              <a:t>Materials/check: Exercise Book; tool above</a:t>
            </a:r>
          </a:p>
          <a:p>
            <a:r>
              <a:t>Source: 'Math Week 4'!A49:F49</a:t>
            </a:r>
          </a:p>
          <a:p/>
          <a:p>
            <a:r>
              <a:t>2:55 PM–3:15 PM | 5 Practise | 20 min</a:t>
            </a:r>
          </a:p>
          <a:p>
            <a:r>
              <a:t>Instructor: Solve Exercise Book 4A Q16–17, 4B Q6–7 and 4C Q5 as time permits. Explain why complete pieces round down; use only the kerf given in the question.</a:t>
            </a:r>
          </a:p>
          <a:p>
            <a:r>
              <a:t>Learners: Solve on paper first; use the tool to check; correct one error with a written reason.</a:t>
            </a:r>
          </a:p>
          <a:p>
            <a:r>
              <a:t>Materials/check: Paper first; tool second</a:t>
            </a:r>
          </a:p>
          <a:p>
            <a:r>
              <a:t>Source: 'Math Week 4'!A50:F50</a:t>
            </a:r>
          </a:p>
          <a:p/>
          <a:p>
            <a:r>
              <a:t>3:15 PM–3:25 PM | 6 Check | 10 min</a:t>
            </a:r>
          </a:p>
          <a:p>
            <a:r>
              <a:t>Instructor: Exercise Book 4B Q5 and Q7; show centre line, complete pieces and offcut.</a:t>
            </a:r>
          </a:p>
          <a:p>
            <a:r>
              <a:t>Learners: Solve without displayed answers; include working, units and the requested rounding.</a:t>
            </a:r>
          </a:p>
          <a:p>
            <a:r>
              <a:t>Materials/check: Teacher answers below</a:t>
            </a:r>
          </a:p>
          <a:p>
            <a:r>
              <a:t>Source: 'Math Week 4'!A51:F51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4'!A52:F52</a:t>
            </a:r>
          </a:p>
          <a:p/>
          <a:p>
            <a:r>
              <a:t>INSTRUCTOR ONLY: REVEAL ASSESSMENT ANSWERS AFTER THE ATTEMPT</a:t>
            </a:r>
          </a:p>
          <a:p>
            <a:r>
              <a:t>4B Q5 = 7 13/16 in; Q7 = 15 spacers, 2 1/2 in offcut. Answer Key p.13. Answer Key pp.13–14</a:t>
            </a:r>
          </a:p>
          <a:p/>
          <a:p>
            <a:r>
              <a:t>Bridge fractional inches to decimals; retain exact fractions until the required rounding step.</a:t>
            </a:r>
          </a:p>
          <a:p/>
          <a:p>
            <a:r>
              <a:t>Sources: 'Math Week 4'!A11:E11; 'Carpentry Schedule'!B39; 'Math Week 4'!A40</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4A-Q16</a:t>
            </a:r>
          </a:p>
          <a:p>
            <a:r>
              <a:t>Exact question: Multiply. (a)  5/8 × 12  (b) 2 1/2 × 1 3/4</a:t>
            </a:r>
          </a:p>
          <a:p>
            <a:r>
              <a:t>Instructor answer: (a) 7 1/2  (b) 4 3/8</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W04-L02 | 2026-11-16 | 2:15 PM–3:30 PM | 75 minutes</a:t>
            </a:r>
          </a:p>
          <a:p>
            <a:r>
              <a:t>Fraction cut lists, centre lines and kerf</a:t>
            </a:r>
          </a:p>
          <a:p>
            <a:r>
              <a:t>Mode: Math</a:t>
            </a:r>
          </a:p>
          <a:p>
            <a:r>
              <a:t>Goal: Use multiplication and division of fractions to find repeated cuts, centres and offcuts including stated kerf.</a:t>
            </a:r>
          </a:p>
          <a:p>
            <a:r>
              <a:t>Read: Textbook sections 4.7 pp.67–70; fraction worksheets pp.71–74</a:t>
            </a:r>
          </a:p>
          <a:p>
            <a:r>
              <a:t>Practise: Exercise Book 4A Q16–17 (p.26); 4B Q1,4–7 (pp.27–28); 4C Q5 (p.30)</a:t>
            </a:r>
          </a:p>
          <a:p>
            <a:r>
              <a:t>Tool: Shape Canvas: model repeated rectangular pieces in in units; add text labels for stock and kerf. Check paper answers with the Numeracy Hub Calculator.</a:t>
            </a:r>
          </a:p>
          <a:p/>
          <a:p>
            <a:r>
              <a:t>EXACT SCHEDULED STEPS</a:t>
            </a:r>
          </a:p>
          <a:p>
            <a:r>
              <a:t>2:15 PM–2:20 PM | 1 Start | 5 min</a:t>
            </a:r>
          </a:p>
          <a:p>
            <a:r>
              <a:t>Instructor: Connect fractions in cut lists, centres and kerf to reading a carpentry drawing or preparing a cut list. State the objective.</a:t>
            </a:r>
          </a:p>
          <a:p>
            <a:r>
              <a:t>Learners: Share a prior use of this skill; identify the quantity and unit.</a:t>
            </a:r>
          </a:p>
          <a:p>
            <a:r>
              <a:t>Materials/check: Notebook; calculator</a:t>
            </a:r>
          </a:p>
          <a:p>
            <a:r>
              <a:t>Source: 'Math Week 4'!A46:F46</a:t>
            </a:r>
          </a:p>
          <a:p/>
          <a:p>
            <a:r>
              <a:t>2:20 PM–2:25 PM | 2 Recall | 5 min</a:t>
            </a:r>
          </a:p>
          <a:p>
            <a:r>
              <a:t>Instructor: Ask how many equal gaps lie between nine marked points. Review the difference between a piece and a saw cut.</a:t>
            </a:r>
          </a:p>
          <a:p>
            <a:r>
              <a:t>Learners: Attempt the short retrieval task independently; explain the method before seeing answers.</a:t>
            </a:r>
          </a:p>
          <a:p>
            <a:r>
              <a:t>Materials/check: Identify support needs</a:t>
            </a:r>
          </a:p>
          <a:p>
            <a:r>
              <a:t>Source: 'Math Week 4'!A47:F47</a:t>
            </a:r>
          </a:p>
          <a:p/>
          <a:p>
            <a:r>
              <a:t>2:25 PM–2:40 PM | 3 Teach | 15 min</a:t>
            </a:r>
          </a:p>
          <a:p>
            <a:r>
              <a:t>Instructor: Model Exercise Book 4B Q1 including all three kerfs. Demonstrate reciprocal division using a centre-line or shim example.</a:t>
            </a:r>
          </a:p>
          <a:p>
            <a:r>
              <a:t>Learners: Annotate a worked example; predict the next step and ask questions.</a:t>
            </a:r>
          </a:p>
          <a:p>
            <a:r>
              <a:t>Materials/check: Textbook; worked example</a:t>
            </a:r>
          </a:p>
          <a:p>
            <a:r>
              <a:t>Source: 'Math Week 4'!A48:F48</a:t>
            </a:r>
          </a:p>
          <a:p/>
          <a:p>
            <a:r>
              <a:t>2:40 PM–2:55 PM | 4 Together | 15 min</a:t>
            </a:r>
          </a:p>
          <a:p>
            <a:r>
              <a:t>Instructor: Solve Exercise Book 4B Q4–5 together. Draw the equal spaces for Q6 before forming the equation.</a:t>
            </a:r>
          </a:p>
          <a:p>
            <a:r>
              <a:t>Learners: Work in pairs; alternate calculator operator and checker. Show units and an estimated answer.</a:t>
            </a:r>
          </a:p>
          <a:p>
            <a:r>
              <a:t>Materials/check: Exercise Book; tool above</a:t>
            </a:r>
          </a:p>
          <a:p>
            <a:r>
              <a:t>Source: 'Math Week 4'!A49:F49</a:t>
            </a:r>
          </a:p>
          <a:p/>
          <a:p>
            <a:r>
              <a:t>2:55 PM–3:15 PM | 5 Practise | 20 min</a:t>
            </a:r>
          </a:p>
          <a:p>
            <a:r>
              <a:t>Instructor: Solve Exercise Book 4A Q16–17, 4B Q6–7 and 4C Q5 as time permits. Explain why complete pieces round down; use only the kerf given in the question.</a:t>
            </a:r>
          </a:p>
          <a:p>
            <a:r>
              <a:t>Learners: Solve on paper first; use the tool to check; correct one error with a written reason.</a:t>
            </a:r>
          </a:p>
          <a:p>
            <a:r>
              <a:t>Materials/check: Paper first; tool second</a:t>
            </a:r>
          </a:p>
          <a:p>
            <a:r>
              <a:t>Source: 'Math Week 4'!A50:F50</a:t>
            </a:r>
          </a:p>
          <a:p/>
          <a:p>
            <a:r>
              <a:t>3:15 PM–3:25 PM | 6 Check | 10 min</a:t>
            </a:r>
          </a:p>
          <a:p>
            <a:r>
              <a:t>Instructor: Exercise Book 4B Q5 and Q7; show centre line, complete pieces and offcut.</a:t>
            </a:r>
          </a:p>
          <a:p>
            <a:r>
              <a:t>Learners: Solve without displayed answers; include working, units and the requested rounding.</a:t>
            </a:r>
          </a:p>
          <a:p>
            <a:r>
              <a:t>Materials/check: Teacher answers below</a:t>
            </a:r>
          </a:p>
          <a:p>
            <a:r>
              <a:t>Source: 'Math Week 4'!A51:F51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4'!A52:F52</a:t>
            </a:r>
          </a:p>
          <a:p/>
          <a:p>
            <a:r>
              <a:t>INSTRUCTOR ONLY: REVEAL ASSESSMENT ANSWERS AFTER THE ATTEMPT</a:t>
            </a:r>
          </a:p>
          <a:p>
            <a:r>
              <a:t>4B Q5 = 7 13/16 in; Q7 = 15 spacers, 2 1/2 in offcut. Answer Key p.13. Answer Key pp.13–14</a:t>
            </a:r>
          </a:p>
          <a:p/>
          <a:p>
            <a:r>
              <a:t>Bridge fractional inches to decimals; retain exact fractions until the required rounding step.</a:t>
            </a:r>
          </a:p>
          <a:p/>
          <a:p>
            <a:r>
              <a:t>Sources: 'Math Week 4'!A11:E11; 'Carpentry Schedule'!B39; 'Math Week 4'!A40</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4A-Q17</a:t>
            </a:r>
          </a:p>
          <a:p>
            <a:r>
              <a:t>Exact question: Divide. (a)  3/4 ÷  3/16  (b) 15 3/4 ÷ 3</a:t>
            </a:r>
          </a:p>
          <a:p>
            <a:r>
              <a:t>Instructor answer: (a) 4  (b) 5 1/4</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W04-L02 | 2026-11-16 | 2:15 PM–3:30 PM | 75 minutes</a:t>
            </a:r>
          </a:p>
          <a:p>
            <a:r>
              <a:t>Fraction cut lists, centre lines and kerf</a:t>
            </a:r>
          </a:p>
          <a:p>
            <a:r>
              <a:t>Mode: Math</a:t>
            </a:r>
          </a:p>
          <a:p>
            <a:r>
              <a:t>Goal: Use multiplication and division of fractions to find repeated cuts, centres and offcuts including stated kerf.</a:t>
            </a:r>
          </a:p>
          <a:p>
            <a:r>
              <a:t>Read: Textbook sections 4.7 pp.67–70; fraction worksheets pp.71–74</a:t>
            </a:r>
          </a:p>
          <a:p>
            <a:r>
              <a:t>Practise: Exercise Book 4A Q16–17 (p.26); 4B Q1,4–7 (pp.27–28); 4C Q5 (p.30)</a:t>
            </a:r>
          </a:p>
          <a:p>
            <a:r>
              <a:t>Tool: Shape Canvas: model repeated rectangular pieces in in units; add text labels for stock and kerf. Check paper answers with the Numeracy Hub Calculator.</a:t>
            </a:r>
          </a:p>
          <a:p/>
          <a:p>
            <a:r>
              <a:t>EXACT SCHEDULED STEPS</a:t>
            </a:r>
          </a:p>
          <a:p>
            <a:r>
              <a:t>2:15 PM–2:20 PM | 1 Start | 5 min</a:t>
            </a:r>
          </a:p>
          <a:p>
            <a:r>
              <a:t>Instructor: Connect fractions in cut lists, centres and kerf to reading a carpentry drawing or preparing a cut list. State the objective.</a:t>
            </a:r>
          </a:p>
          <a:p>
            <a:r>
              <a:t>Learners: Share a prior use of this skill; identify the quantity and unit.</a:t>
            </a:r>
          </a:p>
          <a:p>
            <a:r>
              <a:t>Materials/check: Notebook; calculator</a:t>
            </a:r>
          </a:p>
          <a:p>
            <a:r>
              <a:t>Source: 'Math Week 4'!A46:F46</a:t>
            </a:r>
          </a:p>
          <a:p/>
          <a:p>
            <a:r>
              <a:t>2:20 PM–2:25 PM | 2 Recall | 5 min</a:t>
            </a:r>
          </a:p>
          <a:p>
            <a:r>
              <a:t>Instructor: Ask how many equal gaps lie between nine marked points. Review the difference between a piece and a saw cut.</a:t>
            </a:r>
          </a:p>
          <a:p>
            <a:r>
              <a:t>Learners: Attempt the short retrieval task independently; explain the method before seeing answers.</a:t>
            </a:r>
          </a:p>
          <a:p>
            <a:r>
              <a:t>Materials/check: Identify support needs</a:t>
            </a:r>
          </a:p>
          <a:p>
            <a:r>
              <a:t>Source: 'Math Week 4'!A47:F47</a:t>
            </a:r>
          </a:p>
          <a:p/>
          <a:p>
            <a:r>
              <a:t>2:25 PM–2:40 PM | 3 Teach | 15 min</a:t>
            </a:r>
          </a:p>
          <a:p>
            <a:r>
              <a:t>Instructor: Model Exercise Book 4B Q1 including all three kerfs. Demonstrate reciprocal division using a centre-line or shim example.</a:t>
            </a:r>
          </a:p>
          <a:p>
            <a:r>
              <a:t>Learners: Annotate a worked example; predict the next step and ask questions.</a:t>
            </a:r>
          </a:p>
          <a:p>
            <a:r>
              <a:t>Materials/check: Textbook; worked example</a:t>
            </a:r>
          </a:p>
          <a:p>
            <a:r>
              <a:t>Source: 'Math Week 4'!A48:F48</a:t>
            </a:r>
          </a:p>
          <a:p/>
          <a:p>
            <a:r>
              <a:t>2:40 PM–2:55 PM | 4 Together | 15 min</a:t>
            </a:r>
          </a:p>
          <a:p>
            <a:r>
              <a:t>Instructor: Solve Exercise Book 4B Q4–5 together. Draw the equal spaces for Q6 before forming the equation.</a:t>
            </a:r>
          </a:p>
          <a:p>
            <a:r>
              <a:t>Learners: Work in pairs; alternate calculator operator and checker. Show units and an estimated answer.</a:t>
            </a:r>
          </a:p>
          <a:p>
            <a:r>
              <a:t>Materials/check: Exercise Book; tool above</a:t>
            </a:r>
          </a:p>
          <a:p>
            <a:r>
              <a:t>Source: 'Math Week 4'!A49:F49</a:t>
            </a:r>
          </a:p>
          <a:p/>
          <a:p>
            <a:r>
              <a:t>2:55 PM–3:15 PM | 5 Practise | 20 min</a:t>
            </a:r>
          </a:p>
          <a:p>
            <a:r>
              <a:t>Instructor: Solve Exercise Book 4A Q16–17, 4B Q6–7 and 4C Q5 as time permits. Explain why complete pieces round down; use only the kerf given in the question.</a:t>
            </a:r>
          </a:p>
          <a:p>
            <a:r>
              <a:t>Learners: Solve on paper first; use the tool to check; correct one error with a written reason.</a:t>
            </a:r>
          </a:p>
          <a:p>
            <a:r>
              <a:t>Materials/check: Paper first; tool second</a:t>
            </a:r>
          </a:p>
          <a:p>
            <a:r>
              <a:t>Source: 'Math Week 4'!A50:F50</a:t>
            </a:r>
          </a:p>
          <a:p/>
          <a:p>
            <a:r>
              <a:t>3:15 PM–3:25 PM | 6 Check | 10 min</a:t>
            </a:r>
          </a:p>
          <a:p>
            <a:r>
              <a:t>Instructor: Exercise Book 4B Q5 and Q7; show centre line, complete pieces and offcut.</a:t>
            </a:r>
          </a:p>
          <a:p>
            <a:r>
              <a:t>Learners: Solve without displayed answers; include working, units and the requested rounding.</a:t>
            </a:r>
          </a:p>
          <a:p>
            <a:r>
              <a:t>Materials/check: Teacher answers below</a:t>
            </a:r>
          </a:p>
          <a:p>
            <a:r>
              <a:t>Source: 'Math Week 4'!A51:F51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4'!A52:F52</a:t>
            </a:r>
          </a:p>
          <a:p/>
          <a:p>
            <a:r>
              <a:t>INSTRUCTOR ONLY: REVEAL ASSESSMENT ANSWERS AFTER THE ATTEMPT</a:t>
            </a:r>
          </a:p>
          <a:p>
            <a:r>
              <a:t>4B Q5 = 7 13/16 in; Q7 = 15 spacers, 2 1/2 in offcut. Answer Key p.13. Answer Key pp.13–14</a:t>
            </a:r>
          </a:p>
          <a:p/>
          <a:p>
            <a:r>
              <a:t>Bridge fractional inches to decimals; retain exact fractions until the required rounding step.</a:t>
            </a:r>
          </a:p>
          <a:p/>
          <a:p>
            <a:r>
              <a:t>Sources: 'Math Week 4'!A11:E11; 'Carpentry Schedule'!B39; 'Math Week 4'!A40</a:t>
            </a:r>
          </a:p>
          <a:p>
            <a:r>
              <a:t>Navigation/resource slides support these scheduled steps and do not add instructional time.</a:t>
            </a:r>
          </a:p>
          <a:p>
            <a:r>
              <a:t>SLIDE PLACEMENT: Check, 3:15 PM–3:25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W04-L02 | 2026-11-16 | 2:15 PM–3:30 PM | 75 minutes</a:t>
            </a:r>
          </a:p>
          <a:p>
            <a:r>
              <a:t>Fraction cut lists, centre lines and kerf</a:t>
            </a:r>
          </a:p>
          <a:p>
            <a:r>
              <a:t>Mode: Math</a:t>
            </a:r>
          </a:p>
          <a:p>
            <a:r>
              <a:t>Goal: Use multiplication and division of fractions to find repeated cuts, centres and offcuts including stated kerf.</a:t>
            </a:r>
          </a:p>
          <a:p>
            <a:r>
              <a:t>Read: Textbook sections 4.7 pp.67–70; fraction worksheets pp.71–74</a:t>
            </a:r>
          </a:p>
          <a:p>
            <a:r>
              <a:t>Practise: Exercise Book 4A Q16–17 (p.26); 4B Q1,4–7 (pp.27–28); 4C Q5 (p.30)</a:t>
            </a:r>
          </a:p>
          <a:p>
            <a:r>
              <a:t>Tool: Shape Canvas: model repeated rectangular pieces in in units; add text labels for stock and kerf. Check paper answers with the Numeracy Hub Calculator.</a:t>
            </a:r>
          </a:p>
          <a:p/>
          <a:p>
            <a:r>
              <a:t>EXACT SCHEDULED STEPS</a:t>
            </a:r>
          </a:p>
          <a:p>
            <a:r>
              <a:t>2:15 PM–2:20 PM | 1 Start | 5 min</a:t>
            </a:r>
          </a:p>
          <a:p>
            <a:r>
              <a:t>Instructor: Connect fractions in cut lists, centres and kerf to reading a carpentry drawing or preparing a cut list. State the objective.</a:t>
            </a:r>
          </a:p>
          <a:p>
            <a:r>
              <a:t>Learners: Share a prior use of this skill; identify the quantity and unit.</a:t>
            </a:r>
          </a:p>
          <a:p>
            <a:r>
              <a:t>Materials/check: Notebook; calculator</a:t>
            </a:r>
          </a:p>
          <a:p>
            <a:r>
              <a:t>Source: 'Math Week 4'!A46:F46</a:t>
            </a:r>
          </a:p>
          <a:p/>
          <a:p>
            <a:r>
              <a:t>2:20 PM–2:25 PM | 2 Recall | 5 min</a:t>
            </a:r>
          </a:p>
          <a:p>
            <a:r>
              <a:t>Instructor: Ask how many equal gaps lie between nine marked points. Review the difference between a piece and a saw cut.</a:t>
            </a:r>
          </a:p>
          <a:p>
            <a:r>
              <a:t>Learners: Attempt the short retrieval task independently; explain the method before seeing answers.</a:t>
            </a:r>
          </a:p>
          <a:p>
            <a:r>
              <a:t>Materials/check: Identify support needs</a:t>
            </a:r>
          </a:p>
          <a:p>
            <a:r>
              <a:t>Source: 'Math Week 4'!A47:F47</a:t>
            </a:r>
          </a:p>
          <a:p/>
          <a:p>
            <a:r>
              <a:t>2:25 PM–2:40 PM | 3 Teach | 15 min</a:t>
            </a:r>
          </a:p>
          <a:p>
            <a:r>
              <a:t>Instructor: Model Exercise Book 4B Q1 including all three kerfs. Demonstrate reciprocal division using a centre-line or shim example.</a:t>
            </a:r>
          </a:p>
          <a:p>
            <a:r>
              <a:t>Learners: Annotate a worked example; predict the next step and ask questions.</a:t>
            </a:r>
          </a:p>
          <a:p>
            <a:r>
              <a:t>Materials/check: Textbook; worked example</a:t>
            </a:r>
          </a:p>
          <a:p>
            <a:r>
              <a:t>Source: 'Math Week 4'!A48:F48</a:t>
            </a:r>
          </a:p>
          <a:p/>
          <a:p>
            <a:r>
              <a:t>2:40 PM–2:55 PM | 4 Together | 15 min</a:t>
            </a:r>
          </a:p>
          <a:p>
            <a:r>
              <a:t>Instructor: Solve Exercise Book 4B Q4–5 together. Draw the equal spaces for Q6 before forming the equation.</a:t>
            </a:r>
          </a:p>
          <a:p>
            <a:r>
              <a:t>Learners: Work in pairs; alternate calculator operator and checker. Show units and an estimated answer.</a:t>
            </a:r>
          </a:p>
          <a:p>
            <a:r>
              <a:t>Materials/check: Exercise Book; tool above</a:t>
            </a:r>
          </a:p>
          <a:p>
            <a:r>
              <a:t>Source: 'Math Week 4'!A49:F49</a:t>
            </a:r>
          </a:p>
          <a:p/>
          <a:p>
            <a:r>
              <a:t>2:55 PM–3:15 PM | 5 Practise | 20 min</a:t>
            </a:r>
          </a:p>
          <a:p>
            <a:r>
              <a:t>Instructor: Solve Exercise Book 4A Q16–17, 4B Q6–7 and 4C Q5 as time permits. Explain why complete pieces round down; use only the kerf given in the question.</a:t>
            </a:r>
          </a:p>
          <a:p>
            <a:r>
              <a:t>Learners: Solve on paper first; use the tool to check; correct one error with a written reason.</a:t>
            </a:r>
          </a:p>
          <a:p>
            <a:r>
              <a:t>Materials/check: Paper first; tool second</a:t>
            </a:r>
          </a:p>
          <a:p>
            <a:r>
              <a:t>Source: 'Math Week 4'!A50:F50</a:t>
            </a:r>
          </a:p>
          <a:p/>
          <a:p>
            <a:r>
              <a:t>3:15 PM–3:25 PM | 6 Check | 10 min</a:t>
            </a:r>
          </a:p>
          <a:p>
            <a:r>
              <a:t>Instructor: Exercise Book 4B Q5 and Q7; show centre line, complete pieces and offcut.</a:t>
            </a:r>
          </a:p>
          <a:p>
            <a:r>
              <a:t>Learners: Solve without displayed answers; include working, units and the requested rounding.</a:t>
            </a:r>
          </a:p>
          <a:p>
            <a:r>
              <a:t>Materials/check: Teacher answers below</a:t>
            </a:r>
          </a:p>
          <a:p>
            <a:r>
              <a:t>Source: 'Math Week 4'!A51:F51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4'!A52:F52</a:t>
            </a:r>
          </a:p>
          <a:p/>
          <a:p>
            <a:r>
              <a:t>INSTRUCTOR ONLY: REVEAL ASSESSMENT ANSWERS AFTER THE ATTEMPT</a:t>
            </a:r>
          </a:p>
          <a:p>
            <a:r>
              <a:t>4B Q5 = 7 13/16 in; Q7 = 15 spacers, 2 1/2 in offcut. Answer Key p.13. Answer Key pp.13–14</a:t>
            </a:r>
          </a:p>
          <a:p/>
          <a:p>
            <a:r>
              <a:t>Bridge fractional inches to decimals; retain exact fractions until the required rounding step.</a:t>
            </a:r>
          </a:p>
          <a:p/>
          <a:p>
            <a:r>
              <a:t>Sources: 'Math Week 4'!A11:E11; 'Carpentry Schedule'!B39; 'Math Week 4'!A40</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4B-Q5</a:t>
            </a:r>
          </a:p>
          <a:p>
            <a:r>
              <a:t>Exact question: A plate is 15 5/8 in wide. How far from the edge is the centre line?</a:t>
            </a:r>
          </a:p>
          <a:p>
            <a:r>
              <a:t>Instructor answer: 7 13/16 in</a:t>
            </a:r>
          </a:p>
          <a:p>
            <a:r>
              <a:t>Working: 15 5/8 ÷ 2 =  125/8 ×  1/2 =  125/16</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W04-L02 | 2026-11-16 | 2:15 PM–3:30 PM | 75 minutes</a:t>
            </a:r>
          </a:p>
          <a:p>
            <a:r>
              <a:t>Fraction cut lists, centre lines and kerf</a:t>
            </a:r>
          </a:p>
          <a:p>
            <a:r>
              <a:t>Mode: Math</a:t>
            </a:r>
          </a:p>
          <a:p>
            <a:r>
              <a:t>Goal: Use multiplication and division of fractions to find repeated cuts, centres and offcuts including stated kerf.</a:t>
            </a:r>
          </a:p>
          <a:p>
            <a:r>
              <a:t>Read: Textbook sections 4.7 pp.67–70; fraction worksheets pp.71–74</a:t>
            </a:r>
          </a:p>
          <a:p>
            <a:r>
              <a:t>Practise: Exercise Book 4A Q16–17 (p.26); 4B Q1,4–7 (pp.27–28); 4C Q5 (p.30)</a:t>
            </a:r>
          </a:p>
          <a:p>
            <a:r>
              <a:t>Tool: Shape Canvas: model repeated rectangular pieces in in units; add text labels for stock and kerf. Check paper answers with the Numeracy Hub Calculator.</a:t>
            </a:r>
          </a:p>
          <a:p/>
          <a:p>
            <a:r>
              <a:t>EXACT SCHEDULED STEPS</a:t>
            </a:r>
          </a:p>
          <a:p>
            <a:r>
              <a:t>2:15 PM–2:20 PM | 1 Start | 5 min</a:t>
            </a:r>
          </a:p>
          <a:p>
            <a:r>
              <a:t>Instructor: Connect fractions in cut lists, centres and kerf to reading a carpentry drawing or preparing a cut list. State the objective.</a:t>
            </a:r>
          </a:p>
          <a:p>
            <a:r>
              <a:t>Learners: Share a prior use of this skill; identify the quantity and unit.</a:t>
            </a:r>
          </a:p>
          <a:p>
            <a:r>
              <a:t>Materials/check: Notebook; calculator</a:t>
            </a:r>
          </a:p>
          <a:p>
            <a:r>
              <a:t>Source: 'Math Week 4'!A46:F46</a:t>
            </a:r>
          </a:p>
          <a:p/>
          <a:p>
            <a:r>
              <a:t>2:20 PM–2:25 PM | 2 Recall | 5 min</a:t>
            </a:r>
          </a:p>
          <a:p>
            <a:r>
              <a:t>Instructor: Ask how many equal gaps lie between nine marked points. Review the difference between a piece and a saw cut.</a:t>
            </a:r>
          </a:p>
          <a:p>
            <a:r>
              <a:t>Learners: Attempt the short retrieval task independently; explain the method before seeing answers.</a:t>
            </a:r>
          </a:p>
          <a:p>
            <a:r>
              <a:t>Materials/check: Identify support needs</a:t>
            </a:r>
          </a:p>
          <a:p>
            <a:r>
              <a:t>Source: 'Math Week 4'!A47:F47</a:t>
            </a:r>
          </a:p>
          <a:p/>
          <a:p>
            <a:r>
              <a:t>2:25 PM–2:40 PM | 3 Teach | 15 min</a:t>
            </a:r>
          </a:p>
          <a:p>
            <a:r>
              <a:t>Instructor: Model Exercise Book 4B Q1 including all three kerfs. Demonstrate reciprocal division using a centre-line or shim example.</a:t>
            </a:r>
          </a:p>
          <a:p>
            <a:r>
              <a:t>Learners: Annotate a worked example; predict the next step and ask questions.</a:t>
            </a:r>
          </a:p>
          <a:p>
            <a:r>
              <a:t>Materials/check: Textbook; worked example</a:t>
            </a:r>
          </a:p>
          <a:p>
            <a:r>
              <a:t>Source: 'Math Week 4'!A48:F48</a:t>
            </a:r>
          </a:p>
          <a:p/>
          <a:p>
            <a:r>
              <a:t>2:40 PM–2:55 PM | 4 Together | 15 min</a:t>
            </a:r>
          </a:p>
          <a:p>
            <a:r>
              <a:t>Instructor: Solve Exercise Book 4B Q4–5 together. Draw the equal spaces for Q6 before forming the equation.</a:t>
            </a:r>
          </a:p>
          <a:p>
            <a:r>
              <a:t>Learners: Work in pairs; alternate calculator operator and checker. Show units and an estimated answer.</a:t>
            </a:r>
          </a:p>
          <a:p>
            <a:r>
              <a:t>Materials/check: Exercise Book; tool above</a:t>
            </a:r>
          </a:p>
          <a:p>
            <a:r>
              <a:t>Source: 'Math Week 4'!A49:F49</a:t>
            </a:r>
          </a:p>
          <a:p/>
          <a:p>
            <a:r>
              <a:t>2:55 PM–3:15 PM | 5 Practise | 20 min</a:t>
            </a:r>
          </a:p>
          <a:p>
            <a:r>
              <a:t>Instructor: Solve Exercise Book 4A Q16–17, 4B Q6–7 and 4C Q5 as time permits. Explain why complete pieces round down; use only the kerf given in the question.</a:t>
            </a:r>
          </a:p>
          <a:p>
            <a:r>
              <a:t>Learners: Solve on paper first; use the tool to check; correct one error with a written reason.</a:t>
            </a:r>
          </a:p>
          <a:p>
            <a:r>
              <a:t>Materials/check: Paper first; tool second</a:t>
            </a:r>
          </a:p>
          <a:p>
            <a:r>
              <a:t>Source: 'Math Week 4'!A50:F50</a:t>
            </a:r>
          </a:p>
          <a:p/>
          <a:p>
            <a:r>
              <a:t>3:15 PM–3:25 PM | 6 Check | 10 min</a:t>
            </a:r>
          </a:p>
          <a:p>
            <a:r>
              <a:t>Instructor: Exercise Book 4B Q5 and Q7; show centre line, complete pieces and offcut.</a:t>
            </a:r>
          </a:p>
          <a:p>
            <a:r>
              <a:t>Learners: Solve without displayed answers; include working, units and the requested rounding.</a:t>
            </a:r>
          </a:p>
          <a:p>
            <a:r>
              <a:t>Materials/check: Teacher answers below</a:t>
            </a:r>
          </a:p>
          <a:p>
            <a:r>
              <a:t>Source: 'Math Week 4'!A51:F51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4'!A52:F52</a:t>
            </a:r>
          </a:p>
          <a:p/>
          <a:p>
            <a:r>
              <a:t>INSTRUCTOR ONLY: REVEAL ASSESSMENT ANSWERS AFTER THE ATTEMPT</a:t>
            </a:r>
          </a:p>
          <a:p>
            <a:r>
              <a:t>4B Q5 = 7 13/16 in; Q7 = 15 spacers, 2 1/2 in offcut. Answer Key p.13. Answer Key pp.13–14</a:t>
            </a:r>
          </a:p>
          <a:p/>
          <a:p>
            <a:r>
              <a:t>Bridge fractional inches to decimals; retain exact fractions until the required rounding step.</a:t>
            </a:r>
          </a:p>
          <a:p/>
          <a:p>
            <a:r>
              <a:t>Sources: 'Math Week 4'!A11:E11; 'Carpentry Schedule'!B39; 'Math Week 4'!A40</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4B-Q7</a:t>
            </a:r>
          </a:p>
          <a:p>
            <a:r>
              <a:t>Exact question: How many 4 3/8 in spacers can be cut from a 70 in bar? You make one cut for each spacer and the kerf is  1/8 in. How long is the offcut?</a:t>
            </a:r>
          </a:p>
          <a:p>
            <a:r>
              <a:t>Instructor answer: 15 spacers, offcut 2 1/2 in</a:t>
            </a:r>
          </a:p>
          <a:p>
            <a:r>
              <a:t>Working: Each spacer uses 4 3/8 +  1/8 = 4 1/2 in. 70 ÷ 4 1/2 = 15 5/9, so 15 spacers. 15 × 4 1/2 = 67 1/2 in, offcut 2 1/2 in.</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W04-L02 | 2026-11-16 | 2:15 PM–3:30 PM | 75 minutes</a:t>
            </a:r>
          </a:p>
          <a:p>
            <a:r>
              <a:t>Fraction cut lists, centre lines and kerf</a:t>
            </a:r>
          </a:p>
          <a:p>
            <a:r>
              <a:t>Mode: Math</a:t>
            </a:r>
          </a:p>
          <a:p>
            <a:r>
              <a:t>Goal: Use multiplication and division of fractions to find repeated cuts, centres and offcuts including stated kerf.</a:t>
            </a:r>
          </a:p>
          <a:p>
            <a:r>
              <a:t>Read: Textbook sections 4.7 pp.67–70; fraction worksheets pp.71–74</a:t>
            </a:r>
          </a:p>
          <a:p>
            <a:r>
              <a:t>Practise: Exercise Book 4A Q16–17 (p.26); 4B Q1,4–7 (pp.27–28); 4C Q5 (p.30)</a:t>
            </a:r>
          </a:p>
          <a:p>
            <a:r>
              <a:t>Tool: Shape Canvas: model repeated rectangular pieces in in units; add text labels for stock and kerf. Check paper answers with the Numeracy Hub Calculator.</a:t>
            </a:r>
          </a:p>
          <a:p/>
          <a:p>
            <a:r>
              <a:t>EXACT SCHEDULED STEPS</a:t>
            </a:r>
          </a:p>
          <a:p>
            <a:r>
              <a:t>2:15 PM–2:20 PM | 1 Start | 5 min</a:t>
            </a:r>
          </a:p>
          <a:p>
            <a:r>
              <a:t>Instructor: Connect fractions in cut lists, centres and kerf to reading a carpentry drawing or preparing a cut list. State the objective.</a:t>
            </a:r>
          </a:p>
          <a:p>
            <a:r>
              <a:t>Learners: Share a prior use of this skill; identify the quantity and unit.</a:t>
            </a:r>
          </a:p>
          <a:p>
            <a:r>
              <a:t>Materials/check: Notebook; calculator</a:t>
            </a:r>
          </a:p>
          <a:p>
            <a:r>
              <a:t>Source: 'Math Week 4'!A46:F46</a:t>
            </a:r>
          </a:p>
          <a:p/>
          <a:p>
            <a:r>
              <a:t>2:20 PM–2:25 PM | 2 Recall | 5 min</a:t>
            </a:r>
          </a:p>
          <a:p>
            <a:r>
              <a:t>Instructor: Ask how many equal gaps lie between nine marked points. Review the difference between a piece and a saw cut.</a:t>
            </a:r>
          </a:p>
          <a:p>
            <a:r>
              <a:t>Learners: Attempt the short retrieval task independently; explain the method before seeing answers.</a:t>
            </a:r>
          </a:p>
          <a:p>
            <a:r>
              <a:t>Materials/check: Identify support needs</a:t>
            </a:r>
          </a:p>
          <a:p>
            <a:r>
              <a:t>Source: 'Math Week 4'!A47:F47</a:t>
            </a:r>
          </a:p>
          <a:p/>
          <a:p>
            <a:r>
              <a:t>2:25 PM–2:40 PM | 3 Teach | 15 min</a:t>
            </a:r>
          </a:p>
          <a:p>
            <a:r>
              <a:t>Instructor: Model Exercise Book 4B Q1 including all three kerfs. Demonstrate reciprocal division using a centre-line or shim example.</a:t>
            </a:r>
          </a:p>
          <a:p>
            <a:r>
              <a:t>Learners: Annotate a worked example; predict the next step and ask questions.</a:t>
            </a:r>
          </a:p>
          <a:p>
            <a:r>
              <a:t>Materials/check: Textbook; worked example</a:t>
            </a:r>
          </a:p>
          <a:p>
            <a:r>
              <a:t>Source: 'Math Week 4'!A48:F48</a:t>
            </a:r>
          </a:p>
          <a:p/>
          <a:p>
            <a:r>
              <a:t>2:40 PM–2:55 PM | 4 Together | 15 min</a:t>
            </a:r>
          </a:p>
          <a:p>
            <a:r>
              <a:t>Instructor: Solve Exercise Book 4B Q4–5 together. Draw the equal spaces for Q6 before forming the equation.</a:t>
            </a:r>
          </a:p>
          <a:p>
            <a:r>
              <a:t>Learners: Work in pairs; alternate calculator operator and checker. Show units and an estimated answer.</a:t>
            </a:r>
          </a:p>
          <a:p>
            <a:r>
              <a:t>Materials/check: Exercise Book; tool above</a:t>
            </a:r>
          </a:p>
          <a:p>
            <a:r>
              <a:t>Source: 'Math Week 4'!A49:F49</a:t>
            </a:r>
          </a:p>
          <a:p/>
          <a:p>
            <a:r>
              <a:t>2:55 PM–3:15 PM | 5 Practise | 20 min</a:t>
            </a:r>
          </a:p>
          <a:p>
            <a:r>
              <a:t>Instructor: Solve Exercise Book 4A Q16–17, 4B Q6–7 and 4C Q5 as time permits. Explain why complete pieces round down; use only the kerf given in the question.</a:t>
            </a:r>
          </a:p>
          <a:p>
            <a:r>
              <a:t>Learners: Solve on paper first; use the tool to check; correct one error with a written reason.</a:t>
            </a:r>
          </a:p>
          <a:p>
            <a:r>
              <a:t>Materials/check: Paper first; tool second</a:t>
            </a:r>
          </a:p>
          <a:p>
            <a:r>
              <a:t>Source: 'Math Week 4'!A50:F50</a:t>
            </a:r>
          </a:p>
          <a:p/>
          <a:p>
            <a:r>
              <a:t>3:15 PM–3:25 PM | 6 Check | 10 min</a:t>
            </a:r>
          </a:p>
          <a:p>
            <a:r>
              <a:t>Instructor: Exercise Book 4B Q5 and Q7; show centre line, complete pieces and offcut.</a:t>
            </a:r>
          </a:p>
          <a:p>
            <a:r>
              <a:t>Learners: Solve without displayed answers; include working, units and the requested rounding.</a:t>
            </a:r>
          </a:p>
          <a:p>
            <a:r>
              <a:t>Materials/check: Teacher answers below</a:t>
            </a:r>
          </a:p>
          <a:p>
            <a:r>
              <a:t>Source: 'Math Week 4'!A51:F51</a:t>
            </a:r>
          </a:p>
          <a:p/>
          <a:p>
            <a:r>
              <a:t>3:25 PM–3:30 PM | 7 Wrap up | 5 min</a:t>
            </a:r>
          </a:p>
          <a:p>
            <a:r>
              <a:t>Instructor: Ask: What did you learn? Where will you use it? What will you check next time?</a:t>
            </a:r>
          </a:p>
          <a:p>
            <a:r>
              <a:t>Learners: Name the math and one other essential skill used; write the next practice step.</a:t>
            </a:r>
          </a:p>
          <a:p>
            <a:r>
              <a:t>Materials/check: Notebook / error log</a:t>
            </a:r>
          </a:p>
          <a:p>
            <a:r>
              <a:t>Source: 'Math Week 4'!A52:F52</a:t>
            </a:r>
          </a:p>
          <a:p/>
          <a:p>
            <a:r>
              <a:t>INSTRUCTOR ONLY: REVEAL ASSESSMENT ANSWERS AFTER THE ATTEMPT</a:t>
            </a:r>
          </a:p>
          <a:p>
            <a:r>
              <a:t>4B Q5 = 7 13/16 in; Q7 = 15 spacers, 2 1/2 in offcut. Answer Key p.13. Answer Key pp.13–14</a:t>
            </a:r>
          </a:p>
          <a:p/>
          <a:p>
            <a:r>
              <a:t>Bridge fractional inches to decimals; retain exact fractions until the required rounding step.</a:t>
            </a:r>
          </a:p>
          <a:p/>
          <a:p>
            <a:r>
              <a:t>Sources: 'Math Week 4'!A11:E11; 'Carpentry Schedule'!B39; 'Math Week 4'!A40</a:t>
            </a:r>
          </a:p>
          <a:p>
            <a:r>
              <a:t>Navigation/resource slides support these scheduled steps and do not add instructional time.</a:t>
            </a:r>
          </a:p>
          <a:p>
            <a:r>
              <a:t>SLIDE PLACEMENT: Wrap up, 3:25 PM–3:30 PM. All slides with this phase share these 5 minutes; do not restart the time allocation for each slide.</a:t>
            </a:r>
          </a:p>
          <a:p/>
          <a:p>
            <a:r>
              <a:t>Next scheduled learning: Bridge fractional inches to decimals; retain exact fractions until the required rounding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5.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5.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5.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5.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5.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5.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5.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hyperlink" Target="../Resources/ACCESS-Tools/books/ACCESS-Trades-Numeracy-Textbook.pdf#page=65"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Resources/ACCESS-Tools/books/ACCESS-Trades-Numeracy-Textbook.pdf#page=65"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5.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5.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5.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5.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5.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Resources/ACCESS-Tools/books/ACCESS-Trades-Numeracy-Textbook.pdf#page=59"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5.png"/><Relationship Id="rId4" Type="http://schemas.openxmlformats.org/officeDocument/2006/relationships/hyperlink" Target="../Resources/ACCESS-Tools/books/ACCESS-Trades-Numeracy-Textbook.pdf#page=59"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5.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hyperlink" Target="../Resources/ACCESS-Tools/books/ACCESS-Trades-Numeracy-Textbook.pdf#page=67"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hyperlink" Target="../Resources/ACCESS-Tools/books/ACCESS-Trades-Numeracy-Textbook.pdf#page=67"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hyperlink" Target="../Resources/ACCESS-Tools/books/ACCESS-Trades-Numeracy-Textbook.pdf#page=67" TargetMode="External"/><Relationship Id="rId6" Type="http://schemas.openxmlformats.org/officeDocument/2006/relationships/hyperlink" Target="../Resources/ACCESS-Tools/books/ACCESS-Trades-Numeracy-Exercise-Book.pdf#page=2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hyperlink" Target="../Resources/ACCESS-Tools/books/ACCESS-Trades-Numeracy-Textbook.pdf#page=67" TargetMode="External"/><Relationship Id="rId6" Type="http://schemas.openxmlformats.org/officeDocument/2006/relationships/hyperlink" Target="../Resources/ACCESS-Tools/books/ACCESS-Trades-Numeracy-Exercise-Book.pdf#page=2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Resources/ACCESS-Tools/books/ACCESS-Trades-Numeracy-Textbook.pdf#page=67"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Resources/ACCESS-Tools/books/ACCESS-Trades-Numeracy-Textbook.pdf#page=67"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hyperlink" Target="../Resources/ACCESS-Tools/books/ACCESS-Trades-Numeracy-Textbook.pdf#page=67"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hyperlink" Target="../Resources/ACCESS-Tools/books/ACCESS-Trades-Numeracy-Textbook.pdf#page=67" TargetMode="External"/><Relationship Id="rId6" Type="http://schemas.openxmlformats.org/officeDocument/2006/relationships/hyperlink" Target="../Resources/ACCESS-Tools/books/ACCESS-Trades-Numeracy-Exercise-Book.pdf#page=2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hyperlink" Target="../Resources/ACCESS-Tools/books/ACCESS-Trades-Numeracy-Textbook.pdf#page=67" TargetMode="External"/><Relationship Id="rId6" Type="http://schemas.openxmlformats.org/officeDocument/2006/relationships/hyperlink" Target="../Resources/ACCESS-Tools/books/ACCESS-Trades-Numeracy-Exercise-Book.pdf#page=2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10  |  Monday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November 16,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Fraction addition and subtraction: job practice</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Fraction cut lists, centre lines and kerf</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4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10  •  2026-11-16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10  /  WEEK 4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Fraction addition and subtraction: job practice</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4, Lesson 1</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Fraction cut lists, centre lines and kerf</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4, Lesson 2</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W04-L01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Fraction addition and subtraction: job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4.3–4.6 pp.59–66</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Add or subtract mixed-inch sizes using common denominators and record the result in lowest terms.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Share a prior use of this skill; identify the quantity and unit.</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4.3–4.6 pp.59–66</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4A Q10–15 (p.26); 4B Q2–3 (p.27)</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W04-L01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4.3–4.6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Use the Week 3 checks to review common denominators and regrouping. Start with Exercise Book 4A questions 6 and 10.</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Q10–15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W04-L01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from the Exercise Book  |  4A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4.3–4.6 pp.59–66</a:t>
            </a:r>
          </a:p>
        </p:txBody>
      </p:sp>
      <p:pic>
        <p:nvPicPr>
          <p:cNvPr id="5" name="Picture 4" descr="4A-Q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Add lengths with matching parts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4.3–4.6 pp.59–66</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one unit: write every length in inches before combining it.</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Choose a common denominator so both fractions name equal-sized parts.</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Rewrite equivalent fractions; add numerators and keep the common denominator.</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Combine whole inches, carry any whole from the fraction, then reduce.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Subtract across a whole inch</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4.3–4.6 pp.59–66</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Compare the fractional parts before you subtract.</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If needed, trade one whole inch for a full denominator of fractional parts.</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Subtract whole and fractional parts; simplify the result.</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by adding the result to the length you took away.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W04-L01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Use the overall dimension as a check</a:t>
            </a:r>
            <a:endParaRPr lang="en-US" sz="3000" dirty="0"/>
          </a:p>
        </p:txBody>
      </p:sp>
      <p:sp>
        <p:nvSpPr>
          <p:cNvPr id="5" name="Text 3"/>
          <p:cNvSpPr/>
          <p:nvPr/>
        </p:nvSpPr>
        <p:spPr>
          <a:xfrm>
            <a:off x="609585" y="1714500"/>
            <a:ext cx="10972526" cy="319980"/>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Classroom sketch: total 12 1/2 in; known parts 3 3/4 in and 2 5/8 in.</a:t>
            </a:r>
            <a:endParaRPr lang="en-US" sz="1800" dirty="0"/>
          </a:p>
        </p:txBody>
      </p:sp>
      <p:sp>
        <p:nvSpPr>
          <p:cNvPr id="6" name="Text 4"/>
          <p:cNvSpPr/>
          <p:nvPr/>
        </p:nvSpPr>
        <p:spPr>
          <a:xfrm>
            <a:off x="609585" y="2571750"/>
            <a:ext cx="10972526" cy="853380"/>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Known = 3 6/8 + 2 5/8 = 6 3/8 in</a:t>
            </a:r>
            <a:endParaRPr lang="en-US" sz="2400" dirty="0"/>
          </a:p>
          <a:p>
            <a:pPr marL="0" indent="0" algn="l">
              <a:buNone/>
            </a:pPr>
            <a:r>
              <a:rPr lang="en-US" sz="2400" dirty="0">
                <a:solidFill>
                  <a:srgbClr val="000000"/>
                </a:solidFill>
                <a:latin typeface="Arial" pitchFamily="34" charset="0"/>
                <a:ea typeface="Arial" pitchFamily="34" charset="-122"/>
                <a:cs typeface="Arial" pitchFamily="34" charset="-120"/>
              </a:rPr>
              <a:t>Remaining = 12 4/8 − 6 3/8 = 6 1/8 in</a:t>
            </a:r>
            <a:endParaRPr lang="en-US" sz="2400" dirty="0"/>
          </a:p>
        </p:txBody>
      </p:sp>
      <p:sp>
        <p:nvSpPr>
          <p:cNvPr id="7" name="Text 5"/>
          <p:cNvSpPr/>
          <p:nvPr/>
        </p:nvSpPr>
        <p:spPr>
          <a:xfrm>
            <a:off x="609585" y="3905250"/>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Check: 6 3/8 + 6 1/8 = 12 1/2 in.</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Mark the fractional part on a rule.</a:t>
            </a:r>
            <a:endParaRPr lang="en-US" sz="1800" dirty="0"/>
          </a:p>
        </p:txBody>
      </p:sp>
      <p:sp>
        <p:nvSpPr>
          <p:cNvPr id="8" name="Text 6"/>
          <p:cNvSpPr/>
          <p:nvPr/>
        </p:nvSpPr>
        <p:spPr>
          <a:xfrm>
            <a:off x="609585" y="4953000"/>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4A Q14(a), Q15(a), then 4B Q2. Explain regrouping to a partner; check fraction entry on the selected calculator.</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W4 L1 • Shape Canvas: fractional dimensions in inches • New classroom example</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3" name="TextBox 12"/>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4" name="TextBox 13"/>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5" name="TextBox 14"/>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6" name="TextBox 15"/>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08</a:t>
            </a:r>
          </a:p>
        </p:txBody>
      </p:sp>
    </p:spTree>
    <p:extLst>
      <p:ext uri="{BB962C8B-B14F-4D97-AF65-F5344CB8AC3E}">
        <p14:creationId xmlns:p14="http://schemas.microsoft.com/office/powerpoint/2010/main" val="877028172"/>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65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4.3–4.6 pp.59–66</a:t>
            </a:r>
          </a:p>
        </p:txBody>
      </p:sp>
      <p:pic>
        <p:nvPicPr>
          <p:cNvPr id="5" name="Picture 4" descr="W04-L01.png"/>
          <p:cNvPicPr>
            <a:picLocks noChangeAspect="1"/>
          </p:cNvPicPr>
          <p:nvPr/>
        </p:nvPicPr>
        <p:blipFill>
          <a:blip r:embed="rId3"/>
          <a:stretch>
            <a:fillRect/>
          </a:stretch>
        </p:blipFill>
        <p:spPr>
          <a:xfrm>
            <a:off x="685800" y="2399317"/>
            <a:ext cx="10698480" cy="265372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p.65 • Figure 4.9 — Fractional cut-list dimensions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65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4.3–4.6 pp.59–66</a:t>
            </a:r>
          </a:p>
        </p:txBody>
      </p:sp>
      <p:pic>
        <p:nvPicPr>
          <p:cNvPr id="5" name="Picture 4" descr="W04-L01-2.png"/>
          <p:cNvPicPr>
            <a:picLocks noChangeAspect="1"/>
          </p:cNvPicPr>
          <p:nvPr/>
        </p:nvPicPr>
        <p:blipFill>
          <a:blip r:embed="rId3"/>
          <a:stretch>
            <a:fillRect/>
          </a:stretch>
        </p:blipFill>
        <p:spPr>
          <a:xfrm>
            <a:off x="685800" y="2272228"/>
            <a:ext cx="10698480" cy="290790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p.65 • Example 4.9 — Common denominator and carrying a whole inch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4.3–4.6 pp.59–66</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learner adds the denominators when adding two fractional lengths. What must stay the same?</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The denominator names the size of each part. Rename with a common denominator; add only numerators.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4.3–4.6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Exercise Book 4A Q14(a) and Q15(a), then Exercise Book 4B Q2. Explain the regrouping to a partner.</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Q10–15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4A Q14a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4.3–4.6 pp.59–66</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4A Q14a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4.3–4.6 pp.59–66</a:t>
            </a:r>
          </a:p>
        </p:txBody>
      </p:sp>
      <p:pic>
        <p:nvPicPr>
          <p:cNvPr id="5" name="Picture 4" descr="4A-Q14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(a)  1 1/16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4.3–4.6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remaining Exercise Book 4A Q14–15 and 4B Q3. Mark each result on a paper rule; use calculator checking only after the written solution.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Q10–15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4.3–4.6 pp.59–66</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4.3–4.6 pp.59–66</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Set Shape Canvas to in and enter the fractional rectangle dimensions from today’s work.</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Calculate the assigned addition or subtraction on paper; mark the result on a paper rule.</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the selected Numeracy Hub calculator to check the fraction entry and compare results.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4A Q14b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4.3–4.6 pp.59–66</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4A Q15b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4.3–4.6 pp.59–66</a:t>
            </a:r>
          </a:p>
        </p:txBody>
      </p:sp>
      <p:pic>
        <p:nvPicPr>
          <p:cNvPr id="5" name="Picture 4" descr="4A-Q15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4.3–4.6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4A Q14(b) and Q15(b). Show common denominators and simplified answers.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Q10–15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4A Q14b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4.3–4.6 pp.59–66</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4A Q15b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4.3–4.6 pp.59–66</a:t>
            </a:r>
          </a:p>
        </p:txBody>
      </p:sp>
      <p:pic>
        <p:nvPicPr>
          <p:cNvPr id="5" name="Picture 4" descr="4A-Q15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W04-L01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4.3–4.6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Q10–15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10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Fraction cut lists, centre lines and kerf</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10  •  2026-11-16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W04-L02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Fraction cut lists, centre lines and kerf</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4.7 pp.67–70; fraction worksheets pp.71–74</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Use multiplication and division of fractions to find repeated cuts, centres and offcuts including stated kerf.</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Share a prior use of this skill; identify the quantity and unit.</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4.7 pp.67–70; fraction worksheets pp.71–74</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4A Q16–17 (p.26); 4B Q1,4–7 (pp.27–28); 4C Q5 (p.30)</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W04-L02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4.7 pp.67–70; fraction worksheets pp.71–74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Explain how many equal gaps lie between nine marked points. Review the difference between a piece and a saw cut.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Q16–17 (p.26); 4B Q1,4–7 (pp.27–28);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Count pieces, spaces and cuts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4.7 pp.67–70; fraction worksheets pp.71–74</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Draw the stock and label every required piece before calculating.</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Total repeated pieces = number of pieces × length of one piece.</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Count the saw cuts shown in the problem; include each stated kerf.</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Offcut = stock length − piece lengths − total stated kerf.</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Divide lengths into equal parts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4.7 pp.67–70; fraction worksheets pp.71–74</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Nine marked points have eight spaces between the first and last point.</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For equal spacing, divide the span by the number of spaces.</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Divide by a fraction by multiplying by its reciprocal.</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Round down for complete pieces; keep the remainder as an offcut.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W04-L02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Keep cutting loss inside the used total</a:t>
            </a:r>
            <a:endParaRPr lang="en-US" sz="3000" dirty="0"/>
          </a:p>
        </p:txBody>
      </p:sp>
      <p:sp>
        <p:nvSpPr>
          <p:cNvPr id="5" name="Text 3"/>
          <p:cNvSpPr/>
          <p:nvPr/>
        </p:nvSpPr>
        <p:spPr>
          <a:xfrm>
            <a:off x="609585" y="1714500"/>
            <a:ext cx="10972526" cy="319980"/>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Exercise Book 4B Q1: 96 in stock; three stated 1/8 in kerfs.</a:t>
            </a:r>
            <a:endParaRPr lang="en-US" sz="1800" dirty="0"/>
          </a:p>
        </p:txBody>
      </p:sp>
      <p:sp>
        <p:nvSpPr>
          <p:cNvPr id="6" name="Text 4"/>
          <p:cNvSpPr/>
          <p:nvPr/>
        </p:nvSpPr>
        <p:spPr>
          <a:xfrm>
            <a:off x="609585" y="2476500"/>
            <a:ext cx="10972526" cy="1119783"/>
          </a:xfrm>
          <a:prstGeom prst="rect">
            <a:avLst/>
          </a:prstGeom>
          <a:noFill/>
          <a:ln/>
        </p:spPr>
        <p:txBody>
          <a:bodyPr wrap="square" lIns="0" tIns="0" rIns="0" bIns="0" rtlCol="0" anchor="t"/>
          <a:lstStyle/>
          <a:p>
            <a:pPr marL="0" indent="0" algn="l">
              <a:buNone/>
            </a:pPr>
            <a:r>
              <a:rPr lang="en-US" sz="2100" dirty="0">
                <a:solidFill>
                  <a:srgbClr val="000000"/>
                </a:solidFill>
                <a:latin typeface="Arial" pitchFamily="34" charset="0"/>
                <a:ea typeface="Arial" pitchFamily="34" charset="-122"/>
                <a:cs typeface="Arial" pitchFamily="34" charset="-120"/>
              </a:rPr>
              <a:t>Pieces = 27 5/8 + 19 3/16 + 33 1/2 = 80 5/16 in</a:t>
            </a:r>
            <a:endParaRPr lang="en-US" sz="2100" dirty="0"/>
          </a:p>
          <a:p>
            <a:pPr marL="0" indent="0" algn="l">
              <a:buNone/>
            </a:pPr>
            <a:r>
              <a:rPr lang="en-US" sz="2100" dirty="0">
                <a:solidFill>
                  <a:srgbClr val="000000"/>
                </a:solidFill>
                <a:latin typeface="Arial" pitchFamily="34" charset="0"/>
                <a:ea typeface="Arial" pitchFamily="34" charset="-122"/>
                <a:cs typeface="Arial" pitchFamily="34" charset="-120"/>
              </a:rPr>
              <a:t>Kerf = 3 × 1/8 = 3/8 = 6/16 in</a:t>
            </a:r>
            <a:endParaRPr lang="en-US" sz="2100" dirty="0"/>
          </a:p>
          <a:p>
            <a:pPr marL="0" indent="0" algn="l">
              <a:buNone/>
            </a:pPr>
            <a:r>
              <a:rPr lang="en-US" sz="2100" dirty="0">
                <a:solidFill>
                  <a:srgbClr val="000000"/>
                </a:solidFill>
                <a:latin typeface="Arial" pitchFamily="34" charset="0"/>
                <a:ea typeface="Arial" pitchFamily="34" charset="-122"/>
                <a:cs typeface="Arial" pitchFamily="34" charset="-120"/>
              </a:rPr>
              <a:t>Offcut = 96 − 80 11/16 = 15 5/16 in</a:t>
            </a:r>
            <a:endParaRPr lang="en-US" sz="2100" dirty="0"/>
          </a:p>
        </p:txBody>
      </p:sp>
      <p:sp>
        <p:nvSpPr>
          <p:cNvPr id="7" name="Text 5"/>
          <p:cNvSpPr/>
          <p:nvPr/>
        </p:nvSpPr>
        <p:spPr>
          <a:xfrm>
            <a:off x="609585" y="4048125"/>
            <a:ext cx="10972526" cy="319980"/>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Check: pieces + kerf + offcut = 96 in.</a:t>
            </a:r>
            <a:endParaRPr lang="en-US" sz="1800" dirty="0"/>
          </a:p>
        </p:txBody>
      </p:sp>
      <p:sp>
        <p:nvSpPr>
          <p:cNvPr id="8" name="Text 6"/>
          <p:cNvSpPr/>
          <p:nvPr/>
        </p:nvSpPr>
        <p:spPr>
          <a:xfrm>
            <a:off x="609585" y="4810125"/>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4B Q4–5. Draw equal spaces for Q6 before writing an equation. Shape Canvas: repeated rectangles plus stock and kerf labels.</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W4 L2 • Given kerf is problem data, not a universal allowance</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3" name="TextBox 12"/>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4" name="TextBox 13"/>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5" name="TextBox 14"/>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6" name="TextBox 15"/>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29</a:t>
            </a:r>
          </a:p>
        </p:txBody>
      </p:sp>
    </p:spTree>
    <p:extLst>
      <p:ext uri="{BB962C8B-B14F-4D97-AF65-F5344CB8AC3E}">
        <p14:creationId xmlns:p14="http://schemas.microsoft.com/office/powerpoint/2010/main" val="2558295909"/>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67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4.7 pp.67–70; fraction worksheets pp.71–74</a:t>
            </a:r>
          </a:p>
        </p:txBody>
      </p:sp>
      <p:pic>
        <p:nvPicPr>
          <p:cNvPr id="5" name="Picture 4" descr="W04-L02.png"/>
          <p:cNvPicPr>
            <a:picLocks noChangeAspect="1"/>
          </p:cNvPicPr>
          <p:nvPr/>
        </p:nvPicPr>
        <p:blipFill>
          <a:blip r:embed="rId3"/>
          <a:stretch>
            <a:fillRect/>
          </a:stretch>
        </p:blipFill>
        <p:spPr>
          <a:xfrm>
            <a:off x="685800" y="2904063"/>
            <a:ext cx="10698480" cy="164423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p.67 • Saw cuts in fractions — Count the stated kerfs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67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4.7 pp.67–70; fraction worksheets pp.71–74</a:t>
            </a:r>
          </a:p>
        </p:txBody>
      </p:sp>
      <p:pic>
        <p:nvPicPr>
          <p:cNvPr id="5" name="Picture 4" descr="W04-L02-2.png"/>
          <p:cNvPicPr>
            <a:picLocks noChangeAspect="1"/>
          </p:cNvPicPr>
          <p:nvPr/>
        </p:nvPicPr>
        <p:blipFill>
          <a:blip r:embed="rId3"/>
          <a:stretch>
            <a:fillRect/>
          </a:stretch>
        </p:blipFill>
        <p:spPr>
          <a:xfrm>
            <a:off x="685800" y="2044370"/>
            <a:ext cx="10698480" cy="336361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p.67 • Example 4.11 — Pieces, kerf and offcut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4.7 pp.67–70; fraction worksheets pp.71–74</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cut list has three pieces. Can you assume there are always three cuts?</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No. Draw and count the cuts required by that question. Use only its stated kerf.</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4.7 pp.67–70; fraction worksheets pp.71–74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Solve Exercise Book 4B Q4–5 together. Draw the equal spaces for Q6 before forming the equation.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Q16–17 (p.26); 4B Q1,4–7 (pp.27–28);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4B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4.7 pp.67–70; fraction worksheets pp.71–74</a:t>
            </a:r>
          </a:p>
        </p:txBody>
      </p:sp>
      <p:pic>
        <p:nvPicPr>
          <p:cNvPr id="5" name="Picture 4" descr="4B-Q4.png"/>
          <p:cNvPicPr>
            <a:picLocks noChangeAspect="1"/>
          </p:cNvPicPr>
          <p:nvPr/>
        </p:nvPicPr>
        <p:blipFill>
          <a:blip r:embed="rId3"/>
          <a:stretch>
            <a:fillRect/>
          </a:stretch>
        </p:blipFill>
        <p:spPr>
          <a:xfrm>
            <a:off x="685800" y="2820416"/>
            <a:ext cx="10698480" cy="151891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4B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4.7 pp.67–70; fraction worksheets pp.71–74</a:t>
            </a:r>
          </a:p>
        </p:txBody>
      </p:sp>
      <p:pic>
        <p:nvPicPr>
          <p:cNvPr id="5" name="Picture 4" descr="4B-Q4.png"/>
          <p:cNvPicPr>
            <a:picLocks noChangeAspect="1"/>
          </p:cNvPicPr>
          <p:nvPr/>
        </p:nvPicPr>
        <p:blipFill>
          <a:blip r:embed="rId3"/>
          <a:stretch>
            <a:fillRect/>
          </a:stretch>
        </p:blipFill>
        <p:spPr>
          <a:xfrm>
            <a:off x="721580" y="1783080"/>
            <a:ext cx="10626918" cy="150876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6 shims</a:t>
            </a:r>
          </a:p>
        </p:txBody>
      </p:sp>
      <p:sp>
        <p:nvSpPr>
          <p:cNvPr id="8" name="TextBox 7"/>
          <p:cNvSpPr txBox="1"/>
          <p:nvPr/>
        </p:nvSpPr>
        <p:spPr>
          <a:xfrm>
            <a:off x="685800" y="5166360"/>
            <a:ext cx="10698480" cy="685800"/>
          </a:xfrm>
          <a:prstGeom prst="rect">
            <a:avLst/>
          </a:prstGeom>
          <a:noFill/>
        </p:spPr>
        <p:txBody>
          <a:bodyPr wrap="square" lIns="0" rIns="0" tIns="0" bIns="0">
            <a:spAutoFit/>
          </a:bodyPr>
          <a:lstStyle/>
          <a:p>
            <a:pPr>
              <a:spcBef>
                <a:spcPts val="0"/>
              </a:spcBef>
              <a:spcAft>
                <a:spcPts val="300"/>
              </a:spcAft>
              <a:defRPr sz="1900" b="0">
                <a:solidFill>
                  <a:srgbClr val="4A4E54"/>
                </a:solidFill>
                <a:latin typeface="Arial"/>
              </a:defRPr>
            </a:pPr>
            <a:r>
              <a:rPr/>
              <a:t>3/16 ÷  1/32 =  3/16 ×  32/1 = 6</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4.7 pp.67–70; fraction worksheets pp.71–74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Solve Exercise Book 4A Q16–17, 4B Q6–7 and 4C Q5 as time permits. Explain why complete pieces round down; use only the kerf given in the question.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Q16–17 (p.26); 4B Q1,4–7 (pp.27–28);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4.7 pp.67–70; fraction worksheets pp.71–74</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4.7 pp.67–70; fraction worksheets pp.71–74</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 Shape Canvas, use in units and repeat rectangles for the assigned cut-list pieces.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Add text labels for stock length and the problem’s stated kerf; solve on paper.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the total and offcut with Numeracy Hub Calculator after the written solution.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4A Q16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4.7 pp.67–70; fraction worksheets pp.71–74</a:t>
            </a:r>
          </a:p>
        </p:txBody>
      </p:sp>
      <p:pic>
        <p:nvPicPr>
          <p:cNvPr id="5" name="Picture 4" descr="4A-Q1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4A Q17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4.7 pp.67–70; fraction worksheets pp.71–74</a:t>
            </a:r>
          </a:p>
        </p:txBody>
      </p:sp>
      <p:pic>
        <p:nvPicPr>
          <p:cNvPr id="5" name="Picture 4" descr="4A-Q17.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4.7 pp.67–70; fraction worksheets pp.71–74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4B Q5 and Q7; show centre line, complete pieces and offcut.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Q16–17 (p.26); 4B Q1,4–7 (pp.27–28);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4B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4.7 pp.67–70; fraction worksheets pp.71–74</a:t>
            </a:r>
          </a:p>
        </p:txBody>
      </p:sp>
      <p:pic>
        <p:nvPicPr>
          <p:cNvPr id="5" name="Picture 4" descr="4B-Q5.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4B Q7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4.7 pp.67–70; fraction worksheets pp.71–74</a:t>
            </a:r>
          </a:p>
        </p:txBody>
      </p:sp>
      <p:pic>
        <p:nvPicPr>
          <p:cNvPr id="5" name="Picture 4" descr="4B-Q7.png"/>
          <p:cNvPicPr>
            <a:picLocks noChangeAspect="1"/>
          </p:cNvPicPr>
          <p:nvPr/>
        </p:nvPicPr>
        <p:blipFill>
          <a:blip r:embed="rId3"/>
          <a:stretch>
            <a:fillRect/>
          </a:stretch>
        </p:blipFill>
        <p:spPr>
          <a:xfrm>
            <a:off x="685800" y="2751074"/>
            <a:ext cx="10698480" cy="1657603"/>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W04-L02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4.7 pp.67–70; fraction worksheets pp.71–74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Q16–17 (p.26); 4B Q1,4–7 (pp.27–28);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10  •  2026-11-16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10 | 2026-11-16</dc:title>
  <dc:creator>ACCESS Trades</dc:creator>
  <cp:lastModifiedBy>Gabriel Ostrowidzki</cp:lastModifiedBy>
  <cp:revision>3</cp:revision>
  <dcterms:created xsi:type="dcterms:W3CDTF">2026-10-19T18:44:52Z</dcterms:created>
  <dcterms:modified xsi:type="dcterms:W3CDTF">2026-10-19T19:22:04Z</dcterms:modified>
  <dc:subject>Fraction addition and subtraction: job practice; Fraction cut lists, centre lines and kerf</dc:subject>
</cp:coreProperties>
</file>