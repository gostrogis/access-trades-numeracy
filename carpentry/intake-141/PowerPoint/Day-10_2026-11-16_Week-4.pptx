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330" r:id="rId63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333" r:id="rId66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3" Type="http://schemas.openxmlformats.org/officeDocument/2006/relationships/slide" Target="slides/slide8.xml"/><Relationship Id="rId66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  <a:p/>
          <a:p>
            <a:r>
              <a:t>ACCESS EXERCISE BOOK: 4A-Q6</a:t>
            </a:r>
          </a:p>
          <a:p>
            <a:r>
              <a:t>Exact question: Write  14/32 and  36/64 in lowest terms.</a:t>
            </a:r>
          </a:p>
          <a:p>
            <a:r>
              <a:t>Instructor answer: 7/16 and  9/16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4.3–4.6 pp.59–66</a:t>
            </a:r>
          </a:p>
          <a:p>
            <a:r>
              <a:t>ACCESS Trades Numeracy Textbook p.65 — Example 4.9 — Total of a cut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4.3–4.6 pp.59–66</a:t>
            </a:r>
          </a:p>
          <a:p>
            <a:r>
              <a:t>ACCESS Trades Numeracy Textbook p.65 — Example 4.9 — Total of a cut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p.65 • Figure 4.9 — Fractional cut-list dimensions</a:t>
            </a:r>
          </a:p>
          <a:p>
            <a:r>
              <a:t>Exact PDF/printed page: 65. ACCESS Textbook excerpt.</a:t>
            </a:r>
          </a:p>
          <a:p>
            <a:r>
              <a:t>Track the carried whole inch when the eighths add to more than one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p.65 • Example 4.9 — Common denominator and carrying a whole inch</a:t>
            </a:r>
          </a:p>
          <a:p>
            <a:r>
              <a:t>Exact PDF/printed page: 65. ACCESS Textbook excerpt.</a:t>
            </a:r>
          </a:p>
          <a:p>
            <a:r>
              <a:t>Track the carried whole inch when the eighths add to more than one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4A-Q14a</a:t>
            </a:r>
          </a:p>
          <a:p>
            <a:r>
              <a:t>Exact question: Add. (a)   5/16 +  3/4</a:t>
            </a:r>
          </a:p>
          <a:p>
            <a:r>
              <a:t>Instructor answer: (a)  1 1/16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4A-Q14a</a:t>
            </a:r>
          </a:p>
          <a:p>
            <a:r>
              <a:t>Exact question: Add. (a)   5/16 +  3/4</a:t>
            </a:r>
          </a:p>
          <a:p>
            <a:r>
              <a:t>Instructor answer: (a)  1 1/16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Shape Canvas: set units to in; use a rectangle with fractional dimensions. Numeracy Hub Calculator: check fraction entry using the selected model.</a:t>
            </a:r>
          </a:p>
          <a:p>
            <a:r>
              <a:t>Set Shape Canvas to in and enter the fractional rectangle dimensions from today’s work.</a:t>
            </a:r>
          </a:p>
          <a:p>
            <a:r>
              <a:t>Calculate the assigned addition or subtraction on paper; mark the result on a paper rule.</a:t>
            </a:r>
          </a:p>
          <a:p>
            <a:r>
              <a:t>Use the selected Numeracy Hub calculator to check the fraction entry and compare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4A-Q14b</a:t>
            </a:r>
          </a:p>
          <a:p>
            <a:r>
              <a:t>Exact question: Add. (b)  7 3/8 + 2 15/16</a:t>
            </a:r>
          </a:p>
          <a:p>
            <a:r>
              <a:t>Instructor answer: (b)  10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4A-Q15b</a:t>
            </a:r>
          </a:p>
          <a:p>
            <a:r>
              <a:t>Exact question: Subtract. (b)  9 1/8 − 4 3/4</a:t>
            </a:r>
          </a:p>
          <a:p>
            <a:r>
              <a:t>Instructor answer: (b)  4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4A-Q14b</a:t>
            </a:r>
          </a:p>
          <a:p>
            <a:r>
              <a:t>Exact question: Add. (b)  7 3/8 + 2 15/16</a:t>
            </a:r>
          </a:p>
          <a:p>
            <a:r>
              <a:t>Instructor answer: (b)  10 5/16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4A-Q15b</a:t>
            </a:r>
          </a:p>
          <a:p>
            <a:r>
              <a:t>Exact question: Subtract. (b)  9 1/8 − 4 3/4</a:t>
            </a:r>
          </a:p>
          <a:p>
            <a:r>
              <a:t>Instructor answer: (b)  4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W04-L01 | 2026-11-16 | 12:45 PM–2:00 PM | 75 minutes</a:t>
            </a:r>
          </a:p>
          <a:p>
            <a:r>
              <a:t>Fraction addition and subtraction: job practice</a:t>
            </a:r>
          </a:p>
          <a:p>
            <a:r>
              <a:t>Mode: Math</a:t>
            </a:r>
          </a:p>
          <a:p>
            <a:r>
              <a:t>Goal: Add or subtract mixed-inch sizes using common denominators and record the result in lowest terms.</a:t>
            </a:r>
          </a:p>
          <a:p>
            <a:r>
              <a:t>Read: Textbook sections 4.3–4.6 pp.59–66</a:t>
            </a:r>
          </a:p>
          <a:p>
            <a:r>
              <a:t>Practise: Exercise Book 4A Q10–15 (p.26); 4B Q2–3 (p.27)</a:t>
            </a:r>
          </a:p>
          <a:p>
            <a:r>
              <a:t>Tool: Shape Canvas: set units to in; use a rectangle with fractional dimensions. Numeracy Hub Calculator: check fraction entry using the selected model.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adding and subtracting fractional lengths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Use the Week 3 checks to review common denominators and regrouping. Start with Exercise Book 4A questions 6 and 10.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a common denominator, regrouping across a whole inch and subtraction. Connect the written fraction to a tape mark.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4A Q14(a) and Q15(a), then Exercise Book 4B Q2. Learners explain the regrouping to a partner.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remaining Exercise Book 4A Q14–15 and 4B Q3. Mark each result on a paper rule; use calculator checking only after the written solution.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4A Q14(b) and Q15(b). Show common denominators and simplified answers.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Q14(b) = 10 5/16; Q15(b) = 4 3/8. Answer Key p.13. Answer Key pp.11–13</a:t>
            </a:r>
          </a:p>
          <a:p/>
          <a:p>
            <a:r>
              <a:t>Use regrouping errors for the opening of the fractional cut-list session.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Use regrouping errors for the opening of the fractional cut-list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4.7 pp.67–70; fraction worksheets pp.71–74</a:t>
            </a:r>
          </a:p>
          <a:p>
            <a:r>
              <a:t>ACCESS Trades Numeracy Textbook p.67 — Example 4.11 — Pieces and saw cuts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4.7 pp.67–70; fraction worksheets pp.71–74</a:t>
            </a:r>
          </a:p>
          <a:p>
            <a:r>
              <a:t>ACCESS Trades Numeracy Textbook p.67 — Example 4.11 — Pieces and saw cuts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p.67 • Saw cuts in fractions — Count the stated kerfs</a:t>
            </a:r>
          </a:p>
          <a:p>
            <a:r>
              <a:t>Exact PDF/printed page: 67. ACCESS Textbook excerpt.</a:t>
            </a:r>
          </a:p>
          <a:p>
            <a:r>
              <a:t>Point to the separate terms for pieces, kerfs and remaining stock.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p.67 • Example 4.11 — Pieces, kerf and offcut</a:t>
            </a:r>
          </a:p>
          <a:p>
            <a:r>
              <a:t>Exact PDF/printed page: 67. ACCESS Textbook excerpt.</a:t>
            </a:r>
          </a:p>
          <a:p>
            <a:r>
              <a:t>Point to the separate terms for pieces, kerfs and remaining stock.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4B-Q4</a:t>
            </a:r>
          </a:p>
          <a:p>
            <a:r>
              <a:t>Exact question: A millwright needs to fill a  3/16 in gap with  1/32 in shims. How many shims does it take?</a:t>
            </a:r>
          </a:p>
          <a:p>
            <a:r>
              <a:t>Instructor answer: 6 shims</a:t>
            </a:r>
          </a:p>
          <a:p>
            <a:r>
              <a:t>Working: 3/16 ÷  1/32 =  3/16 ×  32/1 = 6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4B-Q4</a:t>
            </a:r>
          </a:p>
          <a:p>
            <a:r>
              <a:t>Exact question: A millwright needs to fill a  3/16 in gap with  1/32 in shims. How many shims does it take?</a:t>
            </a:r>
          </a:p>
          <a:p>
            <a:r>
              <a:t>Instructor answer: 6 shims</a:t>
            </a:r>
          </a:p>
          <a:p>
            <a:r>
              <a:t>Working: 3/16 ÷  1/32 =  3/16 ×  32/1 = 6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Shape Canvas: model repeated rectangular pieces in in units; add text labels for stock and kerf. Check paper answers with the Numeracy Hub Calculator.</a:t>
            </a:r>
          </a:p>
          <a:p>
            <a:r>
              <a:t>In Shape Canvas, use in units and repeat rectangles for the assigned cut-list pieces.</a:t>
            </a:r>
          </a:p>
          <a:p>
            <a:r>
              <a:t>Add text labels for stock length and the problem’s stated kerf; solve on paper.</a:t>
            </a:r>
          </a:p>
          <a:p>
            <a:r>
              <a:t>Check the total and offcut with Numeracy Hub Calculator after the written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4A-Q16</a:t>
            </a:r>
          </a:p>
          <a:p>
            <a:r>
              <a:t>Exact question: Multiply. (a)  5/8 × 12  (b) 2 1/2 × 1 3/4</a:t>
            </a:r>
          </a:p>
          <a:p>
            <a:r>
              <a:t>Instructor answer: (a) 7 1/2  (b) 4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4A-Q17</a:t>
            </a:r>
          </a:p>
          <a:p>
            <a:r>
              <a:t>Exact question: Divide. (a)  3/4 ÷  3/16  (b) 15 3/4 ÷ 3</a:t>
            </a:r>
          </a:p>
          <a:p>
            <a:r>
              <a:t>Instructor answer: (a) 4  (b) 5 1/4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4B-Q5</a:t>
            </a:r>
          </a:p>
          <a:p>
            <a:r>
              <a:t>Exact question: A plate is 15 5/8 in wide. How far from the edge is the centre line?</a:t>
            </a:r>
          </a:p>
          <a:p>
            <a:r>
              <a:t>Instructor answer: 7 13/16 in</a:t>
            </a:r>
          </a:p>
          <a:p>
            <a:r>
              <a:t>Working: 15 5/8 ÷ 2 =  125/8 ×  1/2 =  125/16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4B-Q7</a:t>
            </a:r>
          </a:p>
          <a:p>
            <a:r>
              <a:t>Exact question: How many 4 3/8 in spacers can be cut from a 70 in bar? You make one cut for each spacer and the kerf is  1/8 in. How long is the offcut?</a:t>
            </a:r>
          </a:p>
          <a:p>
            <a:r>
              <a:t>Instructor answer: 15 spacers, offcut 2 1/2 in</a:t>
            </a:r>
          </a:p>
          <a:p>
            <a:r>
              <a:t>Working: Each spacer uses 4 3/8 +  1/8 = 4 1/2 in. 70 ÷ 4 1/2 = 15 5/9, so 15 spacers. 15 × 4 1/2 = 67 1/2 in, offcut 2 1/2 in.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W04-L02 | 2026-11-16 | 2:15 PM–3:30 PM | 75 minutes</a:t>
            </a:r>
          </a:p>
          <a:p>
            <a:r>
              <a:t>Fraction cut lists, centre lines and kerf</a:t>
            </a:r>
          </a:p>
          <a:p>
            <a:r>
              <a:t>Mode: Math</a:t>
            </a:r>
          </a:p>
          <a:p>
            <a:r>
              <a:t>Goal: Use multiplication and division of fractions to find repeated cuts, centres and offcuts including stated kerf.</a:t>
            </a:r>
          </a:p>
          <a:p>
            <a:r>
              <a:t>Read: Textbook sections 4.7 pp.67–70; fraction worksheets pp.71–74</a:t>
            </a:r>
          </a:p>
          <a:p>
            <a:r>
              <a:t>Practise: Exercise Book 4A Q16–17 (p.26); 4B Q1,4–7 (pp.27–28); 4C Q5 (p.30)</a:t>
            </a:r>
          </a:p>
          <a:p>
            <a:r>
              <a:t>Tool: Shape Canvas: model repeated rectangular pieces in in units; add text labels for stock and kerf. Check paper answers with the Numeracy Hub Calculator.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fractions in cut lists, centres and kerf to reading a carpentry drawing or preparing a cut list. State the objective.</a:t>
            </a:r>
          </a:p>
          <a:p>
            <a:r>
              <a:t>Learners: Share a prior use of this skill; identify the quantity and unit.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how many equal gaps lie between nine marked points. Review the difference between a piece and a saw cut.</a:t>
            </a:r>
          </a:p>
          <a:p>
            <a:r>
              <a:t>Learners: Attempt the short retrieval task independently; explain the method before seeing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Exercise Book 4B Q1 including all three kerfs. Demonstrate reciprocal division using a centre-line or shim example.</a:t>
            </a:r>
          </a:p>
          <a:p>
            <a:r>
              <a:t>Learners: Annotate a worked example; predict the next step and ask questions.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Exercise Book 4B Q4–5 together. Draw the equal spaces for Q6 before forming the equation.</a:t>
            </a:r>
          </a:p>
          <a:p>
            <a:r>
              <a:t>Learners: Work in pairs; alternate calculator operator and checker. Show units and an estimated answer.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Solve Exercise Book 4A Q16–17, 4B Q6–7 and 4C Q5 as time permits. Explain why complete pieces round down; use only the kerf given in the question.</a:t>
            </a:r>
          </a:p>
          <a:p>
            <a:r>
              <a:t>Learners: Solve on paper first; use the tool to check; correct one error with a written reason.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4B Q5 and Q7; show centre line, complete pieces and offcut.</a:t>
            </a:r>
          </a:p>
          <a:p>
            <a:r>
              <a:t>Learners: Solve without displayed answers; include working, units and the requested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did you learn? Where will you use it? What will you check next time?</a:t>
            </a:r>
          </a:p>
          <a:p>
            <a:r>
              <a:t>Learners: Name the math and one other essential skill used; write the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4B Q5 = 7 13/16 in; Q7 = 15 spacers, 2 1/2 in offcut. Answer Key p.13. Answer Key pp.13–14</a:t>
            </a:r>
          </a:p>
          <a:p/>
          <a:p>
            <a:r>
              <a:t>Bridge fractional inches to decimals; retain exact fractions until the required rounding step.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Bridge fractional inches to decimals; retain exact fractions until the required rounding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5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5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59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59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6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hyperlink" Target="../../../books/ACCESS-Trades-Numeracy-Textbook.pdf#page=67" TargetMode="External"/><Relationship Id="rId6" Type="http://schemas.openxmlformats.org/officeDocument/2006/relationships/hyperlink" Target="../../../books/ACCESS-Trades-Numeracy-Exercise-Book.pdf#page=2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5.png"/><Relationship Id="rId4" Type="http://schemas.openxmlformats.org/officeDocument/2006/relationships/hyperlink" Target="../../../books/ACCESS-Trades-Numeracy-Textbook.pdf#page=67" TargetMode="External"/><Relationship Id="rId5" Type="http://schemas.openxmlformats.org/officeDocument/2006/relationships/hyperlink" Target="../../../books/ACCESS-Trades-Numeracy-Exercise-Book.pdf#page=26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10  |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16,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Fraction addition and subtraction: job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Fraction cut lists, centre lines and kerf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4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10  •  2026-11-16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10  /  WEEK 4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Fraction addition and subtraction: job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4, Lesson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Fraction cut lists, centre lines and kerf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4, Lesson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Fraction addition and subtraction: job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Add or subtract mixed-inch sizes using common denominators and record the result in lowest terms.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Share a prior use of this skill; identify the quantity and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Q10–15 (p.26); 4B Q2–3 (p.27)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the Week 3 checks to review common denominators and regrouping. Start with Exercise Book 4A questions 6 and 10.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short retrieval task independently; explain the method before seeing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Q10–15 (p.26); 4B Q2–3 (p.27)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4A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4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Add lengths with matching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one unit: write every length in inches before combining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Choose a common denominator so both fractions name equal-sized parts.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Rewrite equivalent fractions; add numerators and keep the common denominator.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Combine whole inches, carry any whole from the fraction, then reduce.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Subtract across a whole inch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Compare the fractional parts before you subtract.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If needed, trade one whole inch for a full denominator of fractional parts.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Subtract whole and fractional parts; simplify the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by adding the result to the length you took away.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W04-L01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overall dimension as a check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sketch: total 12 1/2 in; known parts 3 3/4 in and 2 5/8 in.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571750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= 3 6/8 + 2 5/8 = 6 3/8 in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= 12 4/8 − 6 3/8 = 6 1/8 in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90525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6 3/8 + 6 1/8 = 12 1/2 in.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fractional part on a rule.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9530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4A Q14(a), Q15(a), then 4B Q2. Explain regrouping to a partner; check fraction entry on the selected calculator.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 L1 • Shape Canvas: fractional dimensions in inches • New classroom example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08</a:t>
            </a:r>
          </a:p>
        </p:txBody>
      </p:sp>
    </p:spTree>
    <p:extLst>
      <p:ext uri="{BB962C8B-B14F-4D97-AF65-F5344CB8AC3E}">
        <p14:creationId xmlns:p14="http://schemas.microsoft.com/office/powerpoint/2010/main" val="877028172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W04-L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99317"/>
            <a:ext cx="10698480" cy="26537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p.65 • Figure 4.9 — Fractional cut-list dimensions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W04-L0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72228"/>
            <a:ext cx="10698480" cy="29079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p.65 • Example 4.9 — Common denominator and carrying a whole inch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learner adds the denominators when adding two fractional lengths. What must stay the same?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denominator names the size of each part. Rename with a common denominator; add only numerators.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4A Q14(a) and Q15(a), then Exercise Book 4B Q2. Explain the regrouping to a partner.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calculator operator and checker. Show units and an estimated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Q10–15 (p.26); 4B Q2–3 (p.27)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Q14a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4A-Q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Q14a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4A-Q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5744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(a)  1 1/16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remaining Exercise Book 4A Q14–15 and 4B Q3. Mark each result on a paper rule; use calculator checking only after the written solution.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use the tool to check; correct one error with a written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Q10–15 (p.26); 4B Q2–3 (p.27)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Set Shape Canvas to in and enter the fractional rectangle dimensions from today’s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the assigned addition or subtraction on paper; mark the result on a paper rule.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selected Numeracy Hub calculator to check the fraction entry and compare results.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Q14b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4A-Q1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Q15b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4A-Q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4A Q14(b) and Q15(b). Show common denominators and simplified answers.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the requested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Q10–15 (p.26); 4B Q2–3 (p.27)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Q14b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4A-Q1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Q15b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pic>
        <p:nvPicPr>
          <p:cNvPr id="5" name="Picture 4" descr="4A-Q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W04-L01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4.3–4.6 pp.59–66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did you learn? Where will you use it? What will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write the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Q10–15 (p.26); 4B Q2–3 (p.27)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10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Fraction cut lists, centre lines and kerf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10  •  2026-11-16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Fraction cut lists, centre lines and kerf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Use multiplication and division of fractions to find repeated cuts, centres and offcuts including stated kerf.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Share a prior use of this skill; identify the quantity and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Q16–17 (p.26); 4B Q1,4–7 (pp.27–28); 4C Q5 (p.30)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Explain how many equal gaps lie between nine marked points. Review the difference between a piece and a saw cut.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short retrieval task independently; explain the method before seeing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Q1,4–7 (pp.27–28);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Count pieces, spaces and cuts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Draw the stock and label every required piece before calculating.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Total repeated pieces = number of pieces × length of one piece.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Count the saw cuts shown in the problem; include each stated kerf.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Offcut = stock length − piece lengths − total stated kerf.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Divide lengths into equal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Nine marked points have eight spaces between the first and last point.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equal spacing, divide the span by the number of spaces.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Divide by a fraction by multiplying by its reciprocal.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Round down for complete pieces; keep the remainder as an offcut.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W04-L02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cutting loss inside the used total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4B Q1: 96 in stock; three stated 1/8 in kerfs.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476500"/>
            <a:ext cx="10972526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= 27 5/8 + 19 3/16 + 33 1/2 = 80 5/16 in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Kerf = 3 × 1/8 = 3/8 = 6/16 in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Offcut = 96 − 80 11/16 = 15 5/16 in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09585" y="4048125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pieces + kerf + offcut = 96 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8101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4B Q4–5. Draw equal spaces for Q6 before writing an equation. Shape Canvas: repeated rectangles plus stock and kerf labels.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 L2 • Given kerf is problem data, not a universal allowance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29</a:t>
            </a:r>
          </a:p>
        </p:txBody>
      </p:sp>
    </p:spTree>
    <p:extLst>
      <p:ext uri="{BB962C8B-B14F-4D97-AF65-F5344CB8AC3E}">
        <p14:creationId xmlns:p14="http://schemas.microsoft.com/office/powerpoint/2010/main" val="2558295909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W04-L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04063"/>
            <a:ext cx="10698480" cy="1644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p.67 • Saw cuts in fractions — Count the stated kerfs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W04-L0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44370"/>
            <a:ext cx="10698480" cy="33636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p.67 • Example 4.11 — Pieces, kerf and offcut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cut list has three pieces. Can you assume there are always three cuts?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Draw and count the cuts required by that question. Use only its stated kerf.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4B Q4–5 together. Draw the equal spaces for Q6 before forming the equation.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calculator operator and checker. Show units and an estimated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Q1,4–7 (pp.27–28);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4B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4B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20416"/>
            <a:ext cx="10698480" cy="15189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4B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4B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80" y="1783080"/>
            <a:ext cx="10626918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6 shims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0">
                <a:solidFill>
                  <a:srgbClr val="4A4E54"/>
                </a:solidFill>
                <a:latin typeface="Arial"/>
              </a:defRPr>
            </a:pPr>
            <a:r>
              <a:rPr/>
              <a:t>3/16 ÷  1/32 =  3/16 ×  32/1 = 6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4A Q16–17, 4B Q6–7 and 4C Q5 as time permits. Explain why complete pieces round down; use only the kerf given in the question.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use the tool to check; correct one error with a written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Q1,4–7 (pp.27–28);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shape-rect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 Shape Canvas, use in units and repeat rectangles for the assigned cut-list pieces.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 text labels for stock length and the problem’s stated kerf; solve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the total and offcut with Numeracy Hub Calculator after the written solution.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4A-Q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4A-Q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4B Q5 and Q7; show centre line, complete pieces and offcut.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the requested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Q1,4–7 (pp.27–28);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4B 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4B-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4B Q7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pic>
        <p:nvPicPr>
          <p:cNvPr id="5" name="Picture 4" descr="4B-Q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51074"/>
            <a:ext cx="10698480" cy="16576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W04-L02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4.7 pp.67–70; fraction worksheets pp.71–74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did you learn? Where will you use it? What will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write the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Q16–17 (p.26); 4B Q1,4–7 (pp.27–28); 4C Q5 (p.30)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10  •  2026-11-16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10 | 2026-11-16</dc:title>
  <dc:creator>ACCESS Trades</dc:creator>
  <dc:subject>Fraction addition and subtraction: job practice; Fraction cut lists, centre lines and kerf</dc:subject>
</cp:coreProperties>
</file>